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769" r:id="rId1"/>
    <p:sldMasterId id="2147483770" r:id="rId2"/>
  </p:sldMasterIdLst>
  <p:notesMasterIdLst>
    <p:notesMasterId r:id="rId9"/>
  </p:notesMasterIdLst>
  <p:sldIdLst>
    <p:sldId id="256" r:id="rId3"/>
    <p:sldId id="257" r:id="rId4"/>
    <p:sldId id="258" r:id="rId5"/>
    <p:sldId id="259" r:id="rId6"/>
    <p:sldId id="260" r:id="rId7"/>
    <p:sldId id="261" r:id="rId8"/>
  </p:sldIdLst>
  <p:sldSz cx="12192000" cy="6858000"/>
  <p:notesSz cx="6858000" cy="9144000"/>
  <p:embeddedFontLst>
    <p:embeddedFont>
      <p:font typeface="Consolas" panose="020B0609020204030204" pitchFamily="49" charset="0"/>
      <p:regular r:id="rId10"/>
      <p:bold r:id="rId11"/>
      <p:italic r:id="rId12"/>
      <p:boldItalic r:id="rId13"/>
    </p:embeddedFont>
    <p:embeddedFont>
      <p:font typeface="Quattrocento Sans" panose="020B0502050000020003" pitchFamily="34" charset="0"/>
      <p:regular r:id="rId14"/>
      <p:bold r:id="rId15"/>
      <p:italic r:id="rId16"/>
      <p:boldItalic r:id="rId1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D19F2665-FE6F-4639-B8A8-46A7F5268E09}">
  <a:tblStyle styleId="{D19F2665-FE6F-4639-B8A8-46A7F5268E09}"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82" d="100"/>
          <a:sy n="82" d="100"/>
        </p:scale>
        <p:origin x="648" y="17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font" Target="fonts/font4.fntdata"/><Relationship Id="rId18" Type="http://schemas.openxmlformats.org/officeDocument/2006/relationships/presProps" Target="presProps.xml"/><Relationship Id="rId3" Type="http://schemas.openxmlformats.org/officeDocument/2006/relationships/slide" Target="slides/slide1.xml"/><Relationship Id="rId21" Type="http://schemas.openxmlformats.org/officeDocument/2006/relationships/tableStyles" Target="tableStyles.xml"/><Relationship Id="rId7" Type="http://schemas.openxmlformats.org/officeDocument/2006/relationships/slide" Target="slides/slide5.xml"/><Relationship Id="rId12" Type="http://schemas.openxmlformats.org/officeDocument/2006/relationships/font" Target="fonts/font3.fntdata"/><Relationship Id="rId17" Type="http://schemas.openxmlformats.org/officeDocument/2006/relationships/font" Target="fonts/font8.fntdata"/><Relationship Id="rId2" Type="http://schemas.openxmlformats.org/officeDocument/2006/relationships/slideMaster" Target="slideMasters/slideMaster2.xml"/><Relationship Id="rId16" Type="http://schemas.openxmlformats.org/officeDocument/2006/relationships/font" Target="fonts/font7.fntdata"/><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font" Target="fonts/font2.fntdata"/><Relationship Id="rId5" Type="http://schemas.openxmlformats.org/officeDocument/2006/relationships/slide" Target="slides/slide3.xml"/><Relationship Id="rId15" Type="http://schemas.openxmlformats.org/officeDocument/2006/relationships/font" Target="fonts/font6.fntdata"/><Relationship Id="rId10" Type="http://schemas.openxmlformats.org/officeDocument/2006/relationships/font" Target="fonts/font1.fntdata"/><Relationship Id="rId19"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notesMaster" Target="notesMasters/notesMaster1.xml"/><Relationship Id="rId14" Type="http://schemas.openxmlformats.org/officeDocument/2006/relationships/font" Target="fonts/font5.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3"/>
        <p:cNvGrpSpPr/>
        <p:nvPr/>
      </p:nvGrpSpPr>
      <p:grpSpPr>
        <a:xfrm>
          <a:off x="0" y="0"/>
          <a:ext cx="0" cy="0"/>
          <a:chOff x="0" y="0"/>
          <a:chExt cx="0" cy="0"/>
        </a:xfrm>
      </p:grpSpPr>
      <p:sp>
        <p:nvSpPr>
          <p:cNvPr id="894" name="Google Shape;894;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95" name="Google Shape;895;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Korrie</a:t>
            </a:r>
            <a:endParaRPr/>
          </a:p>
        </p:txBody>
      </p:sp>
      <p:sp>
        <p:nvSpPr>
          <p:cNvPr id="896" name="Google Shape;896;p3:notes"/>
          <p:cNvSpPr txBox="1">
            <a:spLocks noGrp="1"/>
          </p:cNvSpPr>
          <p:nvPr>
            <p:ph type="hdr" idx="3"/>
          </p:nvPr>
        </p:nvSpPr>
        <p:spPr>
          <a:xfrm>
            <a:off x="0" y="0"/>
            <a:ext cx="2971800" cy="458788"/>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lt1"/>
              </a:buClr>
              <a:buSzPts val="1200"/>
              <a:buFont typeface="Calibri"/>
              <a:buNone/>
            </a:pPr>
            <a:endParaRPr sz="1200" b="0" i="0" u="none" strike="noStrike" cap="none">
              <a:solidFill>
                <a:srgbClr val="000000"/>
              </a:solidFill>
              <a:latin typeface="Quattrocento Sans"/>
              <a:ea typeface="Quattrocento Sans"/>
              <a:cs typeface="Quattrocento Sans"/>
              <a:sym typeface="Quattrocento Sans"/>
            </a:endParaRPr>
          </a:p>
        </p:txBody>
      </p:sp>
      <p:sp>
        <p:nvSpPr>
          <p:cNvPr id="897" name="Google Shape;897;p3:notes"/>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p>
            <a:pPr marL="571500" marR="0" lvl="0" indent="0" algn="l" rtl="0">
              <a:lnSpc>
                <a:spcPct val="100000"/>
              </a:lnSpc>
              <a:spcBef>
                <a:spcPts val="0"/>
              </a:spcBef>
              <a:spcAft>
                <a:spcPts val="0"/>
              </a:spcAft>
              <a:buClr>
                <a:srgbClr val="000000"/>
              </a:buClr>
              <a:buSzPts val="400"/>
              <a:buFont typeface="Quattrocento Sans"/>
              <a:buNone/>
            </a:pPr>
            <a:r>
              <a:rPr lang="en-US" sz="400" b="0" i="0" u="none" strike="noStrike" cap="none">
                <a:solidFill>
                  <a:srgbClr val="000000"/>
                </a:solidFill>
                <a:latin typeface="Quattrocento Sans"/>
                <a:ea typeface="Quattrocento Sans"/>
                <a:cs typeface="Quattrocento Sans"/>
                <a:sym typeface="Quattrocento Sans"/>
              </a:rPr>
              <a:t>© Microsoft Corporation. All rights reserved. MICROSOFT MAKES NO WARRANTIES, EXPRESS, IMPLIED OR STATUTORY, AS TO THE INFORMATION IN THIS PRESENTATION.</a:t>
            </a:r>
            <a:endParaRPr/>
          </a:p>
        </p:txBody>
      </p:sp>
      <p:sp>
        <p:nvSpPr>
          <p:cNvPr id="898" name="Google Shape;898;p3:notes"/>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p>
            <a:pPr marL="0" marR="0" lvl="0" indent="0" algn="r" rtl="0">
              <a:lnSpc>
                <a:spcPct val="100000"/>
              </a:lnSpc>
              <a:spcBef>
                <a:spcPts val="0"/>
              </a:spcBef>
              <a:spcAft>
                <a:spcPts val="0"/>
              </a:spcAft>
              <a:buClr>
                <a:srgbClr val="000000"/>
              </a:buClr>
              <a:buSzPts val="1200"/>
              <a:buFont typeface="Quattrocento Sans"/>
              <a:buNone/>
            </a:pPr>
            <a:r>
              <a:rPr lang="en-US" sz="1200" b="0" i="0" u="none" strike="noStrike" cap="none">
                <a:solidFill>
                  <a:srgbClr val="000000"/>
                </a:solidFill>
                <a:latin typeface="Quattrocento Sans"/>
                <a:ea typeface="Quattrocento Sans"/>
                <a:cs typeface="Quattrocento Sans"/>
                <a:sym typeface="Quattrocento Sans"/>
              </a:rPr>
              <a:t>9/26/2025 7:28 PM</a:t>
            </a:r>
            <a:endParaRPr sz="1200" b="0" i="0" u="none" strike="noStrike" cap="none">
              <a:solidFill>
                <a:srgbClr val="000000"/>
              </a:solidFill>
              <a:latin typeface="Quattrocento Sans"/>
              <a:ea typeface="Quattrocento Sans"/>
              <a:cs typeface="Quattrocento Sans"/>
              <a:sym typeface="Quattrocento Sans"/>
            </a:endParaRPr>
          </a:p>
        </p:txBody>
      </p:sp>
      <p:sp>
        <p:nvSpPr>
          <p:cNvPr id="899" name="Google Shape;899;p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Quattrocento Sans"/>
              <a:buNone/>
            </a:pPr>
            <a:fld id="{00000000-1234-1234-1234-123412341234}" type="slidenum">
              <a:rPr lang="en-US" sz="1200" b="0" i="0" u="none" strike="noStrike" cap="none">
                <a:solidFill>
                  <a:srgbClr val="000000"/>
                </a:solidFill>
                <a:latin typeface="Quattrocento Sans"/>
                <a:ea typeface="Quattrocento Sans"/>
                <a:cs typeface="Quattrocento Sans"/>
                <a:sym typeface="Quattrocento Sans"/>
              </a:rPr>
              <a:t>1</a:t>
            </a:fld>
            <a:endParaRPr sz="1200" b="0" i="0" u="none" strike="noStrike" cap="none">
              <a:solidFill>
                <a:srgbClr val="000000"/>
              </a:solidFill>
              <a:latin typeface="Quattrocento Sans"/>
              <a:ea typeface="Quattrocento Sans"/>
              <a:cs typeface="Quattrocento Sans"/>
              <a:sym typeface="Quattrocento Sans"/>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5"/>
        <p:cNvGrpSpPr/>
        <p:nvPr/>
      </p:nvGrpSpPr>
      <p:grpSpPr>
        <a:xfrm>
          <a:off x="0" y="0"/>
          <a:ext cx="0" cy="0"/>
          <a:chOff x="0" y="0"/>
          <a:chExt cx="0" cy="0"/>
        </a:xfrm>
      </p:grpSpPr>
      <p:sp>
        <p:nvSpPr>
          <p:cNvPr id="906" name="Google Shape;906;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07" name="Google Shape;907;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Korrie</a:t>
            </a:r>
            <a:endParaRPr/>
          </a:p>
        </p:txBody>
      </p:sp>
      <p:sp>
        <p:nvSpPr>
          <p:cNvPr id="908" name="Google Shape;908;p2:notes"/>
          <p:cNvSpPr txBox="1">
            <a:spLocks noGrp="1"/>
          </p:cNvSpPr>
          <p:nvPr>
            <p:ph type="hdr" idx="3"/>
          </p:nvPr>
        </p:nvSpPr>
        <p:spPr>
          <a:xfrm>
            <a:off x="0" y="0"/>
            <a:ext cx="2971800" cy="458788"/>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lt1"/>
              </a:buClr>
              <a:buSzPts val="1200"/>
              <a:buFont typeface="Calibri"/>
              <a:buNone/>
            </a:pPr>
            <a:endParaRPr sz="1200" b="0" i="0" u="none" strike="noStrike" cap="none">
              <a:solidFill>
                <a:srgbClr val="000000"/>
              </a:solidFill>
              <a:latin typeface="Quattrocento Sans"/>
              <a:ea typeface="Quattrocento Sans"/>
              <a:cs typeface="Quattrocento Sans"/>
              <a:sym typeface="Quattrocento Sans"/>
            </a:endParaRPr>
          </a:p>
        </p:txBody>
      </p:sp>
      <p:sp>
        <p:nvSpPr>
          <p:cNvPr id="909" name="Google Shape;909;p2:notes"/>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p>
            <a:pPr marL="571500" marR="0" lvl="0" indent="0" algn="l" rtl="0">
              <a:lnSpc>
                <a:spcPct val="100000"/>
              </a:lnSpc>
              <a:spcBef>
                <a:spcPts val="0"/>
              </a:spcBef>
              <a:spcAft>
                <a:spcPts val="0"/>
              </a:spcAft>
              <a:buClr>
                <a:srgbClr val="000000"/>
              </a:buClr>
              <a:buSzPts val="400"/>
              <a:buFont typeface="Quattrocento Sans"/>
              <a:buNone/>
            </a:pPr>
            <a:r>
              <a:rPr lang="en-US" sz="400" b="0" i="0" u="none" strike="noStrike" cap="none">
                <a:solidFill>
                  <a:srgbClr val="000000"/>
                </a:solidFill>
                <a:latin typeface="Quattrocento Sans"/>
                <a:ea typeface="Quattrocento Sans"/>
                <a:cs typeface="Quattrocento Sans"/>
                <a:sym typeface="Quattrocento Sans"/>
              </a:rPr>
              <a:t>© Microsoft Corporation. All rights reserved. MICROSOFT MAKES NO WARRANTIES, EXPRESS, IMPLIED OR STATUTORY, AS TO THE INFORMATION IN THIS PRESENTATION.</a:t>
            </a:r>
            <a:endParaRPr/>
          </a:p>
        </p:txBody>
      </p:sp>
      <p:sp>
        <p:nvSpPr>
          <p:cNvPr id="910" name="Google Shape;910;p2:notes"/>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p>
            <a:pPr marL="0" marR="0" lvl="0" indent="0" algn="r" rtl="0">
              <a:lnSpc>
                <a:spcPct val="100000"/>
              </a:lnSpc>
              <a:spcBef>
                <a:spcPts val="0"/>
              </a:spcBef>
              <a:spcAft>
                <a:spcPts val="0"/>
              </a:spcAft>
              <a:buClr>
                <a:srgbClr val="000000"/>
              </a:buClr>
              <a:buSzPts val="1200"/>
              <a:buFont typeface="Quattrocento Sans"/>
              <a:buNone/>
            </a:pPr>
            <a:r>
              <a:rPr lang="en-US" sz="1200" b="0" i="0" u="none" strike="noStrike" cap="none">
                <a:solidFill>
                  <a:srgbClr val="000000"/>
                </a:solidFill>
                <a:latin typeface="Quattrocento Sans"/>
                <a:ea typeface="Quattrocento Sans"/>
                <a:cs typeface="Quattrocento Sans"/>
                <a:sym typeface="Quattrocento Sans"/>
              </a:rPr>
              <a:t>9/26/2025 7:25 PM</a:t>
            </a:r>
            <a:endParaRPr sz="1200" b="0" i="0" u="none" strike="noStrike" cap="none">
              <a:solidFill>
                <a:srgbClr val="000000"/>
              </a:solidFill>
              <a:latin typeface="Quattrocento Sans"/>
              <a:ea typeface="Quattrocento Sans"/>
              <a:cs typeface="Quattrocento Sans"/>
              <a:sym typeface="Quattrocento Sans"/>
            </a:endParaRPr>
          </a:p>
        </p:txBody>
      </p:sp>
      <p:sp>
        <p:nvSpPr>
          <p:cNvPr id="911" name="Google Shape;911;p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Quattrocento Sans"/>
              <a:buNone/>
            </a:pPr>
            <a:fld id="{00000000-1234-1234-1234-123412341234}" type="slidenum">
              <a:rPr lang="en-US" sz="1200" b="0" i="0" u="none" strike="noStrike" cap="none">
                <a:solidFill>
                  <a:srgbClr val="000000"/>
                </a:solidFill>
                <a:latin typeface="Quattrocento Sans"/>
                <a:ea typeface="Quattrocento Sans"/>
                <a:cs typeface="Quattrocento Sans"/>
                <a:sym typeface="Quattrocento Sans"/>
              </a:rPr>
              <a:t>2</a:t>
            </a:fld>
            <a:endParaRPr sz="1200" b="0" i="0" u="none" strike="noStrike" cap="none">
              <a:solidFill>
                <a:srgbClr val="000000"/>
              </a:solidFill>
              <a:latin typeface="Quattrocento Sans"/>
              <a:ea typeface="Quattrocento Sans"/>
              <a:cs typeface="Quattrocento Sans"/>
              <a:sym typeface="Quattrocento Sans"/>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7"/>
        <p:cNvGrpSpPr/>
        <p:nvPr/>
      </p:nvGrpSpPr>
      <p:grpSpPr>
        <a:xfrm>
          <a:off x="0" y="0"/>
          <a:ext cx="0" cy="0"/>
          <a:chOff x="0" y="0"/>
          <a:chExt cx="0" cy="0"/>
        </a:xfrm>
      </p:grpSpPr>
      <p:sp>
        <p:nvSpPr>
          <p:cNvPr id="918" name="Google Shape;918;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19" name="Google Shape;919;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 Korrie</a:t>
            </a:r>
            <a:endParaRPr/>
          </a:p>
          <a:p>
            <a:pPr marL="0" lvl="0" indent="0" algn="l" rtl="0">
              <a:spcBef>
                <a:spcPts val="0"/>
              </a:spcBef>
              <a:spcAft>
                <a:spcPts val="0"/>
              </a:spcAft>
              <a:buNone/>
            </a:pPr>
            <a:r>
              <a:rPr lang="en-US"/>
              <a:t>updated 7/21</a:t>
            </a:r>
            <a:endParaRPr/>
          </a:p>
          <a:p>
            <a:pPr marL="0" lvl="0" indent="0" algn="l" rtl="0">
              <a:spcBef>
                <a:spcPts val="0"/>
              </a:spcBef>
              <a:spcAft>
                <a:spcPts val="0"/>
              </a:spcAft>
              <a:buNone/>
            </a:pPr>
            <a:endParaRPr/>
          </a:p>
        </p:txBody>
      </p:sp>
      <p:sp>
        <p:nvSpPr>
          <p:cNvPr id="920" name="Google Shape;920;p4:notes"/>
          <p:cNvSpPr txBox="1">
            <a:spLocks noGrp="1"/>
          </p:cNvSpPr>
          <p:nvPr>
            <p:ph type="hdr" idx="3"/>
          </p:nvPr>
        </p:nvSpPr>
        <p:spPr>
          <a:xfrm>
            <a:off x="0" y="0"/>
            <a:ext cx="2971800" cy="458788"/>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Calibri"/>
              <a:buNone/>
            </a:pPr>
            <a:endParaRPr sz="1200" b="0" i="0" u="none" strike="noStrike" cap="none">
              <a:solidFill>
                <a:srgbClr val="000000"/>
              </a:solidFill>
              <a:latin typeface="Quattrocento Sans"/>
              <a:ea typeface="Quattrocento Sans"/>
              <a:cs typeface="Quattrocento Sans"/>
              <a:sym typeface="Quattrocento Sans"/>
            </a:endParaRPr>
          </a:p>
        </p:txBody>
      </p:sp>
      <p:sp>
        <p:nvSpPr>
          <p:cNvPr id="921" name="Google Shape;921;p4:notes"/>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p>
            <a:pPr marL="571500" marR="0" lvl="0" indent="0" algn="l" rtl="0">
              <a:lnSpc>
                <a:spcPct val="100000"/>
              </a:lnSpc>
              <a:spcBef>
                <a:spcPts val="0"/>
              </a:spcBef>
              <a:spcAft>
                <a:spcPts val="0"/>
              </a:spcAft>
              <a:buClr>
                <a:srgbClr val="000000"/>
              </a:buClr>
              <a:buSzPts val="400"/>
              <a:buFont typeface="Quattrocento Sans"/>
              <a:buNone/>
            </a:pPr>
            <a:r>
              <a:rPr lang="en-US" sz="400" b="0" i="0" u="none" strike="noStrike" cap="none">
                <a:solidFill>
                  <a:srgbClr val="000000"/>
                </a:solidFill>
                <a:latin typeface="Quattrocento Sans"/>
                <a:ea typeface="Quattrocento Sans"/>
                <a:cs typeface="Quattrocento Sans"/>
                <a:sym typeface="Quattrocento Sans"/>
              </a:rPr>
              <a:t>© Microsoft Corporation. All rights reserved. MICROSOFT MAKES NO WARRANTIES, EXPRESS, IMPLIED OR STATUTORY, AS TO THE INFORMATION IN THIS PRESENTATION.</a:t>
            </a:r>
            <a:endParaRPr/>
          </a:p>
        </p:txBody>
      </p:sp>
      <p:sp>
        <p:nvSpPr>
          <p:cNvPr id="922" name="Google Shape;922;p4:notes"/>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p>
            <a:pPr marL="0" marR="0" lvl="0" indent="0" algn="r" rtl="0">
              <a:lnSpc>
                <a:spcPct val="100000"/>
              </a:lnSpc>
              <a:spcBef>
                <a:spcPts val="0"/>
              </a:spcBef>
              <a:spcAft>
                <a:spcPts val="0"/>
              </a:spcAft>
              <a:buClr>
                <a:srgbClr val="000000"/>
              </a:buClr>
              <a:buSzPts val="1200"/>
              <a:buFont typeface="Quattrocento Sans"/>
              <a:buNone/>
            </a:pPr>
            <a:r>
              <a:rPr lang="en-US" sz="1200" b="0" i="0" u="none" strike="noStrike" cap="none">
                <a:solidFill>
                  <a:srgbClr val="000000"/>
                </a:solidFill>
                <a:latin typeface="Quattrocento Sans"/>
                <a:ea typeface="Quattrocento Sans"/>
                <a:cs typeface="Quattrocento Sans"/>
                <a:sym typeface="Quattrocento Sans"/>
              </a:rPr>
              <a:t>9/26/2025 7:25 PM</a:t>
            </a:r>
            <a:endParaRPr sz="1200" b="0" i="0" u="none" strike="noStrike" cap="none">
              <a:solidFill>
                <a:srgbClr val="000000"/>
              </a:solidFill>
              <a:latin typeface="Quattrocento Sans"/>
              <a:ea typeface="Quattrocento Sans"/>
              <a:cs typeface="Quattrocento Sans"/>
              <a:sym typeface="Quattrocento Sans"/>
            </a:endParaRPr>
          </a:p>
        </p:txBody>
      </p:sp>
      <p:sp>
        <p:nvSpPr>
          <p:cNvPr id="923" name="Google Shape;923;p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Quattrocento Sans"/>
              <a:buNone/>
            </a:pPr>
            <a:fld id="{00000000-1234-1234-1234-123412341234}" type="slidenum">
              <a:rPr lang="en-US" sz="1200" b="0" i="0" u="none" strike="noStrike" cap="none">
                <a:solidFill>
                  <a:srgbClr val="000000"/>
                </a:solidFill>
                <a:latin typeface="Quattrocento Sans"/>
                <a:ea typeface="Quattrocento Sans"/>
                <a:cs typeface="Quattrocento Sans"/>
                <a:sym typeface="Quattrocento Sans"/>
              </a:rPr>
              <a:t>3</a:t>
            </a:fld>
            <a:endParaRPr sz="1200" b="0" i="0" u="none" strike="noStrike" cap="none">
              <a:solidFill>
                <a:srgbClr val="000000"/>
              </a:solidFill>
              <a:latin typeface="Quattrocento Sans"/>
              <a:ea typeface="Quattrocento Sans"/>
              <a:cs typeface="Quattrocento Sans"/>
              <a:sym typeface="Quattrocento Sans"/>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1"/>
        <p:cNvGrpSpPr/>
        <p:nvPr/>
      </p:nvGrpSpPr>
      <p:grpSpPr>
        <a:xfrm>
          <a:off x="0" y="0"/>
          <a:ext cx="0" cy="0"/>
          <a:chOff x="0" y="0"/>
          <a:chExt cx="0" cy="0"/>
        </a:xfrm>
      </p:grpSpPr>
      <p:sp>
        <p:nvSpPr>
          <p:cNvPr id="942" name="Google Shape;942;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43" name="Google Shape;943;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 Korrie</a:t>
            </a:r>
            <a:endParaRPr/>
          </a:p>
          <a:p>
            <a:pPr marL="0" lvl="0" indent="0" algn="l" rtl="0">
              <a:spcBef>
                <a:spcPts val="0"/>
              </a:spcBef>
              <a:spcAft>
                <a:spcPts val="0"/>
              </a:spcAft>
              <a:buNone/>
            </a:pPr>
            <a:r>
              <a:rPr lang="en-US"/>
              <a:t>updated 7/21</a:t>
            </a:r>
            <a:endParaRPr/>
          </a:p>
          <a:p>
            <a:pPr marL="0" lvl="0" indent="0" algn="l" rtl="0">
              <a:spcBef>
                <a:spcPts val="0"/>
              </a:spcBef>
              <a:spcAft>
                <a:spcPts val="0"/>
              </a:spcAft>
              <a:buNone/>
            </a:pPr>
            <a:endParaRPr/>
          </a:p>
        </p:txBody>
      </p:sp>
      <p:sp>
        <p:nvSpPr>
          <p:cNvPr id="944" name="Google Shape;944;p5:notes"/>
          <p:cNvSpPr txBox="1">
            <a:spLocks noGrp="1"/>
          </p:cNvSpPr>
          <p:nvPr>
            <p:ph type="hdr" idx="3"/>
          </p:nvPr>
        </p:nvSpPr>
        <p:spPr>
          <a:xfrm>
            <a:off x="0" y="0"/>
            <a:ext cx="2971800" cy="458788"/>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Calibri"/>
              <a:buNone/>
            </a:pPr>
            <a:endParaRPr sz="1200" b="0" i="0" u="none" strike="noStrike" cap="none">
              <a:solidFill>
                <a:srgbClr val="000000"/>
              </a:solidFill>
              <a:latin typeface="Quattrocento Sans"/>
              <a:ea typeface="Quattrocento Sans"/>
              <a:cs typeface="Quattrocento Sans"/>
              <a:sym typeface="Quattrocento Sans"/>
            </a:endParaRPr>
          </a:p>
        </p:txBody>
      </p:sp>
      <p:sp>
        <p:nvSpPr>
          <p:cNvPr id="945" name="Google Shape;945;p5:notes"/>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p>
            <a:pPr marL="571500" marR="0" lvl="0" indent="0" algn="l" rtl="0">
              <a:lnSpc>
                <a:spcPct val="100000"/>
              </a:lnSpc>
              <a:spcBef>
                <a:spcPts val="0"/>
              </a:spcBef>
              <a:spcAft>
                <a:spcPts val="0"/>
              </a:spcAft>
              <a:buClr>
                <a:srgbClr val="000000"/>
              </a:buClr>
              <a:buSzPts val="400"/>
              <a:buFont typeface="Quattrocento Sans"/>
              <a:buNone/>
            </a:pPr>
            <a:r>
              <a:rPr lang="en-US" sz="400" b="0" i="0" u="none" strike="noStrike" cap="none">
                <a:solidFill>
                  <a:srgbClr val="000000"/>
                </a:solidFill>
                <a:latin typeface="Quattrocento Sans"/>
                <a:ea typeface="Quattrocento Sans"/>
                <a:cs typeface="Quattrocento Sans"/>
                <a:sym typeface="Quattrocento Sans"/>
              </a:rPr>
              <a:t>© Microsoft Corporation. All rights reserved. MICROSOFT MAKES NO WARRANTIES, EXPRESS, IMPLIED OR STATUTORY, AS TO THE INFORMATION IN THIS PRESENTATION.</a:t>
            </a:r>
            <a:endParaRPr/>
          </a:p>
        </p:txBody>
      </p:sp>
      <p:sp>
        <p:nvSpPr>
          <p:cNvPr id="946" name="Google Shape;946;p5:notes"/>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p>
            <a:pPr marL="0" marR="0" lvl="0" indent="0" algn="r" rtl="0">
              <a:lnSpc>
                <a:spcPct val="100000"/>
              </a:lnSpc>
              <a:spcBef>
                <a:spcPts val="0"/>
              </a:spcBef>
              <a:spcAft>
                <a:spcPts val="0"/>
              </a:spcAft>
              <a:buClr>
                <a:srgbClr val="000000"/>
              </a:buClr>
              <a:buSzPts val="1200"/>
              <a:buFont typeface="Quattrocento Sans"/>
              <a:buNone/>
            </a:pPr>
            <a:r>
              <a:rPr lang="en-US" sz="1200" b="0" i="0" u="none" strike="noStrike" cap="none">
                <a:solidFill>
                  <a:srgbClr val="000000"/>
                </a:solidFill>
                <a:latin typeface="Quattrocento Sans"/>
                <a:ea typeface="Quattrocento Sans"/>
                <a:cs typeface="Quattrocento Sans"/>
                <a:sym typeface="Quattrocento Sans"/>
              </a:rPr>
              <a:t>9/26/2025 7:25 PM</a:t>
            </a:r>
            <a:endParaRPr sz="1200" b="0" i="0" u="none" strike="noStrike" cap="none">
              <a:solidFill>
                <a:srgbClr val="000000"/>
              </a:solidFill>
              <a:latin typeface="Quattrocento Sans"/>
              <a:ea typeface="Quattrocento Sans"/>
              <a:cs typeface="Quattrocento Sans"/>
              <a:sym typeface="Quattrocento Sans"/>
            </a:endParaRPr>
          </a:p>
        </p:txBody>
      </p:sp>
      <p:sp>
        <p:nvSpPr>
          <p:cNvPr id="947" name="Google Shape;947;p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Quattrocento Sans"/>
              <a:buNone/>
            </a:pPr>
            <a:fld id="{00000000-1234-1234-1234-123412341234}" type="slidenum">
              <a:rPr lang="en-US" sz="1200" b="0" i="0" u="none" strike="noStrike" cap="none">
                <a:solidFill>
                  <a:srgbClr val="000000"/>
                </a:solidFill>
                <a:latin typeface="Quattrocento Sans"/>
                <a:ea typeface="Quattrocento Sans"/>
                <a:cs typeface="Quattrocento Sans"/>
                <a:sym typeface="Quattrocento Sans"/>
              </a:rPr>
              <a:t>4</a:t>
            </a:fld>
            <a:endParaRPr sz="1200" b="0" i="0" u="none" strike="noStrike" cap="none">
              <a:solidFill>
                <a:srgbClr val="000000"/>
              </a:solidFill>
              <a:latin typeface="Quattrocento Sans"/>
              <a:ea typeface="Quattrocento Sans"/>
              <a:cs typeface="Quattrocento Sans"/>
              <a:sym typeface="Quattrocento Sans"/>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3"/>
        <p:cNvGrpSpPr/>
        <p:nvPr/>
      </p:nvGrpSpPr>
      <p:grpSpPr>
        <a:xfrm>
          <a:off x="0" y="0"/>
          <a:ext cx="0" cy="0"/>
          <a:chOff x="0" y="0"/>
          <a:chExt cx="0" cy="0"/>
        </a:xfrm>
      </p:grpSpPr>
      <p:sp>
        <p:nvSpPr>
          <p:cNvPr id="964" name="Google Shape;964;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65" name="Google Shape;965;p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 Korrie</a:t>
            </a:r>
            <a:endParaRPr/>
          </a:p>
          <a:p>
            <a:pPr marL="0" lvl="0" indent="0" algn="l" rtl="0">
              <a:spcBef>
                <a:spcPts val="0"/>
              </a:spcBef>
              <a:spcAft>
                <a:spcPts val="0"/>
              </a:spcAft>
              <a:buNone/>
            </a:pPr>
            <a:r>
              <a:rPr lang="en-US"/>
              <a:t>updated 7/21</a:t>
            </a:r>
            <a:endParaRPr/>
          </a:p>
          <a:p>
            <a:pPr marL="0" lvl="0" indent="0" algn="l" rtl="0">
              <a:spcBef>
                <a:spcPts val="0"/>
              </a:spcBef>
              <a:spcAft>
                <a:spcPts val="0"/>
              </a:spcAft>
              <a:buNone/>
            </a:pPr>
            <a:endParaRPr/>
          </a:p>
        </p:txBody>
      </p:sp>
      <p:sp>
        <p:nvSpPr>
          <p:cNvPr id="966" name="Google Shape;966;p6:notes"/>
          <p:cNvSpPr txBox="1">
            <a:spLocks noGrp="1"/>
          </p:cNvSpPr>
          <p:nvPr>
            <p:ph type="hdr" idx="3"/>
          </p:nvPr>
        </p:nvSpPr>
        <p:spPr>
          <a:xfrm>
            <a:off x="0" y="0"/>
            <a:ext cx="2971800" cy="458788"/>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Calibri"/>
              <a:buNone/>
            </a:pPr>
            <a:endParaRPr sz="1200" b="0" i="0" u="none" strike="noStrike" cap="none">
              <a:solidFill>
                <a:srgbClr val="000000"/>
              </a:solidFill>
              <a:latin typeface="Quattrocento Sans"/>
              <a:ea typeface="Quattrocento Sans"/>
              <a:cs typeface="Quattrocento Sans"/>
              <a:sym typeface="Quattrocento Sans"/>
            </a:endParaRPr>
          </a:p>
        </p:txBody>
      </p:sp>
      <p:sp>
        <p:nvSpPr>
          <p:cNvPr id="967" name="Google Shape;967;p6:notes"/>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p>
            <a:pPr marL="571500" marR="0" lvl="0" indent="0" algn="l" rtl="0">
              <a:lnSpc>
                <a:spcPct val="100000"/>
              </a:lnSpc>
              <a:spcBef>
                <a:spcPts val="0"/>
              </a:spcBef>
              <a:spcAft>
                <a:spcPts val="0"/>
              </a:spcAft>
              <a:buClr>
                <a:srgbClr val="000000"/>
              </a:buClr>
              <a:buSzPts val="400"/>
              <a:buFont typeface="Quattrocento Sans"/>
              <a:buNone/>
            </a:pPr>
            <a:r>
              <a:rPr lang="en-US" sz="400" b="0" i="0" u="none" strike="noStrike" cap="none">
                <a:solidFill>
                  <a:srgbClr val="000000"/>
                </a:solidFill>
                <a:latin typeface="Quattrocento Sans"/>
                <a:ea typeface="Quattrocento Sans"/>
                <a:cs typeface="Quattrocento Sans"/>
                <a:sym typeface="Quattrocento Sans"/>
              </a:rPr>
              <a:t>© Microsoft Corporation. All rights reserved. MICROSOFT MAKES NO WARRANTIES, EXPRESS, IMPLIED OR STATUTORY, AS TO THE INFORMATION IN THIS PRESENTATION.</a:t>
            </a:r>
            <a:endParaRPr/>
          </a:p>
        </p:txBody>
      </p:sp>
      <p:sp>
        <p:nvSpPr>
          <p:cNvPr id="968" name="Google Shape;968;p6:notes"/>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p>
            <a:pPr marL="0" marR="0" lvl="0" indent="0" algn="r" rtl="0">
              <a:lnSpc>
                <a:spcPct val="100000"/>
              </a:lnSpc>
              <a:spcBef>
                <a:spcPts val="0"/>
              </a:spcBef>
              <a:spcAft>
                <a:spcPts val="0"/>
              </a:spcAft>
              <a:buClr>
                <a:srgbClr val="000000"/>
              </a:buClr>
              <a:buSzPts val="1200"/>
              <a:buFont typeface="Quattrocento Sans"/>
              <a:buNone/>
            </a:pPr>
            <a:r>
              <a:rPr lang="en-US" sz="1200" b="0" i="0" u="none" strike="noStrike" cap="none">
                <a:solidFill>
                  <a:srgbClr val="000000"/>
                </a:solidFill>
                <a:latin typeface="Quattrocento Sans"/>
                <a:ea typeface="Quattrocento Sans"/>
                <a:cs typeface="Quattrocento Sans"/>
                <a:sym typeface="Quattrocento Sans"/>
              </a:rPr>
              <a:t>9/26/2025 7:25 PM</a:t>
            </a:r>
            <a:endParaRPr sz="1200" b="0" i="0" u="none" strike="noStrike" cap="none">
              <a:solidFill>
                <a:srgbClr val="000000"/>
              </a:solidFill>
              <a:latin typeface="Quattrocento Sans"/>
              <a:ea typeface="Quattrocento Sans"/>
              <a:cs typeface="Quattrocento Sans"/>
              <a:sym typeface="Quattrocento Sans"/>
            </a:endParaRPr>
          </a:p>
        </p:txBody>
      </p:sp>
      <p:sp>
        <p:nvSpPr>
          <p:cNvPr id="969" name="Google Shape;969;p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Quattrocento Sans"/>
              <a:buNone/>
            </a:pPr>
            <a:fld id="{00000000-1234-1234-1234-123412341234}" type="slidenum">
              <a:rPr lang="en-US" sz="1200" b="0" i="0" u="none" strike="noStrike" cap="none">
                <a:solidFill>
                  <a:srgbClr val="000000"/>
                </a:solidFill>
                <a:latin typeface="Quattrocento Sans"/>
                <a:ea typeface="Quattrocento Sans"/>
                <a:cs typeface="Quattrocento Sans"/>
                <a:sym typeface="Quattrocento Sans"/>
              </a:rPr>
              <a:t>5</a:t>
            </a:fld>
            <a:endParaRPr sz="1200" b="0" i="0" u="none" strike="noStrike" cap="none">
              <a:solidFill>
                <a:srgbClr val="000000"/>
              </a:solidFill>
              <a:latin typeface="Quattrocento Sans"/>
              <a:ea typeface="Quattrocento Sans"/>
              <a:cs typeface="Quattrocento Sans"/>
              <a:sym typeface="Quattrocento Sans"/>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4"/>
        <p:cNvGrpSpPr/>
        <p:nvPr/>
      </p:nvGrpSpPr>
      <p:grpSpPr>
        <a:xfrm>
          <a:off x="0" y="0"/>
          <a:ext cx="0" cy="0"/>
          <a:chOff x="0" y="0"/>
          <a:chExt cx="0" cy="0"/>
        </a:xfrm>
      </p:grpSpPr>
      <p:sp>
        <p:nvSpPr>
          <p:cNvPr id="985" name="Google Shape;985;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86" name="Google Shape;986;p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 Korrie</a:t>
            </a:r>
            <a:endParaRPr/>
          </a:p>
          <a:p>
            <a:pPr marL="0" lvl="0" indent="0" algn="l" rtl="0">
              <a:spcBef>
                <a:spcPts val="0"/>
              </a:spcBef>
              <a:spcAft>
                <a:spcPts val="0"/>
              </a:spcAft>
              <a:buNone/>
            </a:pPr>
            <a:r>
              <a:rPr lang="en-US"/>
              <a:t>updated 7/21</a:t>
            </a:r>
            <a:endParaRPr/>
          </a:p>
          <a:p>
            <a:pPr marL="0" lvl="0" indent="0" algn="l" rtl="0">
              <a:spcBef>
                <a:spcPts val="0"/>
              </a:spcBef>
              <a:spcAft>
                <a:spcPts val="0"/>
              </a:spcAft>
              <a:buNone/>
            </a:pPr>
            <a:endParaRPr/>
          </a:p>
        </p:txBody>
      </p:sp>
      <p:sp>
        <p:nvSpPr>
          <p:cNvPr id="987" name="Google Shape;987;p7:notes"/>
          <p:cNvSpPr txBox="1">
            <a:spLocks noGrp="1"/>
          </p:cNvSpPr>
          <p:nvPr>
            <p:ph type="hdr" idx="3"/>
          </p:nvPr>
        </p:nvSpPr>
        <p:spPr>
          <a:xfrm>
            <a:off x="0" y="0"/>
            <a:ext cx="2971800" cy="458788"/>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Calibri"/>
              <a:buNone/>
            </a:pPr>
            <a:endParaRPr sz="1200" b="0" i="0" u="none" strike="noStrike" cap="none">
              <a:solidFill>
                <a:srgbClr val="000000"/>
              </a:solidFill>
              <a:latin typeface="Quattrocento Sans"/>
              <a:ea typeface="Quattrocento Sans"/>
              <a:cs typeface="Quattrocento Sans"/>
              <a:sym typeface="Quattrocento Sans"/>
            </a:endParaRPr>
          </a:p>
        </p:txBody>
      </p:sp>
      <p:sp>
        <p:nvSpPr>
          <p:cNvPr id="988" name="Google Shape;988;p7:notes"/>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p>
            <a:pPr marL="571500" marR="0" lvl="0" indent="0" algn="l" rtl="0">
              <a:lnSpc>
                <a:spcPct val="100000"/>
              </a:lnSpc>
              <a:spcBef>
                <a:spcPts val="0"/>
              </a:spcBef>
              <a:spcAft>
                <a:spcPts val="0"/>
              </a:spcAft>
              <a:buClr>
                <a:srgbClr val="000000"/>
              </a:buClr>
              <a:buSzPts val="400"/>
              <a:buFont typeface="Quattrocento Sans"/>
              <a:buNone/>
            </a:pPr>
            <a:r>
              <a:rPr lang="en-US" sz="400" b="0" i="0" u="none" strike="noStrike" cap="none">
                <a:solidFill>
                  <a:srgbClr val="000000"/>
                </a:solidFill>
                <a:latin typeface="Quattrocento Sans"/>
                <a:ea typeface="Quattrocento Sans"/>
                <a:cs typeface="Quattrocento Sans"/>
                <a:sym typeface="Quattrocento Sans"/>
              </a:rPr>
              <a:t>© Microsoft Corporation. All rights reserved. MICROSOFT MAKES NO WARRANTIES, EXPRESS, IMPLIED OR STATUTORY, AS TO THE INFORMATION IN THIS PRESENTATION.</a:t>
            </a:r>
            <a:endParaRPr/>
          </a:p>
        </p:txBody>
      </p:sp>
      <p:sp>
        <p:nvSpPr>
          <p:cNvPr id="989" name="Google Shape;989;p7:notes"/>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p>
            <a:pPr marL="0" marR="0" lvl="0" indent="0" algn="r" rtl="0">
              <a:lnSpc>
                <a:spcPct val="100000"/>
              </a:lnSpc>
              <a:spcBef>
                <a:spcPts val="0"/>
              </a:spcBef>
              <a:spcAft>
                <a:spcPts val="0"/>
              </a:spcAft>
              <a:buClr>
                <a:srgbClr val="000000"/>
              </a:buClr>
              <a:buSzPts val="1200"/>
              <a:buFont typeface="Quattrocento Sans"/>
              <a:buNone/>
            </a:pPr>
            <a:r>
              <a:rPr lang="en-US" sz="1200" b="0" i="0" u="none" strike="noStrike" cap="none">
                <a:solidFill>
                  <a:srgbClr val="000000"/>
                </a:solidFill>
                <a:latin typeface="Quattrocento Sans"/>
                <a:ea typeface="Quattrocento Sans"/>
                <a:cs typeface="Quattrocento Sans"/>
                <a:sym typeface="Quattrocento Sans"/>
              </a:rPr>
              <a:t>9/26/2025 7:25 PM</a:t>
            </a:r>
            <a:endParaRPr sz="1200" b="0" i="0" u="none" strike="noStrike" cap="none">
              <a:solidFill>
                <a:srgbClr val="000000"/>
              </a:solidFill>
              <a:latin typeface="Quattrocento Sans"/>
              <a:ea typeface="Quattrocento Sans"/>
              <a:cs typeface="Quattrocento Sans"/>
              <a:sym typeface="Quattrocento Sans"/>
            </a:endParaRPr>
          </a:p>
        </p:txBody>
      </p:sp>
      <p:sp>
        <p:nvSpPr>
          <p:cNvPr id="990" name="Google Shape;990;p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Quattrocento Sans"/>
              <a:buNone/>
            </a:pPr>
            <a:fld id="{00000000-1234-1234-1234-123412341234}" type="slidenum">
              <a:rPr lang="en-US" sz="1200" b="0" i="0" u="none" strike="noStrike" cap="none">
                <a:solidFill>
                  <a:srgbClr val="000000"/>
                </a:solidFill>
                <a:latin typeface="Quattrocento Sans"/>
                <a:ea typeface="Quattrocento Sans"/>
                <a:cs typeface="Quattrocento Sans"/>
                <a:sym typeface="Quattrocento Sans"/>
              </a:rPr>
              <a:t>6</a:t>
            </a:fld>
            <a:endParaRPr sz="1200" b="0" i="0" u="none" strike="noStrike" cap="none">
              <a:solidFill>
                <a:srgbClr val="000000"/>
              </a:solidFill>
              <a:latin typeface="Quattrocento Sans"/>
              <a:ea typeface="Quattrocento Sans"/>
              <a:cs typeface="Quattrocento Sans"/>
              <a:sym typeface="Quattrocento Sans"/>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image" Target="../media/image7.jpg"/><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image" Target="../media/image4.jpg"/><Relationship Id="rId1" Type="http://schemas.openxmlformats.org/officeDocument/2006/relationships/slideMaster" Target="../slideMasters/slideMaster1.xml"/><Relationship Id="rId4" Type="http://schemas.openxmlformats.org/officeDocument/2006/relationships/image" Target="../media/image10.jpg"/></Relationships>
</file>

<file path=ppt/slideLayouts/_rels/slideLayout57.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image" Target="../media/image4.jpg"/><Relationship Id="rId1" Type="http://schemas.openxmlformats.org/officeDocument/2006/relationships/slideMaster" Target="../slideMasters/slideMaster1.xml"/><Relationship Id="rId5" Type="http://schemas.openxmlformats.org/officeDocument/2006/relationships/image" Target="../media/image11.jpg"/><Relationship Id="rId4" Type="http://schemas.openxmlformats.org/officeDocument/2006/relationships/image" Target="../media/image10.jpg"/></Relationships>
</file>

<file path=ppt/slideLayouts/_rels/slideLayout58.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image" Target="../media/image12.jpg"/><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image" Target="../media/image14.jpg"/><Relationship Id="rId1" Type="http://schemas.openxmlformats.org/officeDocument/2006/relationships/slideMaster" Target="../slideMasters/slideMaster1.xml"/><Relationship Id="rId4" Type="http://schemas.openxmlformats.org/officeDocument/2006/relationships/image" Target="../media/image16.jpg"/></Relationships>
</file>

<file path=ppt/slideLayouts/_rels/slideLayout60.xml.rels><?xml version="1.0" encoding="UTF-8" standalone="yes"?>
<Relationships xmlns="http://schemas.openxmlformats.org/package/2006/relationships"><Relationship Id="rId3" Type="http://schemas.openxmlformats.org/officeDocument/2006/relationships/image" Target="../media/image18.jpg"/><Relationship Id="rId2" Type="http://schemas.openxmlformats.org/officeDocument/2006/relationships/image" Target="../media/image17.jpg"/><Relationship Id="rId1" Type="http://schemas.openxmlformats.org/officeDocument/2006/relationships/slideMaster" Target="../slideMasters/slideMaster1.xml"/><Relationship Id="rId5" Type="http://schemas.openxmlformats.org/officeDocument/2006/relationships/image" Target="../media/image20.jpg"/><Relationship Id="rId4" Type="http://schemas.openxmlformats.org/officeDocument/2006/relationships/image" Target="../media/image19.jpg"/></Relationships>
</file>

<file path=ppt/slideLayouts/_rels/slideLayout61.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image" Target="../media/image4.jpg"/><Relationship Id="rId1" Type="http://schemas.openxmlformats.org/officeDocument/2006/relationships/slideMaster" Target="../slideMasters/slideMaster1.xml"/><Relationship Id="rId6" Type="http://schemas.openxmlformats.org/officeDocument/2006/relationships/image" Target="../media/image21.jpg"/><Relationship Id="rId5" Type="http://schemas.openxmlformats.org/officeDocument/2006/relationships/image" Target="../media/image11.jpg"/><Relationship Id="rId4" Type="http://schemas.openxmlformats.org/officeDocument/2006/relationships/image" Target="../media/image10.jpg"/></Relationships>
</file>

<file path=ppt/slideLayouts/_rels/slideLayout62.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image" Target="../media/image4.jpg"/><Relationship Id="rId1" Type="http://schemas.openxmlformats.org/officeDocument/2006/relationships/slideMaster" Target="../slideMasters/slideMaster1.xml"/><Relationship Id="rId4" Type="http://schemas.openxmlformats.org/officeDocument/2006/relationships/image" Target="../media/image10.jpg"/></Relationships>
</file>

<file path=ppt/slideLayouts/_rels/slideLayout63.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image" Target="../media/image4.jpg"/><Relationship Id="rId1" Type="http://schemas.openxmlformats.org/officeDocument/2006/relationships/slideMaster" Target="../slideMasters/slideMaster1.xml"/><Relationship Id="rId5" Type="http://schemas.openxmlformats.org/officeDocument/2006/relationships/image" Target="../media/image11.jpg"/><Relationship Id="rId4" Type="http://schemas.openxmlformats.org/officeDocument/2006/relationships/image" Target="../media/image10.jpg"/></Relationships>
</file>

<file path=ppt/slideLayouts/_rels/slideLayout64.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image" Target="../media/image4.jpg"/><Relationship Id="rId1" Type="http://schemas.openxmlformats.org/officeDocument/2006/relationships/slideMaster" Target="../slideMasters/slideMaster1.xml"/><Relationship Id="rId6" Type="http://schemas.openxmlformats.org/officeDocument/2006/relationships/image" Target="../media/image21.jpg"/><Relationship Id="rId5" Type="http://schemas.openxmlformats.org/officeDocument/2006/relationships/image" Target="../media/image11.jpg"/><Relationship Id="rId4" Type="http://schemas.openxmlformats.org/officeDocument/2006/relationships/image" Target="../media/image10.jpg"/></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4.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23.png"/></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1.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mp; Non-bulleted text">
  <p:cSld name="Title &amp; Non-bulleted text">
    <p:spTree>
      <p:nvGrpSpPr>
        <p:cNvPr id="1" name="Shape 14"/>
        <p:cNvGrpSpPr/>
        <p:nvPr/>
      </p:nvGrpSpPr>
      <p:grpSpPr>
        <a:xfrm>
          <a:off x="0" y="0"/>
          <a:ext cx="0" cy="0"/>
          <a:chOff x="0" y="0"/>
          <a:chExt cx="0" cy="0"/>
        </a:xfrm>
      </p:grpSpPr>
      <p:sp>
        <p:nvSpPr>
          <p:cNvPr id="15" name="Google Shape;15;p2"/>
          <p:cNvSpPr txBox="1">
            <a:spLocks noGrp="1"/>
          </p:cNvSpPr>
          <p:nvPr>
            <p:ph type="title"/>
          </p:nvPr>
        </p:nvSpPr>
        <p:spPr>
          <a:xfrm>
            <a:off x="588263" y="457200"/>
            <a:ext cx="11018520" cy="553998"/>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6" name="Google Shape;16;p2"/>
          <p:cNvSpPr txBox="1">
            <a:spLocks noGrp="1"/>
          </p:cNvSpPr>
          <p:nvPr>
            <p:ph type="body" idx="1"/>
          </p:nvPr>
        </p:nvSpPr>
        <p:spPr>
          <a:xfrm>
            <a:off x="586390" y="1434370"/>
            <a:ext cx="11018520" cy="2308324"/>
          </a:xfrm>
          <a:prstGeom prst="rect">
            <a:avLst/>
          </a:prstGeom>
          <a:noFill/>
          <a:ln>
            <a:noFill/>
          </a:ln>
        </p:spPr>
        <p:txBody>
          <a:bodyPr spcFirstLastPara="1" wrap="square" lIns="0" tIns="0" rIns="0" bIns="0" anchor="t" anchorCtr="0">
            <a:spAutoFit/>
          </a:bodyPr>
          <a:lstStyle>
            <a:lvl1pPr marL="457200" lvl="0" indent="-228600" algn="l">
              <a:lnSpc>
                <a:spcPct val="100000"/>
              </a:lnSpc>
              <a:spcBef>
                <a:spcPts val="560"/>
              </a:spcBef>
              <a:spcAft>
                <a:spcPts val="0"/>
              </a:spcAft>
              <a:buClr>
                <a:schemeClr val="dk1"/>
              </a:buClr>
              <a:buSzPts val="2520"/>
              <a:buNone/>
              <a:defRPr/>
            </a:lvl1pPr>
            <a:lvl2pPr marL="914400" lvl="1" indent="-228600" algn="l">
              <a:lnSpc>
                <a:spcPct val="100000"/>
              </a:lnSpc>
              <a:spcBef>
                <a:spcPts val="400"/>
              </a:spcBef>
              <a:spcAft>
                <a:spcPts val="0"/>
              </a:spcAft>
              <a:buClr>
                <a:schemeClr val="dk1"/>
              </a:buClr>
              <a:buSzPts val="1800"/>
              <a:buNone/>
              <a:defRPr/>
            </a:lvl2pPr>
            <a:lvl3pPr marL="1371600" lvl="2" indent="-228600" algn="l">
              <a:lnSpc>
                <a:spcPct val="100000"/>
              </a:lnSpc>
              <a:spcBef>
                <a:spcPts val="320"/>
              </a:spcBef>
              <a:spcAft>
                <a:spcPts val="0"/>
              </a:spcAft>
              <a:buClr>
                <a:schemeClr val="dk1"/>
              </a:buClr>
              <a:buSzPts val="1440"/>
              <a:buNone/>
              <a:defRPr/>
            </a:lvl3pPr>
            <a:lvl4pPr marL="1828800" lvl="3" indent="-228600" algn="l">
              <a:lnSpc>
                <a:spcPct val="100000"/>
              </a:lnSpc>
              <a:spcBef>
                <a:spcPts val="280"/>
              </a:spcBef>
              <a:spcAft>
                <a:spcPts val="0"/>
              </a:spcAft>
              <a:buClr>
                <a:schemeClr val="dk1"/>
              </a:buClr>
              <a:buSzPts val="1260"/>
              <a:buNone/>
              <a:defRPr/>
            </a:lvl4pPr>
            <a:lvl5pPr marL="2286000" lvl="4" indent="-228600" algn="l">
              <a:lnSpc>
                <a:spcPct val="100000"/>
              </a:lnSpc>
              <a:spcBef>
                <a:spcPts val="280"/>
              </a:spcBef>
              <a:spcAft>
                <a:spcPts val="0"/>
              </a:spcAft>
              <a:buClr>
                <a:schemeClr val="dk1"/>
              </a:buClr>
              <a:buSzPts val="1260"/>
              <a:buNone/>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Tree>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905">
          <p15:clr>
            <a:srgbClr val="5ACBF0"/>
          </p15:clr>
        </p15:guide>
        <p15:guide id="3" orient="horz" pos="1272">
          <p15:clr>
            <a:srgbClr val="5ACBF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Header Background Two Column Bullet text">
  <p:cSld name="Header Background Two Column Bullet text">
    <p:spTree>
      <p:nvGrpSpPr>
        <p:cNvPr id="1" name="Shape 17"/>
        <p:cNvGrpSpPr/>
        <p:nvPr/>
      </p:nvGrpSpPr>
      <p:grpSpPr>
        <a:xfrm>
          <a:off x="0" y="0"/>
          <a:ext cx="0" cy="0"/>
          <a:chOff x="0" y="0"/>
          <a:chExt cx="0" cy="0"/>
        </a:xfrm>
      </p:grpSpPr>
      <p:sp>
        <p:nvSpPr>
          <p:cNvPr id="18" name="Google Shape;18;p3"/>
          <p:cNvSpPr/>
          <p:nvPr/>
        </p:nvSpPr>
        <p:spPr>
          <a:xfrm>
            <a:off x="1" y="0"/>
            <a:ext cx="12192000" cy="1439693"/>
          </a:xfrm>
          <a:prstGeom prst="rect">
            <a:avLst/>
          </a:prstGeom>
          <a:solidFill>
            <a:schemeClr val="dk2"/>
          </a:solidFill>
          <a:ln>
            <a:noFill/>
          </a:ln>
        </p:spPr>
        <p:txBody>
          <a:bodyPr spcFirstLastPara="1" wrap="square" lIns="182875" tIns="146300" rIns="182875" bIns="146300" anchor="t" anchorCtr="0">
            <a:noAutofit/>
          </a:bodyPr>
          <a:lstStyle/>
          <a:p>
            <a:pPr marL="0" marR="0" lvl="0" indent="0" algn="l" rtl="0">
              <a:spcBef>
                <a:spcPts val="0"/>
              </a:spcBef>
              <a:spcAft>
                <a:spcPts val="0"/>
              </a:spcAft>
              <a:buNone/>
            </a:pPr>
            <a:endParaRPr sz="2000">
              <a:solidFill>
                <a:srgbClr val="FFFFFF"/>
              </a:solidFill>
              <a:latin typeface="Quattrocento Sans"/>
              <a:ea typeface="Quattrocento Sans"/>
              <a:cs typeface="Quattrocento Sans"/>
              <a:sym typeface="Quattrocento Sans"/>
            </a:endParaRPr>
          </a:p>
        </p:txBody>
      </p:sp>
      <p:sp>
        <p:nvSpPr>
          <p:cNvPr id="19" name="Google Shape;19;p3"/>
          <p:cNvSpPr txBox="1">
            <a:spLocks noGrp="1"/>
          </p:cNvSpPr>
          <p:nvPr>
            <p:ph type="title"/>
          </p:nvPr>
        </p:nvSpPr>
        <p:spPr>
          <a:xfrm>
            <a:off x="588263" y="457200"/>
            <a:ext cx="11018520" cy="553998"/>
          </a:xfrm>
          <a:prstGeom prst="rect">
            <a:avLst/>
          </a:prstGeom>
          <a:noFill/>
          <a:ln>
            <a:noFill/>
          </a:ln>
        </p:spPr>
        <p:txBody>
          <a:bodyPr spcFirstLastPara="1" wrap="square" lIns="0" tIns="0" rIns="0" bIns="0" anchor="ctr" anchorCtr="0">
            <a:spAutoFit/>
          </a:bodyPr>
          <a:lstStyle>
            <a:lvl1pPr lvl="0" algn="l">
              <a:lnSpc>
                <a:spcPct val="100000"/>
              </a:lnSpc>
              <a:spcBef>
                <a:spcPts val="0"/>
              </a:spcBef>
              <a:spcAft>
                <a:spcPts val="0"/>
              </a:spcAft>
              <a:buClr>
                <a:schemeClr val="accent3"/>
              </a:buClr>
              <a:buSzPts val="3600"/>
              <a:buFont typeface="Quattrocento Sans"/>
              <a:buNone/>
              <a:defRPr>
                <a:solidFill>
                  <a:schemeClr val="accent3"/>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0" name="Google Shape;20;p3"/>
          <p:cNvSpPr txBox="1">
            <a:spLocks noGrp="1"/>
          </p:cNvSpPr>
          <p:nvPr>
            <p:ph type="body" idx="1"/>
          </p:nvPr>
        </p:nvSpPr>
        <p:spPr>
          <a:xfrm>
            <a:off x="584200" y="1844674"/>
            <a:ext cx="5211763" cy="4424363"/>
          </a:xfrm>
          <a:prstGeom prst="rect">
            <a:avLst/>
          </a:prstGeom>
          <a:noFill/>
          <a:ln>
            <a:noFill/>
          </a:ln>
        </p:spPr>
        <p:txBody>
          <a:bodyPr spcFirstLastPara="1" wrap="square" lIns="0" tIns="0" rIns="0" bIns="0" anchor="t" anchorCtr="0">
            <a:spAutoFit/>
          </a:bodyPr>
          <a:lstStyle>
            <a:lvl1pPr marL="457200" lvl="0" indent="-331470" algn="l">
              <a:lnSpc>
                <a:spcPct val="100000"/>
              </a:lnSpc>
              <a:spcBef>
                <a:spcPts val="360"/>
              </a:spcBef>
              <a:spcAft>
                <a:spcPts val="0"/>
              </a:spcAft>
              <a:buClr>
                <a:schemeClr val="dk1"/>
              </a:buClr>
              <a:buSzPts val="1620"/>
              <a:buChar char="·"/>
              <a:defRPr/>
            </a:lvl1pPr>
            <a:lvl2pPr marL="914400" lvl="1" indent="-331469" algn="l">
              <a:lnSpc>
                <a:spcPct val="100000"/>
              </a:lnSpc>
              <a:spcBef>
                <a:spcPts val="360"/>
              </a:spcBef>
              <a:spcAft>
                <a:spcPts val="0"/>
              </a:spcAft>
              <a:buClr>
                <a:schemeClr val="dk1"/>
              </a:buClr>
              <a:buSzPts val="1620"/>
              <a:buChar char="·"/>
              <a:defRPr/>
            </a:lvl2pPr>
            <a:lvl3pPr marL="1371600" lvl="2" indent="-331469" algn="l">
              <a:lnSpc>
                <a:spcPct val="100000"/>
              </a:lnSpc>
              <a:spcBef>
                <a:spcPts val="360"/>
              </a:spcBef>
              <a:spcAft>
                <a:spcPts val="0"/>
              </a:spcAft>
              <a:buClr>
                <a:schemeClr val="dk1"/>
              </a:buClr>
              <a:buSzPts val="1620"/>
              <a:buChar char="·"/>
              <a:defRPr/>
            </a:lvl3pPr>
            <a:lvl4pPr marL="1828800" lvl="3" indent="-331469" algn="l">
              <a:lnSpc>
                <a:spcPct val="100000"/>
              </a:lnSpc>
              <a:spcBef>
                <a:spcPts val="360"/>
              </a:spcBef>
              <a:spcAft>
                <a:spcPts val="0"/>
              </a:spcAft>
              <a:buClr>
                <a:schemeClr val="dk1"/>
              </a:buClr>
              <a:buSzPts val="1620"/>
              <a:buChar char="·"/>
              <a:defRPr/>
            </a:lvl4pPr>
            <a:lvl5pPr marL="2286000" lvl="4" indent="-331470" algn="l">
              <a:lnSpc>
                <a:spcPct val="100000"/>
              </a:lnSpc>
              <a:spcBef>
                <a:spcPts val="360"/>
              </a:spcBef>
              <a:spcAft>
                <a:spcPts val="0"/>
              </a:spcAft>
              <a:buClr>
                <a:schemeClr val="dk1"/>
              </a:buClr>
              <a:buSzPts val="162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1" name="Google Shape;21;p3"/>
          <p:cNvSpPr txBox="1">
            <a:spLocks noGrp="1"/>
          </p:cNvSpPr>
          <p:nvPr>
            <p:ph type="body" idx="2"/>
          </p:nvPr>
        </p:nvSpPr>
        <p:spPr>
          <a:xfrm>
            <a:off x="6389688" y="1844674"/>
            <a:ext cx="5219700" cy="4424363"/>
          </a:xfrm>
          <a:prstGeom prst="rect">
            <a:avLst/>
          </a:prstGeom>
          <a:noFill/>
          <a:ln>
            <a:noFill/>
          </a:ln>
        </p:spPr>
        <p:txBody>
          <a:bodyPr spcFirstLastPara="1" wrap="square" lIns="0" tIns="0" rIns="0" bIns="0" anchor="t" anchorCtr="0">
            <a:spAutoFit/>
          </a:bodyPr>
          <a:lstStyle>
            <a:lvl1pPr marL="457200" lvl="0" indent="-331470" algn="l">
              <a:lnSpc>
                <a:spcPct val="100000"/>
              </a:lnSpc>
              <a:spcBef>
                <a:spcPts val="360"/>
              </a:spcBef>
              <a:spcAft>
                <a:spcPts val="0"/>
              </a:spcAft>
              <a:buClr>
                <a:schemeClr val="dk1"/>
              </a:buClr>
              <a:buSzPts val="1620"/>
              <a:buChar char="·"/>
              <a:defRPr/>
            </a:lvl1pPr>
            <a:lvl2pPr marL="914400" lvl="1" indent="-331469" algn="l">
              <a:lnSpc>
                <a:spcPct val="100000"/>
              </a:lnSpc>
              <a:spcBef>
                <a:spcPts val="360"/>
              </a:spcBef>
              <a:spcAft>
                <a:spcPts val="0"/>
              </a:spcAft>
              <a:buClr>
                <a:schemeClr val="dk1"/>
              </a:buClr>
              <a:buSzPts val="1620"/>
              <a:buChar char="·"/>
              <a:defRPr/>
            </a:lvl2pPr>
            <a:lvl3pPr marL="1371600" lvl="2" indent="-331469" algn="l">
              <a:lnSpc>
                <a:spcPct val="100000"/>
              </a:lnSpc>
              <a:spcBef>
                <a:spcPts val="360"/>
              </a:spcBef>
              <a:spcAft>
                <a:spcPts val="0"/>
              </a:spcAft>
              <a:buClr>
                <a:schemeClr val="dk1"/>
              </a:buClr>
              <a:buSzPts val="1620"/>
              <a:buChar char="·"/>
              <a:defRPr/>
            </a:lvl3pPr>
            <a:lvl4pPr marL="1828800" lvl="3" indent="-331469" algn="l">
              <a:lnSpc>
                <a:spcPct val="100000"/>
              </a:lnSpc>
              <a:spcBef>
                <a:spcPts val="360"/>
              </a:spcBef>
              <a:spcAft>
                <a:spcPts val="0"/>
              </a:spcAft>
              <a:buClr>
                <a:schemeClr val="dk1"/>
              </a:buClr>
              <a:buSzPts val="1620"/>
              <a:buChar char="·"/>
              <a:defRPr/>
            </a:lvl4pPr>
            <a:lvl5pPr marL="2286000" lvl="4" indent="-331470" algn="l">
              <a:lnSpc>
                <a:spcPct val="100000"/>
              </a:lnSpc>
              <a:spcBef>
                <a:spcPts val="360"/>
              </a:spcBef>
              <a:spcAft>
                <a:spcPts val="0"/>
              </a:spcAft>
              <a:buClr>
                <a:schemeClr val="dk1"/>
              </a:buClr>
              <a:buSzPts val="162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2" name="Google Shape;22;p3"/>
          <p:cNvSpPr txBox="1"/>
          <p:nvPr/>
        </p:nvSpPr>
        <p:spPr>
          <a:xfrm>
            <a:off x="12355721" y="-203944"/>
            <a:ext cx="577081" cy="153888"/>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00">
                <a:solidFill>
                  <a:srgbClr val="A3A3A3"/>
                </a:solidFill>
                <a:latin typeface="Quattrocento Sans"/>
                <a:ea typeface="Quattrocento Sans"/>
                <a:cs typeface="Quattrocento Sans"/>
                <a:sym typeface="Quattrocento Sans"/>
              </a:rPr>
              <a:t>ELT layout</a:t>
            </a:r>
            <a:endParaRPr/>
          </a:p>
        </p:txBody>
      </p:sp>
    </p:spTree>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162">
          <p15:clr>
            <a:srgbClr val="5ACBF0"/>
          </p15:clr>
        </p15:guide>
        <p15:guide id="3" orient="horz" pos="904">
          <p15:clr>
            <a:srgbClr val="5ACBF0"/>
          </p15:clr>
        </p15:guide>
        <p15:guide id="4" pos="3660">
          <p15:clr>
            <a:srgbClr val="5ACBF0"/>
          </p15:clr>
        </p15:guide>
        <p15:guide id="5" pos="4024">
          <p15:clr>
            <a:srgbClr val="5ACBF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square photo">
  <p:cSld name="Title square photo">
    <p:bg>
      <p:bgPr>
        <a:solidFill>
          <a:schemeClr val="dk2"/>
        </a:solidFill>
        <a:effectLst/>
      </p:bgPr>
    </p:bg>
    <p:spTree>
      <p:nvGrpSpPr>
        <p:cNvPr id="1" name="Shape 23"/>
        <p:cNvGrpSpPr/>
        <p:nvPr/>
      </p:nvGrpSpPr>
      <p:grpSpPr>
        <a:xfrm>
          <a:off x="0" y="0"/>
          <a:ext cx="0" cy="0"/>
          <a:chOff x="0" y="0"/>
          <a:chExt cx="0" cy="0"/>
        </a:xfrm>
      </p:grpSpPr>
      <p:sp>
        <p:nvSpPr>
          <p:cNvPr id="24" name="Google Shape;24;p4"/>
          <p:cNvSpPr txBox="1">
            <a:spLocks noGrp="1"/>
          </p:cNvSpPr>
          <p:nvPr>
            <p:ph type="title"/>
          </p:nvPr>
        </p:nvSpPr>
        <p:spPr>
          <a:xfrm>
            <a:off x="588263" y="2425541"/>
            <a:ext cx="4167887" cy="1107996"/>
          </a:xfrm>
          <a:prstGeom prst="rect">
            <a:avLst/>
          </a:prstGeom>
          <a:noFill/>
          <a:ln>
            <a:noFill/>
          </a:ln>
        </p:spPr>
        <p:txBody>
          <a:bodyPr spcFirstLastPara="1" wrap="square" lIns="0" tIns="0" rIns="0" bIns="0" anchor="b" anchorCtr="0">
            <a:spAutoFit/>
          </a:bodyPr>
          <a:lstStyle>
            <a:lvl1pPr lvl="0" algn="l">
              <a:lnSpc>
                <a:spcPct val="100000"/>
              </a:lnSpc>
              <a:spcBef>
                <a:spcPts val="0"/>
              </a:spcBef>
              <a:spcAft>
                <a:spcPts val="0"/>
              </a:spcAft>
              <a:buClr>
                <a:schemeClr val="accent3"/>
              </a:buClr>
              <a:buSzPts val="3600"/>
              <a:buFont typeface="Quattrocento Sans"/>
              <a:buNone/>
              <a:defRPr>
                <a:solidFill>
                  <a:schemeClr val="accent3"/>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4"/>
          <p:cNvSpPr txBox="1">
            <a:spLocks noGrp="1"/>
          </p:cNvSpPr>
          <p:nvPr>
            <p:ph type="body" idx="1"/>
          </p:nvPr>
        </p:nvSpPr>
        <p:spPr>
          <a:xfrm>
            <a:off x="582042" y="3962400"/>
            <a:ext cx="4164583" cy="338554"/>
          </a:xfrm>
          <a:prstGeom prst="rect">
            <a:avLst/>
          </a:prstGeom>
          <a:noFill/>
          <a:ln>
            <a:noFill/>
          </a:ln>
        </p:spPr>
        <p:txBody>
          <a:bodyPr spcFirstLastPara="1" wrap="square" lIns="0" tIns="0" rIns="0" bIns="0" anchor="t" anchorCtr="0">
            <a:spAutoFit/>
          </a:bodyPr>
          <a:lstStyle>
            <a:lvl1pPr marL="457200" lvl="0" indent="-228600" algn="l">
              <a:lnSpc>
                <a:spcPct val="100000"/>
              </a:lnSpc>
              <a:spcBef>
                <a:spcPts val="0"/>
              </a:spcBef>
              <a:spcAft>
                <a:spcPts val="0"/>
              </a:spcAft>
              <a:buClr>
                <a:schemeClr val="lt1"/>
              </a:buClr>
              <a:buSzPts val="1980"/>
              <a:buNone/>
              <a:defRPr sz="2200">
                <a:solidFill>
                  <a:schemeClr val="lt1"/>
                </a:solidFill>
                <a:latin typeface="Quattrocento Sans"/>
                <a:ea typeface="Quattrocento Sans"/>
                <a:cs typeface="Quattrocento Sans"/>
                <a:sym typeface="Quattrocento Sans"/>
              </a:defRPr>
            </a:lvl1pPr>
            <a:lvl2pPr marL="914400" lvl="1" indent="-331469" algn="l">
              <a:lnSpc>
                <a:spcPct val="100000"/>
              </a:lnSpc>
              <a:spcBef>
                <a:spcPts val="360"/>
              </a:spcBef>
              <a:spcAft>
                <a:spcPts val="0"/>
              </a:spcAft>
              <a:buClr>
                <a:schemeClr val="lt1"/>
              </a:buClr>
              <a:buSzPts val="1620"/>
              <a:buChar char="·"/>
              <a:defRPr/>
            </a:lvl2pPr>
            <a:lvl3pPr marL="1371600" lvl="2" indent="-331469" algn="l">
              <a:lnSpc>
                <a:spcPct val="100000"/>
              </a:lnSpc>
              <a:spcBef>
                <a:spcPts val="360"/>
              </a:spcBef>
              <a:spcAft>
                <a:spcPts val="0"/>
              </a:spcAft>
              <a:buClr>
                <a:schemeClr val="lt1"/>
              </a:buClr>
              <a:buSzPts val="1620"/>
              <a:buChar char="·"/>
              <a:defRPr/>
            </a:lvl3pPr>
            <a:lvl4pPr marL="1828800" lvl="3" indent="-331469" algn="l">
              <a:lnSpc>
                <a:spcPct val="100000"/>
              </a:lnSpc>
              <a:spcBef>
                <a:spcPts val="360"/>
              </a:spcBef>
              <a:spcAft>
                <a:spcPts val="0"/>
              </a:spcAft>
              <a:buClr>
                <a:schemeClr val="lt1"/>
              </a:buClr>
              <a:buSzPts val="1620"/>
              <a:buChar char="·"/>
              <a:defRPr/>
            </a:lvl4pPr>
            <a:lvl5pPr marL="2286000" lvl="4" indent="-331470" algn="l">
              <a:lnSpc>
                <a:spcPct val="100000"/>
              </a:lnSpc>
              <a:spcBef>
                <a:spcPts val="360"/>
              </a:spcBef>
              <a:spcAft>
                <a:spcPts val="0"/>
              </a:spcAft>
              <a:buClr>
                <a:schemeClr val="lt1"/>
              </a:buClr>
              <a:buSzPts val="1620"/>
              <a:buChar char="·"/>
              <a:defRPr/>
            </a:lvl5pPr>
            <a:lvl6pPr marL="2743200" lvl="5" indent="-342900" algn="l">
              <a:spcBef>
                <a:spcPts val="360"/>
              </a:spcBef>
              <a:spcAft>
                <a:spcPts val="0"/>
              </a:spcAft>
              <a:buClr>
                <a:schemeClr val="lt1"/>
              </a:buClr>
              <a:buSzPts val="1800"/>
              <a:buChar char="•"/>
              <a:defRPr/>
            </a:lvl6pPr>
            <a:lvl7pPr marL="3200400" lvl="6" indent="-342900" algn="l">
              <a:spcBef>
                <a:spcPts val="360"/>
              </a:spcBef>
              <a:spcAft>
                <a:spcPts val="0"/>
              </a:spcAft>
              <a:buClr>
                <a:schemeClr val="lt1"/>
              </a:buClr>
              <a:buSzPts val="1800"/>
              <a:buChar char="•"/>
              <a:defRPr/>
            </a:lvl7pPr>
            <a:lvl8pPr marL="3657600" lvl="7" indent="-342900" algn="l">
              <a:spcBef>
                <a:spcPts val="360"/>
              </a:spcBef>
              <a:spcAft>
                <a:spcPts val="0"/>
              </a:spcAft>
              <a:buClr>
                <a:schemeClr val="lt1"/>
              </a:buClr>
              <a:buSzPts val="1800"/>
              <a:buChar char="•"/>
              <a:defRPr/>
            </a:lvl8pPr>
            <a:lvl9pPr marL="4114800" lvl="8" indent="-342900" algn="l">
              <a:spcBef>
                <a:spcPts val="360"/>
              </a:spcBef>
              <a:spcAft>
                <a:spcPts val="0"/>
              </a:spcAft>
              <a:buClr>
                <a:schemeClr val="lt1"/>
              </a:buClr>
              <a:buSzPts val="1800"/>
              <a:buChar char="•"/>
              <a:defRPr/>
            </a:lvl9pPr>
          </a:lstStyle>
          <a:p>
            <a:endParaRPr/>
          </a:p>
        </p:txBody>
      </p:sp>
      <p:pic>
        <p:nvPicPr>
          <p:cNvPr id="26" name="Google Shape;26;p4" descr="Microsoft logo white text version"/>
          <p:cNvPicPr preferRelativeResize="0"/>
          <p:nvPr/>
        </p:nvPicPr>
        <p:blipFill rotWithShape="1">
          <a:blip r:embed="rId2">
            <a:alphaModFix/>
          </a:blip>
          <a:srcRect/>
          <a:stretch/>
        </p:blipFill>
        <p:spPr>
          <a:xfrm>
            <a:off x="584200" y="585788"/>
            <a:ext cx="1366245" cy="292608"/>
          </a:xfrm>
          <a:prstGeom prst="rect">
            <a:avLst/>
          </a:prstGeom>
          <a:noFill/>
          <a:ln>
            <a:noFill/>
          </a:ln>
        </p:spPr>
      </p:pic>
      <p:sp>
        <p:nvSpPr>
          <p:cNvPr id="27" name="Google Shape;27;p4"/>
          <p:cNvSpPr>
            <a:spLocks noGrp="1"/>
          </p:cNvSpPr>
          <p:nvPr>
            <p:ph type="pic" idx="2"/>
          </p:nvPr>
        </p:nvSpPr>
        <p:spPr>
          <a:xfrm>
            <a:off x="5326063" y="0"/>
            <a:ext cx="6865937" cy="6858000"/>
          </a:xfrm>
          <a:prstGeom prst="rect">
            <a:avLst/>
          </a:prstGeom>
          <a:noFill/>
          <a:ln>
            <a:noFill/>
          </a:ln>
        </p:spPr>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extLst>
    <p:ext uri="{DCECCB84-F9BA-43D5-87BE-67443E8EF086}">
      <p15:sldGuideLst xmlns:p15="http://schemas.microsoft.com/office/powerpoint/2012/main">
        <p15:guide id="1" orient="horz" pos="2496">
          <p15:clr>
            <a:srgbClr val="5ACBF0"/>
          </p15:clr>
        </p15:guide>
        <p15:guide id="2" pos="3355">
          <p15:clr>
            <a:srgbClr val="5ACBF0"/>
          </p15:clr>
        </p15:guide>
        <p15:guide id="3" orient="horz" pos="2160">
          <p15:clr>
            <a:srgbClr val="FBAE40"/>
          </p15:clr>
        </p15:guide>
        <p15:guide id="4" orient="horz" pos="2229">
          <p15:clr>
            <a:srgbClr val="5ACBF0"/>
          </p15:clr>
        </p15:guide>
        <p15:guide id="5" pos="2996">
          <p15:clr>
            <a:srgbClr val="5ACBF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square photo 2">
  <p:cSld name="Title square photo 2">
    <p:bg>
      <p:bgPr>
        <a:solidFill>
          <a:schemeClr val="lt1"/>
        </a:solidFill>
        <a:effectLst/>
      </p:bgPr>
    </p:bg>
    <p:spTree>
      <p:nvGrpSpPr>
        <p:cNvPr id="1" name="Shape 28"/>
        <p:cNvGrpSpPr/>
        <p:nvPr/>
      </p:nvGrpSpPr>
      <p:grpSpPr>
        <a:xfrm>
          <a:off x="0" y="0"/>
          <a:ext cx="0" cy="0"/>
          <a:chOff x="0" y="0"/>
          <a:chExt cx="0" cy="0"/>
        </a:xfrm>
      </p:grpSpPr>
      <p:sp>
        <p:nvSpPr>
          <p:cNvPr id="29" name="Google Shape;29;p5"/>
          <p:cNvSpPr txBox="1">
            <a:spLocks noGrp="1"/>
          </p:cNvSpPr>
          <p:nvPr>
            <p:ph type="title"/>
          </p:nvPr>
        </p:nvSpPr>
        <p:spPr>
          <a:xfrm>
            <a:off x="588263" y="2425541"/>
            <a:ext cx="4167887" cy="1107996"/>
          </a:xfrm>
          <a:prstGeom prst="rect">
            <a:avLst/>
          </a:prstGeom>
          <a:noFill/>
          <a:ln>
            <a:noFill/>
          </a:ln>
        </p:spPr>
        <p:txBody>
          <a:bodyPr spcFirstLastPara="1" wrap="square" lIns="0" tIns="0" rIns="0" bIns="0" anchor="b" anchorCtr="0">
            <a:spAutoFit/>
          </a:bodyPr>
          <a:lstStyle>
            <a:lvl1pPr lvl="0" algn="l">
              <a:lnSpc>
                <a:spcPct val="100000"/>
              </a:lnSpc>
              <a:spcBef>
                <a:spcPts val="0"/>
              </a:spcBef>
              <a:spcAft>
                <a:spcPts val="0"/>
              </a:spcAft>
              <a:buClr>
                <a:schemeClr val="dk1"/>
              </a:buClr>
              <a:buSzPts val="3600"/>
              <a:buFont typeface="Quattrocento Sans"/>
              <a:buNone/>
              <a:defRPr>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0" name="Google Shape;30;p5"/>
          <p:cNvSpPr txBox="1">
            <a:spLocks noGrp="1"/>
          </p:cNvSpPr>
          <p:nvPr>
            <p:ph type="body" idx="1"/>
          </p:nvPr>
        </p:nvSpPr>
        <p:spPr>
          <a:xfrm>
            <a:off x="582042" y="3962400"/>
            <a:ext cx="4164583" cy="338554"/>
          </a:xfrm>
          <a:prstGeom prst="rect">
            <a:avLst/>
          </a:prstGeom>
          <a:noFill/>
          <a:ln>
            <a:noFill/>
          </a:ln>
        </p:spPr>
        <p:txBody>
          <a:bodyPr spcFirstLastPara="1" wrap="square" lIns="0" tIns="0" rIns="0" bIns="0" anchor="t" anchorCtr="0">
            <a:spAutoFit/>
          </a:bodyPr>
          <a:lstStyle>
            <a:lvl1pPr marL="457200" lvl="0" indent="-228600" algn="l">
              <a:lnSpc>
                <a:spcPct val="100000"/>
              </a:lnSpc>
              <a:spcBef>
                <a:spcPts val="0"/>
              </a:spcBef>
              <a:spcAft>
                <a:spcPts val="0"/>
              </a:spcAft>
              <a:buClr>
                <a:schemeClr val="dk1"/>
              </a:buClr>
              <a:buSzPts val="1980"/>
              <a:buNone/>
              <a:defRPr sz="2200">
                <a:solidFill>
                  <a:schemeClr val="dk1"/>
                </a:solidFill>
                <a:latin typeface="Quattrocento Sans"/>
                <a:ea typeface="Quattrocento Sans"/>
                <a:cs typeface="Quattrocento Sans"/>
                <a:sym typeface="Quattrocento Sans"/>
              </a:defRPr>
            </a:lvl1pPr>
            <a:lvl2pPr marL="914400" lvl="1" indent="-331469" algn="l">
              <a:lnSpc>
                <a:spcPct val="100000"/>
              </a:lnSpc>
              <a:spcBef>
                <a:spcPts val="360"/>
              </a:spcBef>
              <a:spcAft>
                <a:spcPts val="0"/>
              </a:spcAft>
              <a:buClr>
                <a:schemeClr val="dk1"/>
              </a:buClr>
              <a:buSzPts val="1620"/>
              <a:buChar char="·"/>
              <a:defRPr/>
            </a:lvl2pPr>
            <a:lvl3pPr marL="1371600" lvl="2" indent="-331469" algn="l">
              <a:lnSpc>
                <a:spcPct val="100000"/>
              </a:lnSpc>
              <a:spcBef>
                <a:spcPts val="360"/>
              </a:spcBef>
              <a:spcAft>
                <a:spcPts val="0"/>
              </a:spcAft>
              <a:buClr>
                <a:schemeClr val="dk1"/>
              </a:buClr>
              <a:buSzPts val="1620"/>
              <a:buChar char="·"/>
              <a:defRPr/>
            </a:lvl3pPr>
            <a:lvl4pPr marL="1828800" lvl="3" indent="-331469" algn="l">
              <a:lnSpc>
                <a:spcPct val="100000"/>
              </a:lnSpc>
              <a:spcBef>
                <a:spcPts val="360"/>
              </a:spcBef>
              <a:spcAft>
                <a:spcPts val="0"/>
              </a:spcAft>
              <a:buClr>
                <a:schemeClr val="dk1"/>
              </a:buClr>
              <a:buSzPts val="1620"/>
              <a:buChar char="·"/>
              <a:defRPr/>
            </a:lvl4pPr>
            <a:lvl5pPr marL="2286000" lvl="4" indent="-331470" algn="l">
              <a:lnSpc>
                <a:spcPct val="100000"/>
              </a:lnSpc>
              <a:spcBef>
                <a:spcPts val="360"/>
              </a:spcBef>
              <a:spcAft>
                <a:spcPts val="0"/>
              </a:spcAft>
              <a:buClr>
                <a:schemeClr val="dk1"/>
              </a:buClr>
              <a:buSzPts val="162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pic>
        <p:nvPicPr>
          <p:cNvPr id="31" name="Google Shape;31;p5" descr="Microsoft logo, gray text version"/>
          <p:cNvPicPr preferRelativeResize="0"/>
          <p:nvPr/>
        </p:nvPicPr>
        <p:blipFill rotWithShape="1">
          <a:blip r:embed="rId2">
            <a:alphaModFix/>
          </a:blip>
          <a:srcRect/>
          <a:stretch/>
        </p:blipFill>
        <p:spPr>
          <a:xfrm>
            <a:off x="584200" y="585788"/>
            <a:ext cx="1366440" cy="292608"/>
          </a:xfrm>
          <a:prstGeom prst="rect">
            <a:avLst/>
          </a:prstGeom>
          <a:noFill/>
          <a:ln>
            <a:noFill/>
          </a:ln>
        </p:spPr>
      </p:pic>
      <p:sp>
        <p:nvSpPr>
          <p:cNvPr id="32" name="Google Shape;32;p5"/>
          <p:cNvSpPr>
            <a:spLocks noGrp="1"/>
          </p:cNvSpPr>
          <p:nvPr>
            <p:ph type="pic" idx="2"/>
          </p:nvPr>
        </p:nvSpPr>
        <p:spPr>
          <a:xfrm>
            <a:off x="5334000" y="0"/>
            <a:ext cx="6858000" cy="6858000"/>
          </a:xfrm>
          <a:prstGeom prst="rect">
            <a:avLst/>
          </a:prstGeom>
          <a:noFill/>
          <a:ln>
            <a:noFill/>
          </a:ln>
        </p:spPr>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extLst>
    <p:ext uri="{DCECCB84-F9BA-43D5-87BE-67443E8EF086}">
      <p15:sldGuideLst xmlns:p15="http://schemas.microsoft.com/office/powerpoint/2012/main">
        <p15:guide id="1" orient="horz" pos="2496">
          <p15:clr>
            <a:srgbClr val="5ACBF0"/>
          </p15:clr>
        </p15:guide>
        <p15:guide id="2" pos="3360">
          <p15:clr>
            <a:srgbClr val="5ACBF0"/>
          </p15:clr>
        </p15:guide>
        <p15:guide id="3" orient="horz" pos="2160">
          <p15:clr>
            <a:srgbClr val="FBAE40"/>
          </p15:clr>
        </p15:guide>
        <p15:guide id="4" orient="horz" pos="2229">
          <p15:clr>
            <a:srgbClr val="5ACBF0"/>
          </p15:clr>
        </p15:guide>
        <p15:guide id="5" pos="2996">
          <p15:clr>
            <a:srgbClr val="5ACBF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Slide">
  <p:cSld name="Title Slide">
    <p:bg>
      <p:bgPr>
        <a:solidFill>
          <a:schemeClr val="dk2"/>
        </a:solidFill>
        <a:effectLst/>
      </p:bgPr>
    </p:bg>
    <p:spTree>
      <p:nvGrpSpPr>
        <p:cNvPr id="1" name="Shape 33"/>
        <p:cNvGrpSpPr/>
        <p:nvPr/>
      </p:nvGrpSpPr>
      <p:grpSpPr>
        <a:xfrm>
          <a:off x="0" y="0"/>
          <a:ext cx="0" cy="0"/>
          <a:chOff x="0" y="0"/>
          <a:chExt cx="0" cy="0"/>
        </a:xfrm>
      </p:grpSpPr>
      <p:sp>
        <p:nvSpPr>
          <p:cNvPr id="34" name="Google Shape;34;p6"/>
          <p:cNvSpPr txBox="1">
            <a:spLocks noGrp="1"/>
          </p:cNvSpPr>
          <p:nvPr>
            <p:ph type="title"/>
          </p:nvPr>
        </p:nvSpPr>
        <p:spPr>
          <a:xfrm>
            <a:off x="584200" y="2979778"/>
            <a:ext cx="9144000" cy="553998"/>
          </a:xfrm>
          <a:prstGeom prst="rect">
            <a:avLst/>
          </a:prstGeom>
          <a:noFill/>
          <a:ln>
            <a:noFill/>
          </a:ln>
        </p:spPr>
        <p:txBody>
          <a:bodyPr spcFirstLastPara="1" wrap="square" lIns="0" tIns="0" rIns="0" bIns="0" anchor="b" anchorCtr="0">
            <a:spAutoFit/>
          </a:bodyPr>
          <a:lstStyle>
            <a:lvl1pPr lvl="0" algn="l">
              <a:lnSpc>
                <a:spcPct val="100000"/>
              </a:lnSpc>
              <a:spcBef>
                <a:spcPts val="0"/>
              </a:spcBef>
              <a:spcAft>
                <a:spcPts val="0"/>
              </a:spcAft>
              <a:buClr>
                <a:schemeClr val="accent3"/>
              </a:buClr>
              <a:buSzPts val="3600"/>
              <a:buFont typeface="Quattrocento Sans"/>
              <a:buNone/>
              <a:defRPr sz="3600">
                <a:solidFill>
                  <a:schemeClr val="accent3"/>
                </a:solidFill>
                <a:latin typeface="Quattrocento Sans"/>
                <a:ea typeface="Quattrocento Sans"/>
                <a:cs typeface="Quattrocento Sans"/>
                <a:sym typeface="Quattrocento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6"/>
          <p:cNvSpPr txBox="1">
            <a:spLocks noGrp="1"/>
          </p:cNvSpPr>
          <p:nvPr>
            <p:ph type="body" idx="1"/>
          </p:nvPr>
        </p:nvSpPr>
        <p:spPr>
          <a:xfrm>
            <a:off x="584200" y="3962400"/>
            <a:ext cx="9144000" cy="338554"/>
          </a:xfrm>
          <a:prstGeom prst="rect">
            <a:avLst/>
          </a:prstGeom>
          <a:noFill/>
          <a:ln>
            <a:noFill/>
          </a:ln>
        </p:spPr>
        <p:txBody>
          <a:bodyPr spcFirstLastPara="1" wrap="square" lIns="0" tIns="0" rIns="0" bIns="0" anchor="t" anchorCtr="0">
            <a:spAutoFit/>
          </a:bodyPr>
          <a:lstStyle>
            <a:lvl1pPr marL="457200" lvl="0" indent="-228600" algn="l">
              <a:lnSpc>
                <a:spcPct val="100000"/>
              </a:lnSpc>
              <a:spcBef>
                <a:spcPts val="0"/>
              </a:spcBef>
              <a:spcAft>
                <a:spcPts val="0"/>
              </a:spcAft>
              <a:buClr>
                <a:schemeClr val="lt1"/>
              </a:buClr>
              <a:buSzPts val="1980"/>
              <a:buNone/>
              <a:defRPr sz="2200">
                <a:solidFill>
                  <a:schemeClr val="lt1"/>
                </a:solidFill>
                <a:latin typeface="Quattrocento Sans"/>
                <a:ea typeface="Quattrocento Sans"/>
                <a:cs typeface="Quattrocento Sans"/>
                <a:sym typeface="Quattrocento Sans"/>
              </a:defRPr>
            </a:lvl1pPr>
            <a:lvl2pPr marL="914400" lvl="1" indent="-331469" algn="l">
              <a:lnSpc>
                <a:spcPct val="100000"/>
              </a:lnSpc>
              <a:spcBef>
                <a:spcPts val="360"/>
              </a:spcBef>
              <a:spcAft>
                <a:spcPts val="0"/>
              </a:spcAft>
              <a:buClr>
                <a:schemeClr val="lt1"/>
              </a:buClr>
              <a:buSzPts val="1620"/>
              <a:buChar char="·"/>
              <a:defRPr/>
            </a:lvl2pPr>
            <a:lvl3pPr marL="1371600" lvl="2" indent="-331469" algn="l">
              <a:lnSpc>
                <a:spcPct val="100000"/>
              </a:lnSpc>
              <a:spcBef>
                <a:spcPts val="360"/>
              </a:spcBef>
              <a:spcAft>
                <a:spcPts val="0"/>
              </a:spcAft>
              <a:buClr>
                <a:schemeClr val="lt1"/>
              </a:buClr>
              <a:buSzPts val="1620"/>
              <a:buChar char="·"/>
              <a:defRPr/>
            </a:lvl3pPr>
            <a:lvl4pPr marL="1828800" lvl="3" indent="-331469" algn="l">
              <a:lnSpc>
                <a:spcPct val="100000"/>
              </a:lnSpc>
              <a:spcBef>
                <a:spcPts val="360"/>
              </a:spcBef>
              <a:spcAft>
                <a:spcPts val="0"/>
              </a:spcAft>
              <a:buClr>
                <a:schemeClr val="lt1"/>
              </a:buClr>
              <a:buSzPts val="1620"/>
              <a:buChar char="·"/>
              <a:defRPr/>
            </a:lvl4pPr>
            <a:lvl5pPr marL="2286000" lvl="4" indent="-331470" algn="l">
              <a:lnSpc>
                <a:spcPct val="100000"/>
              </a:lnSpc>
              <a:spcBef>
                <a:spcPts val="360"/>
              </a:spcBef>
              <a:spcAft>
                <a:spcPts val="0"/>
              </a:spcAft>
              <a:buClr>
                <a:schemeClr val="lt1"/>
              </a:buClr>
              <a:buSzPts val="1620"/>
              <a:buChar char="·"/>
              <a:defRPr/>
            </a:lvl5pPr>
            <a:lvl6pPr marL="2743200" lvl="5" indent="-342900" algn="l">
              <a:spcBef>
                <a:spcPts val="360"/>
              </a:spcBef>
              <a:spcAft>
                <a:spcPts val="0"/>
              </a:spcAft>
              <a:buClr>
                <a:schemeClr val="lt1"/>
              </a:buClr>
              <a:buSzPts val="1800"/>
              <a:buChar char="•"/>
              <a:defRPr/>
            </a:lvl6pPr>
            <a:lvl7pPr marL="3200400" lvl="6" indent="-342900" algn="l">
              <a:spcBef>
                <a:spcPts val="360"/>
              </a:spcBef>
              <a:spcAft>
                <a:spcPts val="0"/>
              </a:spcAft>
              <a:buClr>
                <a:schemeClr val="lt1"/>
              </a:buClr>
              <a:buSzPts val="1800"/>
              <a:buChar char="•"/>
              <a:defRPr/>
            </a:lvl7pPr>
            <a:lvl8pPr marL="3657600" lvl="7" indent="-342900" algn="l">
              <a:spcBef>
                <a:spcPts val="360"/>
              </a:spcBef>
              <a:spcAft>
                <a:spcPts val="0"/>
              </a:spcAft>
              <a:buClr>
                <a:schemeClr val="lt1"/>
              </a:buClr>
              <a:buSzPts val="1800"/>
              <a:buChar char="•"/>
              <a:defRPr/>
            </a:lvl8pPr>
            <a:lvl9pPr marL="4114800" lvl="8" indent="-342900" algn="l">
              <a:spcBef>
                <a:spcPts val="360"/>
              </a:spcBef>
              <a:spcAft>
                <a:spcPts val="0"/>
              </a:spcAft>
              <a:buClr>
                <a:schemeClr val="lt1"/>
              </a:buClr>
              <a:buSzPts val="1800"/>
              <a:buChar char="•"/>
              <a:defRPr/>
            </a:lvl9pPr>
          </a:lstStyle>
          <a:p>
            <a:endParaRPr/>
          </a:p>
        </p:txBody>
      </p:sp>
      <p:pic>
        <p:nvPicPr>
          <p:cNvPr id="36" name="Google Shape;36;p6" descr="Microsoft logo white text version"/>
          <p:cNvPicPr preferRelativeResize="0"/>
          <p:nvPr/>
        </p:nvPicPr>
        <p:blipFill rotWithShape="1">
          <a:blip r:embed="rId2">
            <a:alphaModFix/>
          </a:blip>
          <a:srcRect/>
          <a:stretch/>
        </p:blipFill>
        <p:spPr>
          <a:xfrm>
            <a:off x="584200" y="585788"/>
            <a:ext cx="1366245" cy="292608"/>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Slide Left Title Black Bkg">
  <p:cSld name="Title Slide Left Title Black Bkg">
    <p:bg>
      <p:bgPr>
        <a:solidFill>
          <a:schemeClr val="dk1"/>
        </a:solidFill>
        <a:effectLst/>
      </p:bgPr>
    </p:bg>
    <p:spTree>
      <p:nvGrpSpPr>
        <p:cNvPr id="1" name="Shape 37"/>
        <p:cNvGrpSpPr/>
        <p:nvPr/>
      </p:nvGrpSpPr>
      <p:grpSpPr>
        <a:xfrm>
          <a:off x="0" y="0"/>
          <a:ext cx="0" cy="0"/>
          <a:chOff x="0" y="0"/>
          <a:chExt cx="0" cy="0"/>
        </a:xfrm>
      </p:grpSpPr>
      <p:sp>
        <p:nvSpPr>
          <p:cNvPr id="38" name="Google Shape;38;p7"/>
          <p:cNvSpPr txBox="1">
            <a:spLocks noGrp="1"/>
          </p:cNvSpPr>
          <p:nvPr>
            <p:ph type="title"/>
          </p:nvPr>
        </p:nvSpPr>
        <p:spPr>
          <a:xfrm>
            <a:off x="584200" y="2425780"/>
            <a:ext cx="5511800" cy="1107996"/>
          </a:xfrm>
          <a:prstGeom prst="rect">
            <a:avLst/>
          </a:prstGeom>
          <a:noFill/>
          <a:ln>
            <a:noFill/>
          </a:ln>
        </p:spPr>
        <p:txBody>
          <a:bodyPr spcFirstLastPara="1" wrap="square" lIns="0" tIns="0" rIns="0" bIns="0" anchor="b" anchorCtr="0">
            <a:spAutoFit/>
          </a:bodyPr>
          <a:lstStyle>
            <a:lvl1pPr lvl="0" algn="l">
              <a:lnSpc>
                <a:spcPct val="100000"/>
              </a:lnSpc>
              <a:spcBef>
                <a:spcPts val="0"/>
              </a:spcBef>
              <a:spcAft>
                <a:spcPts val="0"/>
              </a:spcAft>
              <a:buClr>
                <a:schemeClr val="lt1"/>
              </a:buClr>
              <a:buSzPts val="3600"/>
              <a:buFont typeface="Quattrocento Sans"/>
              <a:buNone/>
              <a:defRPr sz="3600">
                <a:solidFill>
                  <a:schemeClr val="lt1"/>
                </a:solidFill>
                <a:latin typeface="Quattrocento Sans"/>
                <a:ea typeface="Quattrocento Sans"/>
                <a:cs typeface="Quattrocento Sans"/>
                <a:sym typeface="Quattrocento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9" name="Google Shape;39;p7"/>
          <p:cNvSpPr txBox="1">
            <a:spLocks noGrp="1"/>
          </p:cNvSpPr>
          <p:nvPr>
            <p:ph type="body" idx="1"/>
          </p:nvPr>
        </p:nvSpPr>
        <p:spPr>
          <a:xfrm>
            <a:off x="584200" y="3962400"/>
            <a:ext cx="5511800" cy="338554"/>
          </a:xfrm>
          <a:prstGeom prst="rect">
            <a:avLst/>
          </a:prstGeom>
          <a:noFill/>
          <a:ln>
            <a:noFill/>
          </a:ln>
        </p:spPr>
        <p:txBody>
          <a:bodyPr spcFirstLastPara="1" wrap="square" lIns="0" tIns="0" rIns="0" bIns="0" anchor="t" anchorCtr="0">
            <a:spAutoFit/>
          </a:bodyPr>
          <a:lstStyle>
            <a:lvl1pPr marL="457200" lvl="0" indent="-228600" algn="l">
              <a:lnSpc>
                <a:spcPct val="100000"/>
              </a:lnSpc>
              <a:spcBef>
                <a:spcPts val="0"/>
              </a:spcBef>
              <a:spcAft>
                <a:spcPts val="0"/>
              </a:spcAft>
              <a:buClr>
                <a:schemeClr val="lt1"/>
              </a:buClr>
              <a:buSzPts val="1980"/>
              <a:buNone/>
              <a:defRPr sz="2200">
                <a:solidFill>
                  <a:schemeClr val="lt1"/>
                </a:solidFill>
                <a:latin typeface="Quattrocento Sans"/>
                <a:ea typeface="Quattrocento Sans"/>
                <a:cs typeface="Quattrocento Sans"/>
                <a:sym typeface="Quattrocento Sans"/>
              </a:defRPr>
            </a:lvl1pPr>
            <a:lvl2pPr marL="914400" lvl="1" indent="-331469" algn="l">
              <a:lnSpc>
                <a:spcPct val="100000"/>
              </a:lnSpc>
              <a:spcBef>
                <a:spcPts val="360"/>
              </a:spcBef>
              <a:spcAft>
                <a:spcPts val="0"/>
              </a:spcAft>
              <a:buClr>
                <a:schemeClr val="lt1"/>
              </a:buClr>
              <a:buSzPts val="1620"/>
              <a:buChar char="·"/>
              <a:defRPr/>
            </a:lvl2pPr>
            <a:lvl3pPr marL="1371600" lvl="2" indent="-331469" algn="l">
              <a:lnSpc>
                <a:spcPct val="100000"/>
              </a:lnSpc>
              <a:spcBef>
                <a:spcPts val="360"/>
              </a:spcBef>
              <a:spcAft>
                <a:spcPts val="0"/>
              </a:spcAft>
              <a:buClr>
                <a:schemeClr val="lt1"/>
              </a:buClr>
              <a:buSzPts val="1620"/>
              <a:buChar char="·"/>
              <a:defRPr/>
            </a:lvl3pPr>
            <a:lvl4pPr marL="1828800" lvl="3" indent="-331469" algn="l">
              <a:lnSpc>
                <a:spcPct val="100000"/>
              </a:lnSpc>
              <a:spcBef>
                <a:spcPts val="360"/>
              </a:spcBef>
              <a:spcAft>
                <a:spcPts val="0"/>
              </a:spcAft>
              <a:buClr>
                <a:schemeClr val="lt1"/>
              </a:buClr>
              <a:buSzPts val="1620"/>
              <a:buChar char="·"/>
              <a:defRPr/>
            </a:lvl4pPr>
            <a:lvl5pPr marL="2286000" lvl="4" indent="-331470" algn="l">
              <a:lnSpc>
                <a:spcPct val="100000"/>
              </a:lnSpc>
              <a:spcBef>
                <a:spcPts val="360"/>
              </a:spcBef>
              <a:spcAft>
                <a:spcPts val="0"/>
              </a:spcAft>
              <a:buClr>
                <a:schemeClr val="lt1"/>
              </a:buClr>
              <a:buSzPts val="1620"/>
              <a:buChar char="·"/>
              <a:defRPr/>
            </a:lvl5pPr>
            <a:lvl6pPr marL="2743200" lvl="5" indent="-342900" algn="l">
              <a:spcBef>
                <a:spcPts val="360"/>
              </a:spcBef>
              <a:spcAft>
                <a:spcPts val="0"/>
              </a:spcAft>
              <a:buClr>
                <a:schemeClr val="lt1"/>
              </a:buClr>
              <a:buSzPts val="1800"/>
              <a:buChar char="•"/>
              <a:defRPr/>
            </a:lvl6pPr>
            <a:lvl7pPr marL="3200400" lvl="6" indent="-342900" algn="l">
              <a:spcBef>
                <a:spcPts val="360"/>
              </a:spcBef>
              <a:spcAft>
                <a:spcPts val="0"/>
              </a:spcAft>
              <a:buClr>
                <a:schemeClr val="lt1"/>
              </a:buClr>
              <a:buSzPts val="1800"/>
              <a:buChar char="•"/>
              <a:defRPr/>
            </a:lvl7pPr>
            <a:lvl8pPr marL="3657600" lvl="7" indent="-342900" algn="l">
              <a:spcBef>
                <a:spcPts val="360"/>
              </a:spcBef>
              <a:spcAft>
                <a:spcPts val="0"/>
              </a:spcAft>
              <a:buClr>
                <a:schemeClr val="lt1"/>
              </a:buClr>
              <a:buSzPts val="1800"/>
              <a:buChar char="•"/>
              <a:defRPr/>
            </a:lvl8pPr>
            <a:lvl9pPr marL="4114800" lvl="8" indent="-342900" algn="l">
              <a:spcBef>
                <a:spcPts val="360"/>
              </a:spcBef>
              <a:spcAft>
                <a:spcPts val="0"/>
              </a:spcAft>
              <a:buClr>
                <a:schemeClr val="lt1"/>
              </a:buClr>
              <a:buSzPts val="1800"/>
              <a:buChar char="•"/>
              <a:defRPr/>
            </a:lvl9pPr>
          </a:lstStyle>
          <a:p>
            <a:endParaRPr/>
          </a:p>
        </p:txBody>
      </p:sp>
      <p:pic>
        <p:nvPicPr>
          <p:cNvPr id="40" name="Google Shape;40;p7" descr="Microsoft logo white text version"/>
          <p:cNvPicPr preferRelativeResize="0"/>
          <p:nvPr/>
        </p:nvPicPr>
        <p:blipFill rotWithShape="1">
          <a:blip r:embed="rId2">
            <a:alphaModFix/>
          </a:blip>
          <a:srcRect/>
          <a:stretch/>
        </p:blipFill>
        <p:spPr>
          <a:xfrm>
            <a:off x="584200" y="585788"/>
            <a:ext cx="1366245" cy="292608"/>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3840">
          <p15:clr>
            <a:srgbClr val="5ACBF0"/>
          </p15:clr>
        </p15:guide>
        <p15:guide id="4" orient="horz" pos="216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Slide Left Title White Bkg">
  <p:cSld name="Title Slide Left Title White Bkg">
    <p:bg>
      <p:bgPr>
        <a:solidFill>
          <a:schemeClr val="lt1"/>
        </a:solidFill>
        <a:effectLst/>
      </p:bgPr>
    </p:bg>
    <p:spTree>
      <p:nvGrpSpPr>
        <p:cNvPr id="1" name="Shape 41"/>
        <p:cNvGrpSpPr/>
        <p:nvPr/>
      </p:nvGrpSpPr>
      <p:grpSpPr>
        <a:xfrm>
          <a:off x="0" y="0"/>
          <a:ext cx="0" cy="0"/>
          <a:chOff x="0" y="0"/>
          <a:chExt cx="0" cy="0"/>
        </a:xfrm>
      </p:grpSpPr>
      <p:sp>
        <p:nvSpPr>
          <p:cNvPr id="42" name="Google Shape;42;p8"/>
          <p:cNvSpPr txBox="1">
            <a:spLocks noGrp="1"/>
          </p:cNvSpPr>
          <p:nvPr>
            <p:ph type="title"/>
          </p:nvPr>
        </p:nvSpPr>
        <p:spPr>
          <a:xfrm>
            <a:off x="584200" y="2425780"/>
            <a:ext cx="5511800" cy="1107996"/>
          </a:xfrm>
          <a:prstGeom prst="rect">
            <a:avLst/>
          </a:prstGeom>
          <a:noFill/>
          <a:ln>
            <a:noFill/>
          </a:ln>
        </p:spPr>
        <p:txBody>
          <a:bodyPr spcFirstLastPara="1" wrap="square" lIns="0" tIns="0" rIns="0" bIns="0" anchor="b" anchorCtr="0">
            <a:spAutoFit/>
          </a:bodyPr>
          <a:lstStyle>
            <a:lvl1pPr lvl="0" algn="l">
              <a:lnSpc>
                <a:spcPct val="100000"/>
              </a:lnSpc>
              <a:spcBef>
                <a:spcPts val="0"/>
              </a:spcBef>
              <a:spcAft>
                <a:spcPts val="0"/>
              </a:spcAft>
              <a:buClr>
                <a:schemeClr val="dk1"/>
              </a:buClr>
              <a:buSzPts val="3600"/>
              <a:buFont typeface="Quattrocento Sans"/>
              <a:buNone/>
              <a:defRPr sz="3600">
                <a:solidFill>
                  <a:schemeClr val="dk1"/>
                </a:solidFill>
                <a:latin typeface="Quattrocento Sans"/>
                <a:ea typeface="Quattrocento Sans"/>
                <a:cs typeface="Quattrocento Sans"/>
                <a:sym typeface="Quattrocento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3" name="Google Shape;43;p8"/>
          <p:cNvSpPr txBox="1">
            <a:spLocks noGrp="1"/>
          </p:cNvSpPr>
          <p:nvPr>
            <p:ph type="body" idx="1"/>
          </p:nvPr>
        </p:nvSpPr>
        <p:spPr>
          <a:xfrm>
            <a:off x="584200" y="3962400"/>
            <a:ext cx="5511800" cy="338554"/>
          </a:xfrm>
          <a:prstGeom prst="rect">
            <a:avLst/>
          </a:prstGeom>
          <a:noFill/>
          <a:ln>
            <a:noFill/>
          </a:ln>
        </p:spPr>
        <p:txBody>
          <a:bodyPr spcFirstLastPara="1" wrap="square" lIns="0" tIns="0" rIns="0" bIns="0" anchor="t" anchorCtr="0">
            <a:spAutoFit/>
          </a:bodyPr>
          <a:lstStyle>
            <a:lvl1pPr marL="457200" lvl="0" indent="-228600" algn="l">
              <a:lnSpc>
                <a:spcPct val="100000"/>
              </a:lnSpc>
              <a:spcBef>
                <a:spcPts val="0"/>
              </a:spcBef>
              <a:spcAft>
                <a:spcPts val="0"/>
              </a:spcAft>
              <a:buClr>
                <a:schemeClr val="dk1"/>
              </a:buClr>
              <a:buSzPts val="1980"/>
              <a:buNone/>
              <a:defRPr sz="2200">
                <a:solidFill>
                  <a:schemeClr val="dk1"/>
                </a:solidFill>
                <a:latin typeface="Quattrocento Sans"/>
                <a:ea typeface="Quattrocento Sans"/>
                <a:cs typeface="Quattrocento Sans"/>
                <a:sym typeface="Quattrocento Sans"/>
              </a:defRPr>
            </a:lvl1pPr>
            <a:lvl2pPr marL="914400" lvl="1" indent="-331469" algn="l">
              <a:lnSpc>
                <a:spcPct val="100000"/>
              </a:lnSpc>
              <a:spcBef>
                <a:spcPts val="360"/>
              </a:spcBef>
              <a:spcAft>
                <a:spcPts val="0"/>
              </a:spcAft>
              <a:buClr>
                <a:schemeClr val="dk1"/>
              </a:buClr>
              <a:buSzPts val="1620"/>
              <a:buChar char="·"/>
              <a:defRPr/>
            </a:lvl2pPr>
            <a:lvl3pPr marL="1371600" lvl="2" indent="-331469" algn="l">
              <a:lnSpc>
                <a:spcPct val="100000"/>
              </a:lnSpc>
              <a:spcBef>
                <a:spcPts val="360"/>
              </a:spcBef>
              <a:spcAft>
                <a:spcPts val="0"/>
              </a:spcAft>
              <a:buClr>
                <a:schemeClr val="dk1"/>
              </a:buClr>
              <a:buSzPts val="1620"/>
              <a:buChar char="·"/>
              <a:defRPr/>
            </a:lvl3pPr>
            <a:lvl4pPr marL="1828800" lvl="3" indent="-331469" algn="l">
              <a:lnSpc>
                <a:spcPct val="100000"/>
              </a:lnSpc>
              <a:spcBef>
                <a:spcPts val="360"/>
              </a:spcBef>
              <a:spcAft>
                <a:spcPts val="0"/>
              </a:spcAft>
              <a:buClr>
                <a:schemeClr val="dk1"/>
              </a:buClr>
              <a:buSzPts val="1620"/>
              <a:buChar char="·"/>
              <a:defRPr/>
            </a:lvl4pPr>
            <a:lvl5pPr marL="2286000" lvl="4" indent="-331470" algn="l">
              <a:lnSpc>
                <a:spcPct val="100000"/>
              </a:lnSpc>
              <a:spcBef>
                <a:spcPts val="360"/>
              </a:spcBef>
              <a:spcAft>
                <a:spcPts val="0"/>
              </a:spcAft>
              <a:buClr>
                <a:schemeClr val="dk1"/>
              </a:buClr>
              <a:buSzPts val="162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pic>
        <p:nvPicPr>
          <p:cNvPr id="44" name="Google Shape;44;p8" descr="Microsoft logo, gray text version"/>
          <p:cNvPicPr preferRelativeResize="0"/>
          <p:nvPr/>
        </p:nvPicPr>
        <p:blipFill rotWithShape="1">
          <a:blip r:embed="rId2">
            <a:alphaModFix/>
          </a:blip>
          <a:srcRect/>
          <a:stretch/>
        </p:blipFill>
        <p:spPr>
          <a:xfrm>
            <a:off x="584200" y="585788"/>
            <a:ext cx="1366440" cy="292608"/>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3840">
          <p15:clr>
            <a:srgbClr val="5ACBF0"/>
          </p15:clr>
        </p15:guide>
        <p15:guide id="4" orient="horz" pos="216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Slide 2">
  <p:cSld name="Title Slide 2">
    <p:bg>
      <p:bgPr>
        <a:solidFill>
          <a:schemeClr val="lt1"/>
        </a:solidFill>
        <a:effectLst/>
      </p:bgPr>
    </p:bg>
    <p:spTree>
      <p:nvGrpSpPr>
        <p:cNvPr id="1" name="Shape 45"/>
        <p:cNvGrpSpPr/>
        <p:nvPr/>
      </p:nvGrpSpPr>
      <p:grpSpPr>
        <a:xfrm>
          <a:off x="0" y="0"/>
          <a:ext cx="0" cy="0"/>
          <a:chOff x="0" y="0"/>
          <a:chExt cx="0" cy="0"/>
        </a:xfrm>
      </p:grpSpPr>
      <p:sp>
        <p:nvSpPr>
          <p:cNvPr id="46" name="Google Shape;46;p9"/>
          <p:cNvSpPr txBox="1">
            <a:spLocks noGrp="1"/>
          </p:cNvSpPr>
          <p:nvPr>
            <p:ph type="title"/>
          </p:nvPr>
        </p:nvSpPr>
        <p:spPr>
          <a:xfrm>
            <a:off x="584200" y="2979778"/>
            <a:ext cx="9144000" cy="553998"/>
          </a:xfrm>
          <a:prstGeom prst="rect">
            <a:avLst/>
          </a:prstGeom>
          <a:noFill/>
          <a:ln>
            <a:noFill/>
          </a:ln>
        </p:spPr>
        <p:txBody>
          <a:bodyPr spcFirstLastPara="1" wrap="square" lIns="0" tIns="0" rIns="0" bIns="0" anchor="b" anchorCtr="0">
            <a:spAutoFit/>
          </a:bodyPr>
          <a:lstStyle>
            <a:lvl1pPr lvl="0" algn="l">
              <a:lnSpc>
                <a:spcPct val="100000"/>
              </a:lnSpc>
              <a:spcBef>
                <a:spcPts val="0"/>
              </a:spcBef>
              <a:spcAft>
                <a:spcPts val="0"/>
              </a:spcAft>
              <a:buClr>
                <a:schemeClr val="dk1"/>
              </a:buClr>
              <a:buSzPts val="3600"/>
              <a:buFont typeface="Quattrocento Sans"/>
              <a:buNone/>
              <a:defRPr sz="3600">
                <a:solidFill>
                  <a:schemeClr val="dk1"/>
                </a:solidFill>
                <a:latin typeface="Quattrocento Sans"/>
                <a:ea typeface="Quattrocento Sans"/>
                <a:cs typeface="Quattrocento Sans"/>
                <a:sym typeface="Quattrocento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9"/>
          <p:cNvSpPr txBox="1">
            <a:spLocks noGrp="1"/>
          </p:cNvSpPr>
          <p:nvPr>
            <p:ph type="body" idx="1"/>
          </p:nvPr>
        </p:nvSpPr>
        <p:spPr>
          <a:xfrm>
            <a:off x="584200" y="3962400"/>
            <a:ext cx="9144000" cy="338554"/>
          </a:xfrm>
          <a:prstGeom prst="rect">
            <a:avLst/>
          </a:prstGeom>
          <a:noFill/>
          <a:ln>
            <a:noFill/>
          </a:ln>
        </p:spPr>
        <p:txBody>
          <a:bodyPr spcFirstLastPara="1" wrap="square" lIns="0" tIns="0" rIns="0" bIns="0" anchor="t" anchorCtr="0">
            <a:spAutoFit/>
          </a:bodyPr>
          <a:lstStyle>
            <a:lvl1pPr marL="457200" lvl="0" indent="-228600" algn="l">
              <a:lnSpc>
                <a:spcPct val="100000"/>
              </a:lnSpc>
              <a:spcBef>
                <a:spcPts val="0"/>
              </a:spcBef>
              <a:spcAft>
                <a:spcPts val="0"/>
              </a:spcAft>
              <a:buClr>
                <a:schemeClr val="dk1"/>
              </a:buClr>
              <a:buSzPts val="1980"/>
              <a:buNone/>
              <a:defRPr sz="2200">
                <a:solidFill>
                  <a:schemeClr val="dk1"/>
                </a:solidFill>
                <a:latin typeface="Quattrocento Sans"/>
                <a:ea typeface="Quattrocento Sans"/>
                <a:cs typeface="Quattrocento Sans"/>
                <a:sym typeface="Quattrocento Sans"/>
              </a:defRPr>
            </a:lvl1pPr>
            <a:lvl2pPr marL="914400" lvl="1" indent="-331469" algn="l">
              <a:lnSpc>
                <a:spcPct val="100000"/>
              </a:lnSpc>
              <a:spcBef>
                <a:spcPts val="360"/>
              </a:spcBef>
              <a:spcAft>
                <a:spcPts val="0"/>
              </a:spcAft>
              <a:buClr>
                <a:schemeClr val="dk1"/>
              </a:buClr>
              <a:buSzPts val="1620"/>
              <a:buChar char="·"/>
              <a:defRPr/>
            </a:lvl2pPr>
            <a:lvl3pPr marL="1371600" lvl="2" indent="-331469" algn="l">
              <a:lnSpc>
                <a:spcPct val="100000"/>
              </a:lnSpc>
              <a:spcBef>
                <a:spcPts val="360"/>
              </a:spcBef>
              <a:spcAft>
                <a:spcPts val="0"/>
              </a:spcAft>
              <a:buClr>
                <a:schemeClr val="dk1"/>
              </a:buClr>
              <a:buSzPts val="1620"/>
              <a:buChar char="·"/>
              <a:defRPr/>
            </a:lvl3pPr>
            <a:lvl4pPr marL="1828800" lvl="3" indent="-331469" algn="l">
              <a:lnSpc>
                <a:spcPct val="100000"/>
              </a:lnSpc>
              <a:spcBef>
                <a:spcPts val="360"/>
              </a:spcBef>
              <a:spcAft>
                <a:spcPts val="0"/>
              </a:spcAft>
              <a:buClr>
                <a:schemeClr val="dk1"/>
              </a:buClr>
              <a:buSzPts val="1620"/>
              <a:buChar char="·"/>
              <a:defRPr/>
            </a:lvl4pPr>
            <a:lvl5pPr marL="2286000" lvl="4" indent="-331470" algn="l">
              <a:lnSpc>
                <a:spcPct val="100000"/>
              </a:lnSpc>
              <a:spcBef>
                <a:spcPts val="360"/>
              </a:spcBef>
              <a:spcAft>
                <a:spcPts val="0"/>
              </a:spcAft>
              <a:buClr>
                <a:schemeClr val="dk1"/>
              </a:buClr>
              <a:buSzPts val="162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pic>
        <p:nvPicPr>
          <p:cNvPr id="48" name="Google Shape;48;p9" descr="Microsoft logo, gray text version"/>
          <p:cNvPicPr preferRelativeResize="0"/>
          <p:nvPr/>
        </p:nvPicPr>
        <p:blipFill rotWithShape="1">
          <a:blip r:embed="rId2">
            <a:alphaModFix/>
          </a:blip>
          <a:srcRect/>
          <a:stretch/>
        </p:blipFill>
        <p:spPr>
          <a:xfrm>
            <a:off x="584200" y="585788"/>
            <a:ext cx="1366440" cy="292608"/>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Slide Square Border Photo">
  <p:cSld name="Title Slide Square Border Photo">
    <p:bg>
      <p:bgPr>
        <a:solidFill>
          <a:schemeClr val="lt1"/>
        </a:solidFill>
        <a:effectLst/>
      </p:bgPr>
    </p:bg>
    <p:spTree>
      <p:nvGrpSpPr>
        <p:cNvPr id="1" name="Shape 49"/>
        <p:cNvGrpSpPr/>
        <p:nvPr/>
      </p:nvGrpSpPr>
      <p:grpSpPr>
        <a:xfrm>
          <a:off x="0" y="0"/>
          <a:ext cx="0" cy="0"/>
          <a:chOff x="0" y="0"/>
          <a:chExt cx="0" cy="0"/>
        </a:xfrm>
      </p:grpSpPr>
      <p:sp>
        <p:nvSpPr>
          <p:cNvPr id="50" name="Google Shape;50;p10"/>
          <p:cNvSpPr txBox="1">
            <a:spLocks noGrp="1"/>
          </p:cNvSpPr>
          <p:nvPr>
            <p:ph type="title"/>
          </p:nvPr>
        </p:nvSpPr>
        <p:spPr>
          <a:xfrm>
            <a:off x="584200" y="2425780"/>
            <a:ext cx="4756150" cy="1107996"/>
          </a:xfrm>
          <a:prstGeom prst="rect">
            <a:avLst/>
          </a:prstGeom>
          <a:noFill/>
          <a:ln>
            <a:noFill/>
          </a:ln>
        </p:spPr>
        <p:txBody>
          <a:bodyPr spcFirstLastPara="1" wrap="square" lIns="0" tIns="0" rIns="0" bIns="0" anchor="b" anchorCtr="0">
            <a:spAutoFit/>
          </a:bodyPr>
          <a:lstStyle>
            <a:lvl1pPr lvl="0" algn="l">
              <a:lnSpc>
                <a:spcPct val="100000"/>
              </a:lnSpc>
              <a:spcBef>
                <a:spcPts val="0"/>
              </a:spcBef>
              <a:spcAft>
                <a:spcPts val="0"/>
              </a:spcAft>
              <a:buClr>
                <a:schemeClr val="dk1"/>
              </a:buClr>
              <a:buSzPts val="3600"/>
              <a:buFont typeface="Quattrocento Sans"/>
              <a:buNone/>
              <a:defRPr sz="3600">
                <a:solidFill>
                  <a:schemeClr val="dk1"/>
                </a:solidFill>
                <a:latin typeface="Quattrocento Sans"/>
                <a:ea typeface="Quattrocento Sans"/>
                <a:cs typeface="Quattrocento Sans"/>
                <a:sym typeface="Quattrocento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10"/>
          <p:cNvSpPr txBox="1">
            <a:spLocks noGrp="1"/>
          </p:cNvSpPr>
          <p:nvPr>
            <p:ph type="body" idx="1"/>
          </p:nvPr>
        </p:nvSpPr>
        <p:spPr>
          <a:xfrm>
            <a:off x="584200" y="3962400"/>
            <a:ext cx="4756150" cy="338554"/>
          </a:xfrm>
          <a:prstGeom prst="rect">
            <a:avLst/>
          </a:prstGeom>
          <a:noFill/>
          <a:ln>
            <a:noFill/>
          </a:ln>
        </p:spPr>
        <p:txBody>
          <a:bodyPr spcFirstLastPara="1" wrap="square" lIns="0" tIns="0" rIns="0" bIns="0" anchor="t" anchorCtr="0">
            <a:spAutoFit/>
          </a:bodyPr>
          <a:lstStyle>
            <a:lvl1pPr marL="457200" lvl="0" indent="-228600" algn="l">
              <a:lnSpc>
                <a:spcPct val="100000"/>
              </a:lnSpc>
              <a:spcBef>
                <a:spcPts val="0"/>
              </a:spcBef>
              <a:spcAft>
                <a:spcPts val="0"/>
              </a:spcAft>
              <a:buClr>
                <a:schemeClr val="dk1"/>
              </a:buClr>
              <a:buSzPts val="1980"/>
              <a:buNone/>
              <a:defRPr sz="2200">
                <a:solidFill>
                  <a:schemeClr val="dk1"/>
                </a:solidFill>
                <a:latin typeface="Quattrocento Sans"/>
                <a:ea typeface="Quattrocento Sans"/>
                <a:cs typeface="Quattrocento Sans"/>
                <a:sym typeface="Quattrocento Sans"/>
              </a:defRPr>
            </a:lvl1pPr>
            <a:lvl2pPr marL="914400" lvl="1" indent="-331469" algn="l">
              <a:lnSpc>
                <a:spcPct val="100000"/>
              </a:lnSpc>
              <a:spcBef>
                <a:spcPts val="360"/>
              </a:spcBef>
              <a:spcAft>
                <a:spcPts val="0"/>
              </a:spcAft>
              <a:buClr>
                <a:schemeClr val="dk1"/>
              </a:buClr>
              <a:buSzPts val="1620"/>
              <a:buChar char="·"/>
              <a:defRPr/>
            </a:lvl2pPr>
            <a:lvl3pPr marL="1371600" lvl="2" indent="-331469" algn="l">
              <a:lnSpc>
                <a:spcPct val="100000"/>
              </a:lnSpc>
              <a:spcBef>
                <a:spcPts val="360"/>
              </a:spcBef>
              <a:spcAft>
                <a:spcPts val="0"/>
              </a:spcAft>
              <a:buClr>
                <a:schemeClr val="dk1"/>
              </a:buClr>
              <a:buSzPts val="1620"/>
              <a:buChar char="·"/>
              <a:defRPr/>
            </a:lvl3pPr>
            <a:lvl4pPr marL="1828800" lvl="3" indent="-331469" algn="l">
              <a:lnSpc>
                <a:spcPct val="100000"/>
              </a:lnSpc>
              <a:spcBef>
                <a:spcPts val="360"/>
              </a:spcBef>
              <a:spcAft>
                <a:spcPts val="0"/>
              </a:spcAft>
              <a:buClr>
                <a:schemeClr val="dk1"/>
              </a:buClr>
              <a:buSzPts val="1620"/>
              <a:buChar char="·"/>
              <a:defRPr/>
            </a:lvl4pPr>
            <a:lvl5pPr marL="2286000" lvl="4" indent="-331470" algn="l">
              <a:lnSpc>
                <a:spcPct val="100000"/>
              </a:lnSpc>
              <a:spcBef>
                <a:spcPts val="360"/>
              </a:spcBef>
              <a:spcAft>
                <a:spcPts val="0"/>
              </a:spcAft>
              <a:buClr>
                <a:schemeClr val="dk1"/>
              </a:buClr>
              <a:buSzPts val="162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pic>
        <p:nvPicPr>
          <p:cNvPr id="52" name="Google Shape;52;p10" descr="Microsoft logo, gray text version"/>
          <p:cNvPicPr preferRelativeResize="0"/>
          <p:nvPr/>
        </p:nvPicPr>
        <p:blipFill rotWithShape="1">
          <a:blip r:embed="rId2">
            <a:alphaModFix/>
          </a:blip>
          <a:srcRect/>
          <a:stretch/>
        </p:blipFill>
        <p:spPr>
          <a:xfrm>
            <a:off x="584200" y="585788"/>
            <a:ext cx="1366440" cy="292608"/>
          </a:xfrm>
          <a:prstGeom prst="rect">
            <a:avLst/>
          </a:prstGeom>
          <a:noFill/>
          <a:ln>
            <a:noFill/>
          </a:ln>
        </p:spPr>
      </p:pic>
      <p:sp>
        <p:nvSpPr>
          <p:cNvPr id="53" name="Google Shape;53;p10"/>
          <p:cNvSpPr>
            <a:spLocks noGrp="1"/>
          </p:cNvSpPr>
          <p:nvPr>
            <p:ph type="pic" idx="2"/>
          </p:nvPr>
        </p:nvSpPr>
        <p:spPr>
          <a:xfrm>
            <a:off x="5627688" y="292100"/>
            <a:ext cx="6270625" cy="6272213"/>
          </a:xfrm>
          <a:prstGeom prst="rect">
            <a:avLst/>
          </a:prstGeom>
          <a:noFill/>
          <a:ln>
            <a:noFill/>
          </a:ln>
        </p:spPr>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guide id="5" pos="3545">
          <p15:clr>
            <a:srgbClr val="FBAE40"/>
          </p15:clr>
        </p15:guide>
        <p15:guide id="6" pos="3364">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End Slide Color Bkg">
  <p:cSld name="End Slide Color Bkg">
    <p:bg>
      <p:bgPr>
        <a:solidFill>
          <a:schemeClr val="dk2"/>
        </a:solidFill>
        <a:effectLst/>
      </p:bgPr>
    </p:bg>
    <p:spTree>
      <p:nvGrpSpPr>
        <p:cNvPr id="1" name="Shape 54"/>
        <p:cNvGrpSpPr/>
        <p:nvPr/>
      </p:nvGrpSpPr>
      <p:grpSpPr>
        <a:xfrm>
          <a:off x="0" y="0"/>
          <a:ext cx="0" cy="0"/>
          <a:chOff x="0" y="0"/>
          <a:chExt cx="0" cy="0"/>
        </a:xfrm>
      </p:grpSpPr>
      <p:sp>
        <p:nvSpPr>
          <p:cNvPr id="55" name="Google Shape;55;p11"/>
          <p:cNvSpPr txBox="1">
            <a:spLocks noGrp="1"/>
          </p:cNvSpPr>
          <p:nvPr>
            <p:ph type="title"/>
          </p:nvPr>
        </p:nvSpPr>
        <p:spPr>
          <a:xfrm>
            <a:off x="584200" y="5715040"/>
            <a:ext cx="9144000" cy="553998"/>
          </a:xfrm>
          <a:prstGeom prst="rect">
            <a:avLst/>
          </a:prstGeom>
          <a:noFill/>
          <a:ln>
            <a:noFill/>
          </a:ln>
        </p:spPr>
        <p:txBody>
          <a:bodyPr spcFirstLastPara="1" wrap="square" lIns="0" tIns="0" rIns="0" bIns="0" anchor="b" anchorCtr="0">
            <a:spAutoFit/>
          </a:bodyPr>
          <a:lstStyle>
            <a:lvl1pPr lvl="0" algn="l">
              <a:lnSpc>
                <a:spcPct val="100000"/>
              </a:lnSpc>
              <a:spcBef>
                <a:spcPts val="0"/>
              </a:spcBef>
              <a:spcAft>
                <a:spcPts val="0"/>
              </a:spcAft>
              <a:buClr>
                <a:schemeClr val="accent3"/>
              </a:buClr>
              <a:buSzPts val="3600"/>
              <a:buFont typeface="Quattrocento Sans"/>
              <a:buNone/>
              <a:defRPr sz="3600">
                <a:solidFill>
                  <a:schemeClr val="accent3"/>
                </a:solidFill>
                <a:latin typeface="Quattrocento Sans"/>
                <a:ea typeface="Quattrocento Sans"/>
                <a:cs typeface="Quattrocento Sans"/>
                <a:sym typeface="Quattrocento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pic>
        <p:nvPicPr>
          <p:cNvPr id="56" name="Google Shape;56;p11" descr="Microsoft logo white text version"/>
          <p:cNvPicPr preferRelativeResize="0"/>
          <p:nvPr/>
        </p:nvPicPr>
        <p:blipFill rotWithShape="1">
          <a:blip r:embed="rId2">
            <a:alphaModFix/>
          </a:blip>
          <a:srcRect/>
          <a:stretch/>
        </p:blipFill>
        <p:spPr>
          <a:xfrm>
            <a:off x="584200" y="585788"/>
            <a:ext cx="1366245" cy="292608"/>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extLst>
    <p:ext uri="{DCECCB84-F9BA-43D5-87BE-67443E8EF086}">
      <p15:sldGuideLst xmlns:p15="http://schemas.microsoft.com/office/powerpoint/2012/main">
        <p15:guide id="1" pos="6132">
          <p15:clr>
            <a:srgbClr val="5ACBF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End Slide Black Bkg">
  <p:cSld name="End Slide Black Bkg">
    <p:bg>
      <p:bgPr>
        <a:solidFill>
          <a:schemeClr val="dk1"/>
        </a:solidFill>
        <a:effectLst/>
      </p:bgPr>
    </p:bg>
    <p:spTree>
      <p:nvGrpSpPr>
        <p:cNvPr id="1" name="Shape 57"/>
        <p:cNvGrpSpPr/>
        <p:nvPr/>
      </p:nvGrpSpPr>
      <p:grpSpPr>
        <a:xfrm>
          <a:off x="0" y="0"/>
          <a:ext cx="0" cy="0"/>
          <a:chOff x="0" y="0"/>
          <a:chExt cx="0" cy="0"/>
        </a:xfrm>
      </p:grpSpPr>
      <p:sp>
        <p:nvSpPr>
          <p:cNvPr id="58" name="Google Shape;58;p12"/>
          <p:cNvSpPr txBox="1">
            <a:spLocks noGrp="1"/>
          </p:cNvSpPr>
          <p:nvPr>
            <p:ph type="title"/>
          </p:nvPr>
        </p:nvSpPr>
        <p:spPr>
          <a:xfrm>
            <a:off x="584200" y="5715040"/>
            <a:ext cx="9144000" cy="553998"/>
          </a:xfrm>
          <a:prstGeom prst="rect">
            <a:avLst/>
          </a:prstGeom>
          <a:noFill/>
          <a:ln>
            <a:noFill/>
          </a:ln>
        </p:spPr>
        <p:txBody>
          <a:bodyPr spcFirstLastPara="1" wrap="square" lIns="0" tIns="0" rIns="0" bIns="0" anchor="b" anchorCtr="0">
            <a:spAutoFit/>
          </a:bodyPr>
          <a:lstStyle>
            <a:lvl1pPr lvl="0" algn="l">
              <a:lnSpc>
                <a:spcPct val="100000"/>
              </a:lnSpc>
              <a:spcBef>
                <a:spcPts val="0"/>
              </a:spcBef>
              <a:spcAft>
                <a:spcPts val="0"/>
              </a:spcAft>
              <a:buClr>
                <a:schemeClr val="lt1"/>
              </a:buClr>
              <a:buSzPts val="3600"/>
              <a:buFont typeface="Quattrocento Sans"/>
              <a:buNone/>
              <a:defRPr sz="3600">
                <a:solidFill>
                  <a:schemeClr val="lt1"/>
                </a:solidFill>
                <a:latin typeface="Quattrocento Sans"/>
                <a:ea typeface="Quattrocento Sans"/>
                <a:cs typeface="Quattrocento Sans"/>
                <a:sym typeface="Quattrocento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pic>
        <p:nvPicPr>
          <p:cNvPr id="59" name="Google Shape;59;p12" descr="Microsoft logo white text version"/>
          <p:cNvPicPr preferRelativeResize="0"/>
          <p:nvPr/>
        </p:nvPicPr>
        <p:blipFill rotWithShape="1">
          <a:blip r:embed="rId2">
            <a:alphaModFix/>
          </a:blip>
          <a:srcRect/>
          <a:stretch/>
        </p:blipFill>
        <p:spPr>
          <a:xfrm>
            <a:off x="584200" y="585788"/>
            <a:ext cx="1366245" cy="292608"/>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extLst>
    <p:ext uri="{DCECCB84-F9BA-43D5-87BE-67443E8EF086}">
      <p15:sldGuideLst xmlns:p15="http://schemas.microsoft.com/office/powerpoint/2012/main">
        <p15:guide id="1" pos="6132">
          <p15:clr>
            <a:srgbClr val="5ACBF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Content">
  <p:cSld name="Title and Content">
    <p:spTree>
      <p:nvGrpSpPr>
        <p:cNvPr id="1" name="Shape 60"/>
        <p:cNvGrpSpPr/>
        <p:nvPr/>
      </p:nvGrpSpPr>
      <p:grpSpPr>
        <a:xfrm>
          <a:off x="0" y="0"/>
          <a:ext cx="0" cy="0"/>
          <a:chOff x="0" y="0"/>
          <a:chExt cx="0" cy="0"/>
        </a:xfrm>
      </p:grpSpPr>
      <p:sp>
        <p:nvSpPr>
          <p:cNvPr id="61" name="Google Shape;61;p13"/>
          <p:cNvSpPr txBox="1">
            <a:spLocks noGrp="1"/>
          </p:cNvSpPr>
          <p:nvPr>
            <p:ph type="title"/>
          </p:nvPr>
        </p:nvSpPr>
        <p:spPr>
          <a:xfrm>
            <a:off x="588263" y="457200"/>
            <a:ext cx="11018520" cy="553998"/>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Clr>
                <a:schemeClr val="dk1"/>
              </a:buClr>
              <a:buSzPts val="3600"/>
              <a:buFont typeface="Quattrocento Sans"/>
              <a:buNone/>
              <a:defRPr>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2" name="Google Shape;62;p13"/>
          <p:cNvSpPr txBox="1">
            <a:spLocks noGrp="1"/>
          </p:cNvSpPr>
          <p:nvPr>
            <p:ph type="body" idx="1"/>
          </p:nvPr>
        </p:nvSpPr>
        <p:spPr>
          <a:xfrm>
            <a:off x="584200" y="1435100"/>
            <a:ext cx="11018838" cy="4833938"/>
          </a:xfrm>
          <a:prstGeom prst="rect">
            <a:avLst/>
          </a:prstGeom>
          <a:noFill/>
          <a:ln>
            <a:noFill/>
          </a:ln>
        </p:spPr>
        <p:txBody>
          <a:bodyPr spcFirstLastPara="1" wrap="square" lIns="0" tIns="0" rIns="0" bIns="0" anchor="t" anchorCtr="0">
            <a:spAutoFit/>
          </a:bodyPr>
          <a:lstStyle>
            <a:lvl1pPr marL="457200" lvl="0" indent="-388620" algn="l">
              <a:lnSpc>
                <a:spcPct val="100000"/>
              </a:lnSpc>
              <a:spcBef>
                <a:spcPts val="560"/>
              </a:spcBef>
              <a:spcAft>
                <a:spcPts val="0"/>
              </a:spcAft>
              <a:buClr>
                <a:schemeClr val="dk1"/>
              </a:buClr>
              <a:buSzPts val="2520"/>
              <a:buChar char="·"/>
              <a:defRPr>
                <a:solidFill>
                  <a:schemeClr val="dk1"/>
                </a:solidFill>
              </a:defRPr>
            </a:lvl1pPr>
            <a:lvl2pPr marL="914400" lvl="1" indent="-342900" algn="l">
              <a:lnSpc>
                <a:spcPct val="100000"/>
              </a:lnSpc>
              <a:spcBef>
                <a:spcPts val="400"/>
              </a:spcBef>
              <a:spcAft>
                <a:spcPts val="0"/>
              </a:spcAft>
              <a:buClr>
                <a:schemeClr val="dk1"/>
              </a:buClr>
              <a:buSzPts val="1800"/>
              <a:buChar char="·"/>
              <a:defRPr>
                <a:solidFill>
                  <a:schemeClr val="dk1"/>
                </a:solidFill>
              </a:defRPr>
            </a:lvl2pPr>
            <a:lvl3pPr marL="1371600" lvl="2" indent="-320039" algn="l">
              <a:lnSpc>
                <a:spcPct val="100000"/>
              </a:lnSpc>
              <a:spcBef>
                <a:spcPts val="320"/>
              </a:spcBef>
              <a:spcAft>
                <a:spcPts val="0"/>
              </a:spcAft>
              <a:buClr>
                <a:schemeClr val="dk1"/>
              </a:buClr>
              <a:buSzPts val="1440"/>
              <a:buChar char="·"/>
              <a:defRPr>
                <a:solidFill>
                  <a:schemeClr val="dk1"/>
                </a:solidFill>
              </a:defRPr>
            </a:lvl3pPr>
            <a:lvl4pPr marL="1828800" lvl="3" indent="-308610" algn="l">
              <a:lnSpc>
                <a:spcPct val="100000"/>
              </a:lnSpc>
              <a:spcBef>
                <a:spcPts val="280"/>
              </a:spcBef>
              <a:spcAft>
                <a:spcPts val="0"/>
              </a:spcAft>
              <a:buClr>
                <a:schemeClr val="dk1"/>
              </a:buClr>
              <a:buSzPts val="1260"/>
              <a:buChar char="·"/>
              <a:defRPr>
                <a:solidFill>
                  <a:schemeClr val="dk1"/>
                </a:solidFill>
              </a:defRPr>
            </a:lvl4pPr>
            <a:lvl5pPr marL="2286000" lvl="4" indent="-308610" algn="l">
              <a:lnSpc>
                <a:spcPct val="100000"/>
              </a:lnSpc>
              <a:spcBef>
                <a:spcPts val="280"/>
              </a:spcBef>
              <a:spcAft>
                <a:spcPts val="0"/>
              </a:spcAft>
              <a:buClr>
                <a:schemeClr val="dk1"/>
              </a:buClr>
              <a:buSzPts val="1260"/>
              <a:buChar char="·"/>
              <a:defRPr>
                <a:solidFill>
                  <a:schemeClr val="dk1"/>
                </a:solidFill>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63" name="Google Shape;63;p13"/>
          <p:cNvSpPr txBox="1"/>
          <p:nvPr/>
        </p:nvSpPr>
        <p:spPr>
          <a:xfrm>
            <a:off x="12355721" y="-203944"/>
            <a:ext cx="577081" cy="153888"/>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00">
                <a:solidFill>
                  <a:srgbClr val="A3A3A3"/>
                </a:solidFill>
                <a:latin typeface="Quattrocento Sans"/>
                <a:ea typeface="Quattrocento Sans"/>
                <a:cs typeface="Quattrocento Sans"/>
                <a:sym typeface="Quattrocento Sans"/>
              </a:rPr>
              <a:t>ELT layout</a:t>
            </a:r>
            <a:endParaRPr/>
          </a:p>
        </p:txBody>
      </p:sp>
    </p:spTree>
  </p:cSld>
  <p:clrMapOvr>
    <a:masterClrMapping/>
  </p:clrMapOvr>
  <p:transition>
    <p:fade/>
  </p:transition>
  <p:extLst>
    <p:ext uri="{DCECCB84-F9BA-43D5-87BE-67443E8EF086}">
      <p15:sldGuideLst xmlns:p15="http://schemas.microsoft.com/office/powerpoint/2012/main">
        <p15:guide id="1" orient="horz" pos="1272">
          <p15:clr>
            <a:srgbClr val="5ACBF0"/>
          </p15:clr>
        </p15:guide>
        <p15:guide id="2" orient="horz" pos="288">
          <p15:clr>
            <a:srgbClr val="5ACBF0"/>
          </p15:clr>
        </p15:guide>
        <p15:guide id="3" orient="horz" pos="904">
          <p15:clr>
            <a:srgbClr val="5ACBF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wo Column Bullet text">
  <p:cSld name="Two Column Bullet text">
    <p:spTree>
      <p:nvGrpSpPr>
        <p:cNvPr id="1" name="Shape 64"/>
        <p:cNvGrpSpPr/>
        <p:nvPr/>
      </p:nvGrpSpPr>
      <p:grpSpPr>
        <a:xfrm>
          <a:off x="0" y="0"/>
          <a:ext cx="0" cy="0"/>
          <a:chOff x="0" y="0"/>
          <a:chExt cx="0" cy="0"/>
        </a:xfrm>
      </p:grpSpPr>
      <p:sp>
        <p:nvSpPr>
          <p:cNvPr id="65" name="Google Shape;65;p14"/>
          <p:cNvSpPr txBox="1">
            <a:spLocks noGrp="1"/>
          </p:cNvSpPr>
          <p:nvPr>
            <p:ph type="title"/>
          </p:nvPr>
        </p:nvSpPr>
        <p:spPr>
          <a:xfrm>
            <a:off x="588263" y="457200"/>
            <a:ext cx="11018520" cy="553998"/>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6" name="Google Shape;66;p14"/>
          <p:cNvSpPr txBox="1">
            <a:spLocks noGrp="1"/>
          </p:cNvSpPr>
          <p:nvPr>
            <p:ph type="body" idx="1"/>
          </p:nvPr>
        </p:nvSpPr>
        <p:spPr>
          <a:xfrm>
            <a:off x="584200" y="1435100"/>
            <a:ext cx="5211763" cy="4833938"/>
          </a:xfrm>
          <a:prstGeom prst="rect">
            <a:avLst/>
          </a:prstGeom>
          <a:noFill/>
          <a:ln>
            <a:noFill/>
          </a:ln>
        </p:spPr>
        <p:txBody>
          <a:bodyPr spcFirstLastPara="1" wrap="square" lIns="0" tIns="0" rIns="0" bIns="0" anchor="t" anchorCtr="0">
            <a:spAutoFit/>
          </a:bodyPr>
          <a:lstStyle>
            <a:lvl1pPr marL="457200" lvl="0" indent="-331470" algn="l">
              <a:lnSpc>
                <a:spcPct val="100000"/>
              </a:lnSpc>
              <a:spcBef>
                <a:spcPts val="360"/>
              </a:spcBef>
              <a:spcAft>
                <a:spcPts val="0"/>
              </a:spcAft>
              <a:buClr>
                <a:schemeClr val="dk1"/>
              </a:buClr>
              <a:buSzPts val="1620"/>
              <a:buChar char="·"/>
              <a:defRPr/>
            </a:lvl1pPr>
            <a:lvl2pPr marL="914400" lvl="1" indent="-331469" algn="l">
              <a:lnSpc>
                <a:spcPct val="100000"/>
              </a:lnSpc>
              <a:spcBef>
                <a:spcPts val="360"/>
              </a:spcBef>
              <a:spcAft>
                <a:spcPts val="0"/>
              </a:spcAft>
              <a:buClr>
                <a:schemeClr val="dk1"/>
              </a:buClr>
              <a:buSzPts val="1620"/>
              <a:buChar char="·"/>
              <a:defRPr/>
            </a:lvl2pPr>
            <a:lvl3pPr marL="1371600" lvl="2" indent="-331469" algn="l">
              <a:lnSpc>
                <a:spcPct val="100000"/>
              </a:lnSpc>
              <a:spcBef>
                <a:spcPts val="360"/>
              </a:spcBef>
              <a:spcAft>
                <a:spcPts val="0"/>
              </a:spcAft>
              <a:buClr>
                <a:schemeClr val="dk1"/>
              </a:buClr>
              <a:buSzPts val="1620"/>
              <a:buChar char="·"/>
              <a:defRPr/>
            </a:lvl3pPr>
            <a:lvl4pPr marL="1828800" lvl="3" indent="-331469" algn="l">
              <a:lnSpc>
                <a:spcPct val="100000"/>
              </a:lnSpc>
              <a:spcBef>
                <a:spcPts val="360"/>
              </a:spcBef>
              <a:spcAft>
                <a:spcPts val="0"/>
              </a:spcAft>
              <a:buClr>
                <a:schemeClr val="dk1"/>
              </a:buClr>
              <a:buSzPts val="1620"/>
              <a:buChar char="·"/>
              <a:defRPr/>
            </a:lvl4pPr>
            <a:lvl5pPr marL="2286000" lvl="4" indent="-331470" algn="l">
              <a:lnSpc>
                <a:spcPct val="100000"/>
              </a:lnSpc>
              <a:spcBef>
                <a:spcPts val="360"/>
              </a:spcBef>
              <a:spcAft>
                <a:spcPts val="0"/>
              </a:spcAft>
              <a:buClr>
                <a:schemeClr val="dk1"/>
              </a:buClr>
              <a:buSzPts val="162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67" name="Google Shape;67;p14"/>
          <p:cNvSpPr txBox="1">
            <a:spLocks noGrp="1"/>
          </p:cNvSpPr>
          <p:nvPr>
            <p:ph type="body" idx="2"/>
          </p:nvPr>
        </p:nvSpPr>
        <p:spPr>
          <a:xfrm>
            <a:off x="6389688" y="1435100"/>
            <a:ext cx="5219700" cy="4833938"/>
          </a:xfrm>
          <a:prstGeom prst="rect">
            <a:avLst/>
          </a:prstGeom>
          <a:noFill/>
          <a:ln>
            <a:noFill/>
          </a:ln>
        </p:spPr>
        <p:txBody>
          <a:bodyPr spcFirstLastPara="1" wrap="square" lIns="0" tIns="0" rIns="0" bIns="0" anchor="t" anchorCtr="0">
            <a:spAutoFit/>
          </a:bodyPr>
          <a:lstStyle>
            <a:lvl1pPr marL="457200" lvl="0" indent="-331470" algn="l">
              <a:lnSpc>
                <a:spcPct val="100000"/>
              </a:lnSpc>
              <a:spcBef>
                <a:spcPts val="360"/>
              </a:spcBef>
              <a:spcAft>
                <a:spcPts val="0"/>
              </a:spcAft>
              <a:buClr>
                <a:schemeClr val="dk1"/>
              </a:buClr>
              <a:buSzPts val="1620"/>
              <a:buChar char="·"/>
              <a:defRPr/>
            </a:lvl1pPr>
            <a:lvl2pPr marL="914400" lvl="1" indent="-331469" algn="l">
              <a:lnSpc>
                <a:spcPct val="100000"/>
              </a:lnSpc>
              <a:spcBef>
                <a:spcPts val="360"/>
              </a:spcBef>
              <a:spcAft>
                <a:spcPts val="0"/>
              </a:spcAft>
              <a:buClr>
                <a:schemeClr val="dk1"/>
              </a:buClr>
              <a:buSzPts val="1620"/>
              <a:buChar char="·"/>
              <a:defRPr/>
            </a:lvl2pPr>
            <a:lvl3pPr marL="1371600" lvl="2" indent="-331469" algn="l">
              <a:lnSpc>
                <a:spcPct val="100000"/>
              </a:lnSpc>
              <a:spcBef>
                <a:spcPts val="360"/>
              </a:spcBef>
              <a:spcAft>
                <a:spcPts val="0"/>
              </a:spcAft>
              <a:buClr>
                <a:schemeClr val="dk1"/>
              </a:buClr>
              <a:buSzPts val="1620"/>
              <a:buChar char="·"/>
              <a:defRPr/>
            </a:lvl3pPr>
            <a:lvl4pPr marL="1828800" lvl="3" indent="-331469" algn="l">
              <a:lnSpc>
                <a:spcPct val="100000"/>
              </a:lnSpc>
              <a:spcBef>
                <a:spcPts val="360"/>
              </a:spcBef>
              <a:spcAft>
                <a:spcPts val="0"/>
              </a:spcAft>
              <a:buClr>
                <a:schemeClr val="dk1"/>
              </a:buClr>
              <a:buSzPts val="1620"/>
              <a:buChar char="·"/>
              <a:defRPr/>
            </a:lvl4pPr>
            <a:lvl5pPr marL="2286000" lvl="4" indent="-331470" algn="l">
              <a:lnSpc>
                <a:spcPct val="100000"/>
              </a:lnSpc>
              <a:spcBef>
                <a:spcPts val="360"/>
              </a:spcBef>
              <a:spcAft>
                <a:spcPts val="0"/>
              </a:spcAft>
              <a:buClr>
                <a:schemeClr val="dk1"/>
              </a:buClr>
              <a:buSzPts val="162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68" name="Google Shape;68;p14"/>
          <p:cNvSpPr txBox="1"/>
          <p:nvPr/>
        </p:nvSpPr>
        <p:spPr>
          <a:xfrm>
            <a:off x="12355721" y="-203944"/>
            <a:ext cx="577081" cy="153888"/>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00">
                <a:solidFill>
                  <a:srgbClr val="A3A3A3"/>
                </a:solidFill>
                <a:latin typeface="Quattrocento Sans"/>
                <a:ea typeface="Quattrocento Sans"/>
                <a:cs typeface="Quattrocento Sans"/>
                <a:sym typeface="Quattrocento Sans"/>
              </a:rPr>
              <a:t>ELT layout</a:t>
            </a:r>
            <a:endParaRPr/>
          </a:p>
        </p:txBody>
      </p:sp>
    </p:spTree>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276">
          <p15:clr>
            <a:srgbClr val="5ACBF0"/>
          </p15:clr>
        </p15:guide>
        <p15:guide id="3" orient="horz" pos="904">
          <p15:clr>
            <a:srgbClr val="5ACBF0"/>
          </p15:clr>
        </p15:guide>
        <p15:guide id="4" pos="3660">
          <p15:clr>
            <a:srgbClr val="5ACBF0"/>
          </p15:clr>
        </p15:guide>
        <p15:guide id="5" pos="4024">
          <p15:clr>
            <a:srgbClr val="5ACBF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wo Column Non-bulleted text">
  <p:cSld name="Two Column Non-bulleted text">
    <p:spTree>
      <p:nvGrpSpPr>
        <p:cNvPr id="1" name="Shape 69"/>
        <p:cNvGrpSpPr/>
        <p:nvPr/>
      </p:nvGrpSpPr>
      <p:grpSpPr>
        <a:xfrm>
          <a:off x="0" y="0"/>
          <a:ext cx="0" cy="0"/>
          <a:chOff x="0" y="0"/>
          <a:chExt cx="0" cy="0"/>
        </a:xfrm>
      </p:grpSpPr>
      <p:sp>
        <p:nvSpPr>
          <p:cNvPr id="70" name="Google Shape;70;p15"/>
          <p:cNvSpPr txBox="1">
            <a:spLocks noGrp="1"/>
          </p:cNvSpPr>
          <p:nvPr>
            <p:ph type="title"/>
          </p:nvPr>
        </p:nvSpPr>
        <p:spPr>
          <a:xfrm>
            <a:off x="588263" y="457200"/>
            <a:ext cx="11018520" cy="553998"/>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1" name="Google Shape;71;p15"/>
          <p:cNvSpPr txBox="1">
            <a:spLocks noGrp="1"/>
          </p:cNvSpPr>
          <p:nvPr>
            <p:ph type="body" idx="1"/>
          </p:nvPr>
        </p:nvSpPr>
        <p:spPr>
          <a:xfrm>
            <a:off x="584200" y="1435100"/>
            <a:ext cx="5212080" cy="1649682"/>
          </a:xfrm>
          <a:prstGeom prst="rect">
            <a:avLst/>
          </a:prstGeom>
          <a:noFill/>
          <a:ln>
            <a:noFill/>
          </a:ln>
        </p:spPr>
        <p:txBody>
          <a:bodyPr spcFirstLastPara="1" wrap="square" lIns="0" tIns="0" rIns="0" bIns="0" anchor="t" anchorCtr="0">
            <a:spAutoFit/>
          </a:bodyPr>
          <a:lstStyle>
            <a:lvl1pPr marL="457200" lvl="0" indent="-228600" algn="l">
              <a:lnSpc>
                <a:spcPct val="100000"/>
              </a:lnSpc>
              <a:spcBef>
                <a:spcPts val="1224"/>
              </a:spcBef>
              <a:spcAft>
                <a:spcPts val="0"/>
              </a:spcAft>
              <a:buClr>
                <a:schemeClr val="dk1"/>
              </a:buClr>
              <a:buSzPts val="2520"/>
              <a:buFont typeface="Noto Sans Symbols"/>
              <a:buNone/>
              <a:defRPr sz="2800" b="0">
                <a:latin typeface="Quattrocento Sans"/>
                <a:ea typeface="Quattrocento Sans"/>
                <a:cs typeface="Quattrocento Sans"/>
                <a:sym typeface="Quattrocento Sans"/>
              </a:defRPr>
            </a:lvl1pPr>
            <a:lvl2pPr marL="914400" lvl="1" indent="-228600" algn="l">
              <a:lnSpc>
                <a:spcPct val="100000"/>
              </a:lnSpc>
              <a:spcBef>
                <a:spcPts val="400"/>
              </a:spcBef>
              <a:spcAft>
                <a:spcPts val="0"/>
              </a:spcAft>
              <a:buClr>
                <a:schemeClr val="dk1"/>
              </a:buClr>
              <a:buSzPts val="1800"/>
              <a:buFont typeface="Noto Sans Symbols"/>
              <a:buNone/>
              <a:defRPr sz="2000" b="0"/>
            </a:lvl2pPr>
            <a:lvl3pPr marL="1371600" lvl="2" indent="-228600" algn="l">
              <a:lnSpc>
                <a:spcPct val="100000"/>
              </a:lnSpc>
              <a:spcBef>
                <a:spcPts val="320"/>
              </a:spcBef>
              <a:spcAft>
                <a:spcPts val="0"/>
              </a:spcAft>
              <a:buClr>
                <a:schemeClr val="dk1"/>
              </a:buClr>
              <a:buSzPts val="1440"/>
              <a:buFont typeface="Noto Sans Symbols"/>
              <a:buNone/>
              <a:defRPr sz="1600" b="0"/>
            </a:lvl3pPr>
            <a:lvl4pPr marL="1828800" lvl="3" indent="-228600" algn="l">
              <a:lnSpc>
                <a:spcPct val="100000"/>
              </a:lnSpc>
              <a:spcBef>
                <a:spcPts val="280"/>
              </a:spcBef>
              <a:spcAft>
                <a:spcPts val="0"/>
              </a:spcAft>
              <a:buClr>
                <a:schemeClr val="dk1"/>
              </a:buClr>
              <a:buSzPts val="1260"/>
              <a:buFont typeface="Noto Sans Symbols"/>
              <a:buNone/>
              <a:defRPr sz="1400" b="0"/>
            </a:lvl4pPr>
            <a:lvl5pPr marL="2286000" lvl="4" indent="-228600" algn="l">
              <a:lnSpc>
                <a:spcPct val="100000"/>
              </a:lnSpc>
              <a:spcBef>
                <a:spcPts val="280"/>
              </a:spcBef>
              <a:spcAft>
                <a:spcPts val="0"/>
              </a:spcAft>
              <a:buClr>
                <a:schemeClr val="dk1"/>
              </a:buClr>
              <a:buSzPts val="1260"/>
              <a:buFont typeface="Noto Sans Symbols"/>
              <a:buNone/>
              <a:defRPr sz="1400" b="0"/>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2" name="Google Shape;72;p15"/>
          <p:cNvSpPr txBox="1">
            <a:spLocks noGrp="1"/>
          </p:cNvSpPr>
          <p:nvPr>
            <p:ph type="body" idx="2"/>
          </p:nvPr>
        </p:nvSpPr>
        <p:spPr>
          <a:xfrm>
            <a:off x="6397171" y="1435100"/>
            <a:ext cx="5212080" cy="1649682"/>
          </a:xfrm>
          <a:prstGeom prst="rect">
            <a:avLst/>
          </a:prstGeom>
          <a:noFill/>
          <a:ln>
            <a:noFill/>
          </a:ln>
        </p:spPr>
        <p:txBody>
          <a:bodyPr spcFirstLastPara="1" wrap="square" lIns="0" tIns="0" rIns="0" bIns="0" anchor="t" anchorCtr="0">
            <a:spAutoFit/>
          </a:bodyPr>
          <a:lstStyle>
            <a:lvl1pPr marL="457200" lvl="0" indent="-228600" algn="l">
              <a:lnSpc>
                <a:spcPct val="100000"/>
              </a:lnSpc>
              <a:spcBef>
                <a:spcPts val="1224"/>
              </a:spcBef>
              <a:spcAft>
                <a:spcPts val="0"/>
              </a:spcAft>
              <a:buClr>
                <a:schemeClr val="dk1"/>
              </a:buClr>
              <a:buSzPts val="2520"/>
              <a:buFont typeface="Noto Sans Symbols"/>
              <a:buNone/>
              <a:defRPr sz="2800" b="0">
                <a:latin typeface="Quattrocento Sans"/>
                <a:ea typeface="Quattrocento Sans"/>
                <a:cs typeface="Quattrocento Sans"/>
                <a:sym typeface="Quattrocento Sans"/>
              </a:defRPr>
            </a:lvl1pPr>
            <a:lvl2pPr marL="914400" lvl="1" indent="-228600" algn="l">
              <a:lnSpc>
                <a:spcPct val="100000"/>
              </a:lnSpc>
              <a:spcBef>
                <a:spcPts val="400"/>
              </a:spcBef>
              <a:spcAft>
                <a:spcPts val="0"/>
              </a:spcAft>
              <a:buClr>
                <a:schemeClr val="dk1"/>
              </a:buClr>
              <a:buSzPts val="1800"/>
              <a:buFont typeface="Noto Sans Symbols"/>
              <a:buNone/>
              <a:defRPr sz="2000" b="0"/>
            </a:lvl2pPr>
            <a:lvl3pPr marL="1371600" lvl="2" indent="-228600" algn="l">
              <a:lnSpc>
                <a:spcPct val="100000"/>
              </a:lnSpc>
              <a:spcBef>
                <a:spcPts val="320"/>
              </a:spcBef>
              <a:spcAft>
                <a:spcPts val="0"/>
              </a:spcAft>
              <a:buClr>
                <a:schemeClr val="dk1"/>
              </a:buClr>
              <a:buSzPts val="1440"/>
              <a:buFont typeface="Noto Sans Symbols"/>
              <a:buNone/>
              <a:defRPr sz="1600" b="0"/>
            </a:lvl3pPr>
            <a:lvl4pPr marL="1828800" lvl="3" indent="-228600" algn="l">
              <a:lnSpc>
                <a:spcPct val="100000"/>
              </a:lnSpc>
              <a:spcBef>
                <a:spcPts val="280"/>
              </a:spcBef>
              <a:spcAft>
                <a:spcPts val="0"/>
              </a:spcAft>
              <a:buClr>
                <a:schemeClr val="dk1"/>
              </a:buClr>
              <a:buSzPts val="1260"/>
              <a:buFont typeface="Noto Sans Symbols"/>
              <a:buNone/>
              <a:defRPr sz="1400" b="0"/>
            </a:lvl4pPr>
            <a:lvl5pPr marL="2286000" lvl="4" indent="-228600" algn="l">
              <a:lnSpc>
                <a:spcPct val="100000"/>
              </a:lnSpc>
              <a:spcBef>
                <a:spcPts val="280"/>
              </a:spcBef>
              <a:spcAft>
                <a:spcPts val="0"/>
              </a:spcAft>
              <a:buClr>
                <a:schemeClr val="dk1"/>
              </a:buClr>
              <a:buSzPts val="1260"/>
              <a:buFont typeface="Noto Sans Symbols"/>
              <a:buNone/>
              <a:defRPr sz="1400" b="0"/>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Tree>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272">
          <p15:clr>
            <a:srgbClr val="5ACBF0"/>
          </p15:clr>
        </p15:guide>
        <p15:guide id="3" orient="horz" pos="904">
          <p15:clr>
            <a:srgbClr val="5ACBF0"/>
          </p15:clr>
        </p15:guide>
        <p15:guide id="4" pos="3656">
          <p15:clr>
            <a:srgbClr val="5ACBF0"/>
          </p15:clr>
        </p15:guide>
        <p15:guide id="5" pos="4024">
          <p15:clr>
            <a:srgbClr val="5ACBF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wo Column Bullet with Subheads">
  <p:cSld name="Two Column Bullet with Subheads">
    <p:spTree>
      <p:nvGrpSpPr>
        <p:cNvPr id="1" name="Shape 73"/>
        <p:cNvGrpSpPr/>
        <p:nvPr/>
      </p:nvGrpSpPr>
      <p:grpSpPr>
        <a:xfrm>
          <a:off x="0" y="0"/>
          <a:ext cx="0" cy="0"/>
          <a:chOff x="0" y="0"/>
          <a:chExt cx="0" cy="0"/>
        </a:xfrm>
      </p:grpSpPr>
      <p:sp>
        <p:nvSpPr>
          <p:cNvPr id="74" name="Google Shape;74;p16"/>
          <p:cNvSpPr txBox="1">
            <a:spLocks noGrp="1"/>
          </p:cNvSpPr>
          <p:nvPr>
            <p:ph type="title"/>
          </p:nvPr>
        </p:nvSpPr>
        <p:spPr>
          <a:xfrm>
            <a:off x="588263" y="457200"/>
            <a:ext cx="11018520" cy="553998"/>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Clr>
                <a:schemeClr val="dk1"/>
              </a:buClr>
              <a:buSzPts val="3600"/>
              <a:buFont typeface="Quattrocento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5" name="Google Shape;75;p16"/>
          <p:cNvSpPr txBox="1">
            <a:spLocks noGrp="1"/>
          </p:cNvSpPr>
          <p:nvPr>
            <p:ph type="body" idx="1"/>
          </p:nvPr>
        </p:nvSpPr>
        <p:spPr>
          <a:xfrm>
            <a:off x="584200" y="1436688"/>
            <a:ext cx="5219700" cy="430887"/>
          </a:xfrm>
          <a:prstGeom prst="rect">
            <a:avLst/>
          </a:prstGeom>
          <a:noFill/>
          <a:ln>
            <a:noFill/>
          </a:ln>
        </p:spPr>
        <p:txBody>
          <a:bodyPr spcFirstLastPara="1" wrap="square" lIns="0" tIns="0" rIns="0" bIns="0" anchor="t" anchorCtr="0">
            <a:spAutoFit/>
          </a:bodyPr>
          <a:lstStyle>
            <a:lvl1pPr marL="457200" lvl="0" indent="-228600" algn="l">
              <a:lnSpc>
                <a:spcPct val="100000"/>
              </a:lnSpc>
              <a:spcBef>
                <a:spcPts val="0"/>
              </a:spcBef>
              <a:spcAft>
                <a:spcPts val="0"/>
              </a:spcAft>
              <a:buClr>
                <a:schemeClr val="dk1"/>
              </a:buClr>
              <a:buSzPts val="2520"/>
              <a:buNone/>
              <a:defRPr sz="2800">
                <a:solidFill>
                  <a:schemeClr val="dk1"/>
                </a:solidFill>
                <a:latin typeface="Quattrocento Sans"/>
                <a:ea typeface="Quattrocento Sans"/>
                <a:cs typeface="Quattrocento Sans"/>
                <a:sym typeface="Quattrocento Sans"/>
              </a:defRPr>
            </a:lvl1pPr>
            <a:lvl2pPr marL="914400" lvl="1" indent="-331469" algn="l">
              <a:lnSpc>
                <a:spcPct val="100000"/>
              </a:lnSpc>
              <a:spcBef>
                <a:spcPts val="360"/>
              </a:spcBef>
              <a:spcAft>
                <a:spcPts val="0"/>
              </a:spcAft>
              <a:buClr>
                <a:schemeClr val="dk1"/>
              </a:buClr>
              <a:buSzPts val="1620"/>
              <a:buChar char="·"/>
              <a:defRPr/>
            </a:lvl2pPr>
            <a:lvl3pPr marL="1371600" lvl="2" indent="-331469" algn="l">
              <a:lnSpc>
                <a:spcPct val="100000"/>
              </a:lnSpc>
              <a:spcBef>
                <a:spcPts val="360"/>
              </a:spcBef>
              <a:spcAft>
                <a:spcPts val="0"/>
              </a:spcAft>
              <a:buClr>
                <a:schemeClr val="dk1"/>
              </a:buClr>
              <a:buSzPts val="1620"/>
              <a:buChar char="·"/>
              <a:defRPr/>
            </a:lvl3pPr>
            <a:lvl4pPr marL="1828800" lvl="3" indent="-331469" algn="l">
              <a:lnSpc>
                <a:spcPct val="100000"/>
              </a:lnSpc>
              <a:spcBef>
                <a:spcPts val="360"/>
              </a:spcBef>
              <a:spcAft>
                <a:spcPts val="0"/>
              </a:spcAft>
              <a:buClr>
                <a:schemeClr val="dk1"/>
              </a:buClr>
              <a:buSzPts val="1620"/>
              <a:buChar char="·"/>
              <a:defRPr/>
            </a:lvl4pPr>
            <a:lvl5pPr marL="2286000" lvl="4" indent="-331470" algn="l">
              <a:lnSpc>
                <a:spcPct val="100000"/>
              </a:lnSpc>
              <a:spcBef>
                <a:spcPts val="360"/>
              </a:spcBef>
              <a:spcAft>
                <a:spcPts val="0"/>
              </a:spcAft>
              <a:buClr>
                <a:schemeClr val="dk1"/>
              </a:buClr>
              <a:buSzPts val="162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6" name="Google Shape;76;p16"/>
          <p:cNvSpPr txBox="1">
            <a:spLocks noGrp="1"/>
          </p:cNvSpPr>
          <p:nvPr>
            <p:ph type="body" idx="2"/>
          </p:nvPr>
        </p:nvSpPr>
        <p:spPr>
          <a:xfrm>
            <a:off x="584200" y="2084388"/>
            <a:ext cx="5219700" cy="1612749"/>
          </a:xfrm>
          <a:prstGeom prst="rect">
            <a:avLst/>
          </a:prstGeom>
          <a:noFill/>
          <a:ln>
            <a:noFill/>
          </a:ln>
        </p:spPr>
        <p:txBody>
          <a:bodyPr spcFirstLastPara="1" wrap="square" lIns="0" tIns="0" rIns="0" bIns="0" anchor="t" anchorCtr="0">
            <a:spAutoFit/>
          </a:bodyPr>
          <a:lstStyle>
            <a:lvl1pPr marL="457200" lvl="0" indent="-365760" algn="l">
              <a:lnSpc>
                <a:spcPct val="100000"/>
              </a:lnSpc>
              <a:spcBef>
                <a:spcPts val="480"/>
              </a:spcBef>
              <a:spcAft>
                <a:spcPts val="0"/>
              </a:spcAft>
              <a:buClr>
                <a:schemeClr val="dk1"/>
              </a:buClr>
              <a:buSzPts val="2160"/>
              <a:buChar char="·"/>
              <a:defRPr sz="2400"/>
            </a:lvl1pPr>
            <a:lvl2pPr marL="914400" lvl="1" indent="-342900" algn="l">
              <a:lnSpc>
                <a:spcPct val="100000"/>
              </a:lnSpc>
              <a:spcBef>
                <a:spcPts val="400"/>
              </a:spcBef>
              <a:spcAft>
                <a:spcPts val="0"/>
              </a:spcAft>
              <a:buClr>
                <a:schemeClr val="dk1"/>
              </a:buClr>
              <a:buSzPts val="1800"/>
              <a:buChar char="·"/>
              <a:defRPr/>
            </a:lvl2pPr>
            <a:lvl3pPr marL="1371600" lvl="2" indent="-320039" algn="l">
              <a:lnSpc>
                <a:spcPct val="100000"/>
              </a:lnSpc>
              <a:spcBef>
                <a:spcPts val="320"/>
              </a:spcBef>
              <a:spcAft>
                <a:spcPts val="0"/>
              </a:spcAft>
              <a:buClr>
                <a:schemeClr val="dk1"/>
              </a:buClr>
              <a:buSzPts val="1440"/>
              <a:buChar char="·"/>
              <a:defRPr/>
            </a:lvl3pPr>
            <a:lvl4pPr marL="1828800" lvl="3" indent="-308610" algn="l">
              <a:lnSpc>
                <a:spcPct val="100000"/>
              </a:lnSpc>
              <a:spcBef>
                <a:spcPts val="280"/>
              </a:spcBef>
              <a:spcAft>
                <a:spcPts val="0"/>
              </a:spcAft>
              <a:buClr>
                <a:schemeClr val="dk1"/>
              </a:buClr>
              <a:buSzPts val="1260"/>
              <a:buChar char="·"/>
              <a:defRPr/>
            </a:lvl4pPr>
            <a:lvl5pPr marL="2286000" lvl="4" indent="-308610" algn="l">
              <a:lnSpc>
                <a:spcPct val="100000"/>
              </a:lnSpc>
              <a:spcBef>
                <a:spcPts val="280"/>
              </a:spcBef>
              <a:spcAft>
                <a:spcPts val="0"/>
              </a:spcAft>
              <a:buClr>
                <a:schemeClr val="dk1"/>
              </a:buClr>
              <a:buSzPts val="126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7" name="Google Shape;77;p16"/>
          <p:cNvSpPr txBox="1">
            <a:spLocks noGrp="1"/>
          </p:cNvSpPr>
          <p:nvPr>
            <p:ph type="body" idx="3"/>
          </p:nvPr>
        </p:nvSpPr>
        <p:spPr>
          <a:xfrm>
            <a:off x="6397625" y="1436688"/>
            <a:ext cx="5219700" cy="430887"/>
          </a:xfrm>
          <a:prstGeom prst="rect">
            <a:avLst/>
          </a:prstGeom>
          <a:noFill/>
          <a:ln>
            <a:noFill/>
          </a:ln>
        </p:spPr>
        <p:txBody>
          <a:bodyPr spcFirstLastPara="1" wrap="square" lIns="0" tIns="0" rIns="0" bIns="0" anchor="t" anchorCtr="0">
            <a:spAutoFit/>
          </a:bodyPr>
          <a:lstStyle>
            <a:lvl1pPr marL="457200" lvl="0" indent="-228600" algn="l">
              <a:lnSpc>
                <a:spcPct val="100000"/>
              </a:lnSpc>
              <a:spcBef>
                <a:spcPts val="0"/>
              </a:spcBef>
              <a:spcAft>
                <a:spcPts val="0"/>
              </a:spcAft>
              <a:buClr>
                <a:schemeClr val="dk1"/>
              </a:buClr>
              <a:buSzPts val="2520"/>
              <a:buNone/>
              <a:defRPr sz="2800">
                <a:solidFill>
                  <a:schemeClr val="dk1"/>
                </a:solidFill>
                <a:latin typeface="Quattrocento Sans"/>
                <a:ea typeface="Quattrocento Sans"/>
                <a:cs typeface="Quattrocento Sans"/>
                <a:sym typeface="Quattrocento Sans"/>
              </a:defRPr>
            </a:lvl1pPr>
            <a:lvl2pPr marL="914400" lvl="1" indent="-331469" algn="l">
              <a:lnSpc>
                <a:spcPct val="100000"/>
              </a:lnSpc>
              <a:spcBef>
                <a:spcPts val="360"/>
              </a:spcBef>
              <a:spcAft>
                <a:spcPts val="0"/>
              </a:spcAft>
              <a:buClr>
                <a:schemeClr val="dk1"/>
              </a:buClr>
              <a:buSzPts val="1620"/>
              <a:buChar char="·"/>
              <a:defRPr/>
            </a:lvl2pPr>
            <a:lvl3pPr marL="1371600" lvl="2" indent="-331469" algn="l">
              <a:lnSpc>
                <a:spcPct val="100000"/>
              </a:lnSpc>
              <a:spcBef>
                <a:spcPts val="360"/>
              </a:spcBef>
              <a:spcAft>
                <a:spcPts val="0"/>
              </a:spcAft>
              <a:buClr>
                <a:schemeClr val="dk1"/>
              </a:buClr>
              <a:buSzPts val="1620"/>
              <a:buChar char="·"/>
              <a:defRPr/>
            </a:lvl3pPr>
            <a:lvl4pPr marL="1828800" lvl="3" indent="-331469" algn="l">
              <a:lnSpc>
                <a:spcPct val="100000"/>
              </a:lnSpc>
              <a:spcBef>
                <a:spcPts val="360"/>
              </a:spcBef>
              <a:spcAft>
                <a:spcPts val="0"/>
              </a:spcAft>
              <a:buClr>
                <a:schemeClr val="dk1"/>
              </a:buClr>
              <a:buSzPts val="1620"/>
              <a:buChar char="·"/>
              <a:defRPr/>
            </a:lvl4pPr>
            <a:lvl5pPr marL="2286000" lvl="4" indent="-331470" algn="l">
              <a:lnSpc>
                <a:spcPct val="100000"/>
              </a:lnSpc>
              <a:spcBef>
                <a:spcPts val="360"/>
              </a:spcBef>
              <a:spcAft>
                <a:spcPts val="0"/>
              </a:spcAft>
              <a:buClr>
                <a:schemeClr val="dk1"/>
              </a:buClr>
              <a:buSzPts val="162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8" name="Google Shape;78;p16"/>
          <p:cNvSpPr txBox="1">
            <a:spLocks noGrp="1"/>
          </p:cNvSpPr>
          <p:nvPr>
            <p:ph type="body" idx="4"/>
          </p:nvPr>
        </p:nvSpPr>
        <p:spPr>
          <a:xfrm>
            <a:off x="6397625" y="2084388"/>
            <a:ext cx="5219700" cy="1612749"/>
          </a:xfrm>
          <a:prstGeom prst="rect">
            <a:avLst/>
          </a:prstGeom>
          <a:noFill/>
          <a:ln>
            <a:noFill/>
          </a:ln>
        </p:spPr>
        <p:txBody>
          <a:bodyPr spcFirstLastPara="1" wrap="square" lIns="0" tIns="0" rIns="0" bIns="0" anchor="t" anchorCtr="0">
            <a:spAutoFit/>
          </a:bodyPr>
          <a:lstStyle>
            <a:lvl1pPr marL="457200" lvl="0" indent="-365760" algn="l">
              <a:lnSpc>
                <a:spcPct val="100000"/>
              </a:lnSpc>
              <a:spcBef>
                <a:spcPts val="480"/>
              </a:spcBef>
              <a:spcAft>
                <a:spcPts val="0"/>
              </a:spcAft>
              <a:buClr>
                <a:schemeClr val="dk1"/>
              </a:buClr>
              <a:buSzPts val="2160"/>
              <a:buChar char="·"/>
              <a:defRPr sz="2400"/>
            </a:lvl1pPr>
            <a:lvl2pPr marL="914400" lvl="1" indent="-342900" algn="l">
              <a:lnSpc>
                <a:spcPct val="100000"/>
              </a:lnSpc>
              <a:spcBef>
                <a:spcPts val="400"/>
              </a:spcBef>
              <a:spcAft>
                <a:spcPts val="0"/>
              </a:spcAft>
              <a:buClr>
                <a:schemeClr val="dk1"/>
              </a:buClr>
              <a:buSzPts val="1800"/>
              <a:buChar char="·"/>
              <a:defRPr/>
            </a:lvl2pPr>
            <a:lvl3pPr marL="1371600" lvl="2" indent="-320039" algn="l">
              <a:lnSpc>
                <a:spcPct val="100000"/>
              </a:lnSpc>
              <a:spcBef>
                <a:spcPts val="320"/>
              </a:spcBef>
              <a:spcAft>
                <a:spcPts val="0"/>
              </a:spcAft>
              <a:buClr>
                <a:schemeClr val="dk1"/>
              </a:buClr>
              <a:buSzPts val="1440"/>
              <a:buChar char="·"/>
              <a:defRPr/>
            </a:lvl3pPr>
            <a:lvl4pPr marL="1828800" lvl="3" indent="-308610" algn="l">
              <a:lnSpc>
                <a:spcPct val="100000"/>
              </a:lnSpc>
              <a:spcBef>
                <a:spcPts val="280"/>
              </a:spcBef>
              <a:spcAft>
                <a:spcPts val="0"/>
              </a:spcAft>
              <a:buClr>
                <a:schemeClr val="dk1"/>
              </a:buClr>
              <a:buSzPts val="1260"/>
              <a:buChar char="·"/>
              <a:defRPr/>
            </a:lvl4pPr>
            <a:lvl5pPr marL="2286000" lvl="4" indent="-308610" algn="l">
              <a:lnSpc>
                <a:spcPct val="100000"/>
              </a:lnSpc>
              <a:spcBef>
                <a:spcPts val="280"/>
              </a:spcBef>
              <a:spcAft>
                <a:spcPts val="0"/>
              </a:spcAft>
              <a:buClr>
                <a:schemeClr val="dk1"/>
              </a:buClr>
              <a:buSzPts val="126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Tree>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311">
          <p15:clr>
            <a:srgbClr val="5ACBF0"/>
          </p15:clr>
        </p15:guide>
        <p15:guide id="3" pos="3656">
          <p15:clr>
            <a:srgbClr val="5ACBF0"/>
          </p15:clr>
        </p15:guide>
        <p15:guide id="4" pos="4024">
          <p15:clr>
            <a:srgbClr val="5ACBF0"/>
          </p15:clr>
        </p15:guide>
        <p15:guide id="5" orient="horz" pos="905">
          <p15:clr>
            <a:srgbClr val="5ACBF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wo Column Content with Subheads">
  <p:cSld name="Two Column Content with Subheads">
    <p:spTree>
      <p:nvGrpSpPr>
        <p:cNvPr id="1" name="Shape 79"/>
        <p:cNvGrpSpPr/>
        <p:nvPr/>
      </p:nvGrpSpPr>
      <p:grpSpPr>
        <a:xfrm>
          <a:off x="0" y="0"/>
          <a:ext cx="0" cy="0"/>
          <a:chOff x="0" y="0"/>
          <a:chExt cx="0" cy="0"/>
        </a:xfrm>
      </p:grpSpPr>
      <p:sp>
        <p:nvSpPr>
          <p:cNvPr id="80" name="Google Shape;80;p17"/>
          <p:cNvSpPr txBox="1">
            <a:spLocks noGrp="1"/>
          </p:cNvSpPr>
          <p:nvPr>
            <p:ph type="title"/>
          </p:nvPr>
        </p:nvSpPr>
        <p:spPr>
          <a:xfrm>
            <a:off x="588263" y="457200"/>
            <a:ext cx="11018520" cy="553998"/>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Clr>
                <a:schemeClr val="dk1"/>
              </a:buClr>
              <a:buSzPts val="3600"/>
              <a:buFont typeface="Quattrocento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1" name="Google Shape;81;p17"/>
          <p:cNvSpPr txBox="1">
            <a:spLocks noGrp="1"/>
          </p:cNvSpPr>
          <p:nvPr>
            <p:ph type="body" idx="1"/>
          </p:nvPr>
        </p:nvSpPr>
        <p:spPr>
          <a:xfrm>
            <a:off x="584200" y="1436688"/>
            <a:ext cx="5219700" cy="430887"/>
          </a:xfrm>
          <a:prstGeom prst="rect">
            <a:avLst/>
          </a:prstGeom>
          <a:noFill/>
          <a:ln>
            <a:noFill/>
          </a:ln>
        </p:spPr>
        <p:txBody>
          <a:bodyPr spcFirstLastPara="1" wrap="square" lIns="0" tIns="0" rIns="0" bIns="0" anchor="t" anchorCtr="0">
            <a:spAutoFit/>
          </a:bodyPr>
          <a:lstStyle>
            <a:lvl1pPr marL="457200" lvl="0" indent="-228600" algn="l">
              <a:lnSpc>
                <a:spcPct val="100000"/>
              </a:lnSpc>
              <a:spcBef>
                <a:spcPts val="0"/>
              </a:spcBef>
              <a:spcAft>
                <a:spcPts val="0"/>
              </a:spcAft>
              <a:buClr>
                <a:schemeClr val="dk1"/>
              </a:buClr>
              <a:buSzPts val="2520"/>
              <a:buNone/>
              <a:defRPr sz="2800">
                <a:solidFill>
                  <a:schemeClr val="dk1"/>
                </a:solidFill>
                <a:latin typeface="Quattrocento Sans"/>
                <a:ea typeface="Quattrocento Sans"/>
                <a:cs typeface="Quattrocento Sans"/>
                <a:sym typeface="Quattrocento Sans"/>
              </a:defRPr>
            </a:lvl1pPr>
            <a:lvl2pPr marL="914400" lvl="1" indent="-331469" algn="l">
              <a:lnSpc>
                <a:spcPct val="100000"/>
              </a:lnSpc>
              <a:spcBef>
                <a:spcPts val="360"/>
              </a:spcBef>
              <a:spcAft>
                <a:spcPts val="0"/>
              </a:spcAft>
              <a:buClr>
                <a:schemeClr val="dk1"/>
              </a:buClr>
              <a:buSzPts val="1620"/>
              <a:buChar char="·"/>
              <a:defRPr/>
            </a:lvl2pPr>
            <a:lvl3pPr marL="1371600" lvl="2" indent="-331469" algn="l">
              <a:lnSpc>
                <a:spcPct val="100000"/>
              </a:lnSpc>
              <a:spcBef>
                <a:spcPts val="360"/>
              </a:spcBef>
              <a:spcAft>
                <a:spcPts val="0"/>
              </a:spcAft>
              <a:buClr>
                <a:schemeClr val="dk1"/>
              </a:buClr>
              <a:buSzPts val="1620"/>
              <a:buChar char="·"/>
              <a:defRPr/>
            </a:lvl3pPr>
            <a:lvl4pPr marL="1828800" lvl="3" indent="-331469" algn="l">
              <a:lnSpc>
                <a:spcPct val="100000"/>
              </a:lnSpc>
              <a:spcBef>
                <a:spcPts val="360"/>
              </a:spcBef>
              <a:spcAft>
                <a:spcPts val="0"/>
              </a:spcAft>
              <a:buClr>
                <a:schemeClr val="dk1"/>
              </a:buClr>
              <a:buSzPts val="1620"/>
              <a:buChar char="·"/>
              <a:defRPr/>
            </a:lvl4pPr>
            <a:lvl5pPr marL="2286000" lvl="4" indent="-331470" algn="l">
              <a:lnSpc>
                <a:spcPct val="100000"/>
              </a:lnSpc>
              <a:spcBef>
                <a:spcPts val="360"/>
              </a:spcBef>
              <a:spcAft>
                <a:spcPts val="0"/>
              </a:spcAft>
              <a:buClr>
                <a:schemeClr val="dk1"/>
              </a:buClr>
              <a:buSzPts val="162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82" name="Google Shape;82;p17"/>
          <p:cNvSpPr txBox="1">
            <a:spLocks noGrp="1"/>
          </p:cNvSpPr>
          <p:nvPr>
            <p:ph type="body" idx="2"/>
          </p:nvPr>
        </p:nvSpPr>
        <p:spPr>
          <a:xfrm>
            <a:off x="588963" y="2081212"/>
            <a:ext cx="5214937" cy="4187825"/>
          </a:xfrm>
          <a:prstGeom prst="rect">
            <a:avLst/>
          </a:prstGeom>
          <a:noFill/>
          <a:ln>
            <a:noFill/>
          </a:ln>
        </p:spPr>
        <p:txBody>
          <a:bodyPr spcFirstLastPara="1" wrap="square" lIns="0" tIns="0" rIns="0" bIns="0" anchor="t" anchorCtr="0">
            <a:spAutoFit/>
          </a:bodyPr>
          <a:lstStyle>
            <a:lvl1pPr marL="457200" lvl="0" indent="-365760" algn="l">
              <a:lnSpc>
                <a:spcPct val="100000"/>
              </a:lnSpc>
              <a:spcBef>
                <a:spcPts val="480"/>
              </a:spcBef>
              <a:spcAft>
                <a:spcPts val="0"/>
              </a:spcAft>
              <a:buClr>
                <a:schemeClr val="dk1"/>
              </a:buClr>
              <a:buSzPts val="2160"/>
              <a:buChar char="·"/>
              <a:defRPr sz="2400"/>
            </a:lvl1pPr>
            <a:lvl2pPr marL="914400" lvl="1" indent="-331469" algn="l">
              <a:lnSpc>
                <a:spcPct val="100000"/>
              </a:lnSpc>
              <a:spcBef>
                <a:spcPts val="360"/>
              </a:spcBef>
              <a:spcAft>
                <a:spcPts val="0"/>
              </a:spcAft>
              <a:buClr>
                <a:schemeClr val="dk1"/>
              </a:buClr>
              <a:buSzPts val="1620"/>
              <a:buChar char="·"/>
              <a:defRPr/>
            </a:lvl2pPr>
            <a:lvl3pPr marL="1371600" lvl="2" indent="-331469" algn="l">
              <a:lnSpc>
                <a:spcPct val="100000"/>
              </a:lnSpc>
              <a:spcBef>
                <a:spcPts val="360"/>
              </a:spcBef>
              <a:spcAft>
                <a:spcPts val="0"/>
              </a:spcAft>
              <a:buClr>
                <a:schemeClr val="dk1"/>
              </a:buClr>
              <a:buSzPts val="1620"/>
              <a:buChar char="·"/>
              <a:defRPr/>
            </a:lvl3pPr>
            <a:lvl4pPr marL="1828800" lvl="3" indent="-331469" algn="l">
              <a:lnSpc>
                <a:spcPct val="100000"/>
              </a:lnSpc>
              <a:spcBef>
                <a:spcPts val="360"/>
              </a:spcBef>
              <a:spcAft>
                <a:spcPts val="0"/>
              </a:spcAft>
              <a:buClr>
                <a:schemeClr val="dk1"/>
              </a:buClr>
              <a:buSzPts val="1620"/>
              <a:buChar char="·"/>
              <a:defRPr/>
            </a:lvl4pPr>
            <a:lvl5pPr marL="2286000" lvl="4" indent="-331470" algn="l">
              <a:lnSpc>
                <a:spcPct val="100000"/>
              </a:lnSpc>
              <a:spcBef>
                <a:spcPts val="360"/>
              </a:spcBef>
              <a:spcAft>
                <a:spcPts val="0"/>
              </a:spcAft>
              <a:buClr>
                <a:schemeClr val="dk1"/>
              </a:buClr>
              <a:buSzPts val="162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83" name="Google Shape;83;p17"/>
          <p:cNvSpPr txBox="1">
            <a:spLocks noGrp="1"/>
          </p:cNvSpPr>
          <p:nvPr>
            <p:ph type="body" idx="3"/>
          </p:nvPr>
        </p:nvSpPr>
        <p:spPr>
          <a:xfrm>
            <a:off x="6397625" y="1436688"/>
            <a:ext cx="5219700" cy="430887"/>
          </a:xfrm>
          <a:prstGeom prst="rect">
            <a:avLst/>
          </a:prstGeom>
          <a:noFill/>
          <a:ln>
            <a:noFill/>
          </a:ln>
        </p:spPr>
        <p:txBody>
          <a:bodyPr spcFirstLastPara="1" wrap="square" lIns="0" tIns="0" rIns="0" bIns="0" anchor="t" anchorCtr="0">
            <a:spAutoFit/>
          </a:bodyPr>
          <a:lstStyle>
            <a:lvl1pPr marL="457200" lvl="0" indent="-228600" algn="l">
              <a:lnSpc>
                <a:spcPct val="100000"/>
              </a:lnSpc>
              <a:spcBef>
                <a:spcPts val="0"/>
              </a:spcBef>
              <a:spcAft>
                <a:spcPts val="0"/>
              </a:spcAft>
              <a:buClr>
                <a:schemeClr val="dk1"/>
              </a:buClr>
              <a:buSzPts val="2520"/>
              <a:buNone/>
              <a:defRPr sz="2800">
                <a:solidFill>
                  <a:schemeClr val="dk1"/>
                </a:solidFill>
                <a:latin typeface="Quattrocento Sans"/>
                <a:ea typeface="Quattrocento Sans"/>
                <a:cs typeface="Quattrocento Sans"/>
                <a:sym typeface="Quattrocento Sans"/>
              </a:defRPr>
            </a:lvl1pPr>
            <a:lvl2pPr marL="914400" lvl="1" indent="-331469" algn="l">
              <a:lnSpc>
                <a:spcPct val="100000"/>
              </a:lnSpc>
              <a:spcBef>
                <a:spcPts val="360"/>
              </a:spcBef>
              <a:spcAft>
                <a:spcPts val="0"/>
              </a:spcAft>
              <a:buClr>
                <a:schemeClr val="dk1"/>
              </a:buClr>
              <a:buSzPts val="1620"/>
              <a:buChar char="·"/>
              <a:defRPr/>
            </a:lvl2pPr>
            <a:lvl3pPr marL="1371600" lvl="2" indent="-331469" algn="l">
              <a:lnSpc>
                <a:spcPct val="100000"/>
              </a:lnSpc>
              <a:spcBef>
                <a:spcPts val="360"/>
              </a:spcBef>
              <a:spcAft>
                <a:spcPts val="0"/>
              </a:spcAft>
              <a:buClr>
                <a:schemeClr val="dk1"/>
              </a:buClr>
              <a:buSzPts val="1620"/>
              <a:buChar char="·"/>
              <a:defRPr/>
            </a:lvl3pPr>
            <a:lvl4pPr marL="1828800" lvl="3" indent="-331469" algn="l">
              <a:lnSpc>
                <a:spcPct val="100000"/>
              </a:lnSpc>
              <a:spcBef>
                <a:spcPts val="360"/>
              </a:spcBef>
              <a:spcAft>
                <a:spcPts val="0"/>
              </a:spcAft>
              <a:buClr>
                <a:schemeClr val="dk1"/>
              </a:buClr>
              <a:buSzPts val="1620"/>
              <a:buChar char="·"/>
              <a:defRPr/>
            </a:lvl4pPr>
            <a:lvl5pPr marL="2286000" lvl="4" indent="-331470" algn="l">
              <a:lnSpc>
                <a:spcPct val="100000"/>
              </a:lnSpc>
              <a:spcBef>
                <a:spcPts val="360"/>
              </a:spcBef>
              <a:spcAft>
                <a:spcPts val="0"/>
              </a:spcAft>
              <a:buClr>
                <a:schemeClr val="dk1"/>
              </a:buClr>
              <a:buSzPts val="162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84" name="Google Shape;84;p17"/>
          <p:cNvSpPr txBox="1">
            <a:spLocks noGrp="1"/>
          </p:cNvSpPr>
          <p:nvPr>
            <p:ph type="body" idx="4"/>
          </p:nvPr>
        </p:nvSpPr>
        <p:spPr>
          <a:xfrm>
            <a:off x="6394451" y="2081212"/>
            <a:ext cx="5214937" cy="4187825"/>
          </a:xfrm>
          <a:prstGeom prst="rect">
            <a:avLst/>
          </a:prstGeom>
          <a:noFill/>
          <a:ln>
            <a:noFill/>
          </a:ln>
        </p:spPr>
        <p:txBody>
          <a:bodyPr spcFirstLastPara="1" wrap="square" lIns="0" tIns="0" rIns="0" bIns="0" anchor="t" anchorCtr="0">
            <a:spAutoFit/>
          </a:bodyPr>
          <a:lstStyle>
            <a:lvl1pPr marL="457200" lvl="0" indent="-365760" algn="l">
              <a:lnSpc>
                <a:spcPct val="100000"/>
              </a:lnSpc>
              <a:spcBef>
                <a:spcPts val="480"/>
              </a:spcBef>
              <a:spcAft>
                <a:spcPts val="0"/>
              </a:spcAft>
              <a:buClr>
                <a:schemeClr val="dk1"/>
              </a:buClr>
              <a:buSzPts val="2160"/>
              <a:buChar char="·"/>
              <a:defRPr sz="2400"/>
            </a:lvl1pPr>
            <a:lvl2pPr marL="914400" lvl="1" indent="-331469" algn="l">
              <a:lnSpc>
                <a:spcPct val="100000"/>
              </a:lnSpc>
              <a:spcBef>
                <a:spcPts val="360"/>
              </a:spcBef>
              <a:spcAft>
                <a:spcPts val="0"/>
              </a:spcAft>
              <a:buClr>
                <a:schemeClr val="dk1"/>
              </a:buClr>
              <a:buSzPts val="1620"/>
              <a:buChar char="·"/>
              <a:defRPr/>
            </a:lvl2pPr>
            <a:lvl3pPr marL="1371600" lvl="2" indent="-331469" algn="l">
              <a:lnSpc>
                <a:spcPct val="100000"/>
              </a:lnSpc>
              <a:spcBef>
                <a:spcPts val="360"/>
              </a:spcBef>
              <a:spcAft>
                <a:spcPts val="0"/>
              </a:spcAft>
              <a:buClr>
                <a:schemeClr val="dk1"/>
              </a:buClr>
              <a:buSzPts val="1620"/>
              <a:buChar char="·"/>
              <a:defRPr/>
            </a:lvl3pPr>
            <a:lvl4pPr marL="1828800" lvl="3" indent="-331469" algn="l">
              <a:lnSpc>
                <a:spcPct val="100000"/>
              </a:lnSpc>
              <a:spcBef>
                <a:spcPts val="360"/>
              </a:spcBef>
              <a:spcAft>
                <a:spcPts val="0"/>
              </a:spcAft>
              <a:buClr>
                <a:schemeClr val="dk1"/>
              </a:buClr>
              <a:buSzPts val="1620"/>
              <a:buChar char="·"/>
              <a:defRPr/>
            </a:lvl4pPr>
            <a:lvl5pPr marL="2286000" lvl="4" indent="-331470" algn="l">
              <a:lnSpc>
                <a:spcPct val="100000"/>
              </a:lnSpc>
              <a:spcBef>
                <a:spcPts val="360"/>
              </a:spcBef>
              <a:spcAft>
                <a:spcPts val="0"/>
              </a:spcAft>
              <a:buClr>
                <a:schemeClr val="dk1"/>
              </a:buClr>
              <a:buSzPts val="162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Tree>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311">
          <p15:clr>
            <a:srgbClr val="5ACBF0"/>
          </p15:clr>
        </p15:guide>
        <p15:guide id="3" pos="3656">
          <p15:clr>
            <a:srgbClr val="5ACBF0"/>
          </p15:clr>
        </p15:guide>
        <p15:guide id="4" pos="4024">
          <p15:clr>
            <a:srgbClr val="5ACBF0"/>
          </p15:clr>
        </p15:guide>
        <p15:guide id="5" orient="horz" pos="905">
          <p15:clr>
            <a:srgbClr val="5ACBF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hree Column Bullet with Subtitles">
  <p:cSld name="Three Column Bullet with Subtitles">
    <p:spTree>
      <p:nvGrpSpPr>
        <p:cNvPr id="1" name="Shape 85"/>
        <p:cNvGrpSpPr/>
        <p:nvPr/>
      </p:nvGrpSpPr>
      <p:grpSpPr>
        <a:xfrm>
          <a:off x="0" y="0"/>
          <a:ext cx="0" cy="0"/>
          <a:chOff x="0" y="0"/>
          <a:chExt cx="0" cy="0"/>
        </a:xfrm>
      </p:grpSpPr>
      <p:sp>
        <p:nvSpPr>
          <p:cNvPr id="86" name="Google Shape;86;p18"/>
          <p:cNvSpPr txBox="1">
            <a:spLocks noGrp="1"/>
          </p:cNvSpPr>
          <p:nvPr>
            <p:ph type="title"/>
          </p:nvPr>
        </p:nvSpPr>
        <p:spPr>
          <a:xfrm>
            <a:off x="588263" y="457200"/>
            <a:ext cx="11018520" cy="553998"/>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7" name="Google Shape;87;p18"/>
          <p:cNvSpPr txBox="1">
            <a:spLocks noGrp="1"/>
          </p:cNvSpPr>
          <p:nvPr>
            <p:ph type="body" idx="1"/>
          </p:nvPr>
        </p:nvSpPr>
        <p:spPr>
          <a:xfrm>
            <a:off x="585217" y="1438275"/>
            <a:ext cx="3264408" cy="677108"/>
          </a:xfrm>
          <a:prstGeom prst="rect">
            <a:avLst/>
          </a:prstGeom>
          <a:noFill/>
          <a:ln>
            <a:noFill/>
          </a:ln>
        </p:spPr>
        <p:txBody>
          <a:bodyPr spcFirstLastPara="1" wrap="square" lIns="0" tIns="0" rIns="0" bIns="0" anchor="t" anchorCtr="0">
            <a:spAutoFit/>
          </a:bodyPr>
          <a:lstStyle>
            <a:lvl1pPr marL="457200" lvl="0" indent="-228600" algn="l">
              <a:lnSpc>
                <a:spcPct val="100000"/>
              </a:lnSpc>
              <a:spcBef>
                <a:spcPts val="0"/>
              </a:spcBef>
              <a:spcAft>
                <a:spcPts val="0"/>
              </a:spcAft>
              <a:buClr>
                <a:schemeClr val="dk1"/>
              </a:buClr>
              <a:buSzPts val="1980"/>
              <a:buNone/>
              <a:defRPr sz="2200">
                <a:solidFill>
                  <a:schemeClr val="dk1"/>
                </a:solidFill>
                <a:latin typeface="Quattrocento Sans"/>
                <a:ea typeface="Quattrocento Sans"/>
                <a:cs typeface="Quattrocento Sans"/>
                <a:sym typeface="Quattrocento Sans"/>
              </a:defRPr>
            </a:lvl1pPr>
            <a:lvl2pPr marL="914400" lvl="1" indent="-331469" algn="l">
              <a:lnSpc>
                <a:spcPct val="100000"/>
              </a:lnSpc>
              <a:spcBef>
                <a:spcPts val="360"/>
              </a:spcBef>
              <a:spcAft>
                <a:spcPts val="0"/>
              </a:spcAft>
              <a:buClr>
                <a:schemeClr val="dk1"/>
              </a:buClr>
              <a:buSzPts val="1620"/>
              <a:buChar char="·"/>
              <a:defRPr/>
            </a:lvl2pPr>
            <a:lvl3pPr marL="1371600" lvl="2" indent="-331469" algn="l">
              <a:lnSpc>
                <a:spcPct val="100000"/>
              </a:lnSpc>
              <a:spcBef>
                <a:spcPts val="360"/>
              </a:spcBef>
              <a:spcAft>
                <a:spcPts val="0"/>
              </a:spcAft>
              <a:buClr>
                <a:schemeClr val="dk1"/>
              </a:buClr>
              <a:buSzPts val="1620"/>
              <a:buChar char="·"/>
              <a:defRPr/>
            </a:lvl3pPr>
            <a:lvl4pPr marL="1828800" lvl="3" indent="-331469" algn="l">
              <a:lnSpc>
                <a:spcPct val="100000"/>
              </a:lnSpc>
              <a:spcBef>
                <a:spcPts val="360"/>
              </a:spcBef>
              <a:spcAft>
                <a:spcPts val="0"/>
              </a:spcAft>
              <a:buClr>
                <a:schemeClr val="dk1"/>
              </a:buClr>
              <a:buSzPts val="1620"/>
              <a:buChar char="·"/>
              <a:defRPr/>
            </a:lvl4pPr>
            <a:lvl5pPr marL="2286000" lvl="4" indent="-331470" algn="l">
              <a:lnSpc>
                <a:spcPct val="100000"/>
              </a:lnSpc>
              <a:spcBef>
                <a:spcPts val="360"/>
              </a:spcBef>
              <a:spcAft>
                <a:spcPts val="0"/>
              </a:spcAft>
              <a:buClr>
                <a:schemeClr val="dk1"/>
              </a:buClr>
              <a:buSzPts val="162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88" name="Google Shape;88;p18"/>
          <p:cNvSpPr txBox="1">
            <a:spLocks noGrp="1"/>
          </p:cNvSpPr>
          <p:nvPr>
            <p:ph type="body" idx="2"/>
          </p:nvPr>
        </p:nvSpPr>
        <p:spPr>
          <a:xfrm>
            <a:off x="585217" y="2390775"/>
            <a:ext cx="3264408" cy="1760482"/>
          </a:xfrm>
          <a:prstGeom prst="rect">
            <a:avLst/>
          </a:prstGeom>
          <a:noFill/>
          <a:ln>
            <a:noFill/>
          </a:ln>
        </p:spPr>
        <p:txBody>
          <a:bodyPr spcFirstLastPara="1" wrap="square" lIns="0" tIns="0" rIns="0" bIns="0" anchor="t" anchorCtr="0">
            <a:spAutoFit/>
          </a:bodyPr>
          <a:lstStyle>
            <a:lvl1pPr marL="457200" lvl="0" indent="-342900" algn="l">
              <a:lnSpc>
                <a:spcPct val="100000"/>
              </a:lnSpc>
              <a:spcBef>
                <a:spcPts val="400"/>
              </a:spcBef>
              <a:spcAft>
                <a:spcPts val="0"/>
              </a:spcAft>
              <a:buClr>
                <a:schemeClr val="dk1"/>
              </a:buClr>
              <a:buSzPts val="1800"/>
              <a:buChar char="·"/>
              <a:defRPr sz="2000"/>
            </a:lvl1pPr>
            <a:lvl2pPr marL="914400" lvl="1" indent="-331469" algn="l">
              <a:lnSpc>
                <a:spcPct val="100000"/>
              </a:lnSpc>
              <a:spcBef>
                <a:spcPts val="360"/>
              </a:spcBef>
              <a:spcAft>
                <a:spcPts val="0"/>
              </a:spcAft>
              <a:buClr>
                <a:schemeClr val="dk1"/>
              </a:buClr>
              <a:buSzPts val="1620"/>
              <a:buChar char="·"/>
              <a:defRPr sz="1800"/>
            </a:lvl2pPr>
            <a:lvl3pPr marL="1371600" lvl="2" indent="-320039" algn="l">
              <a:lnSpc>
                <a:spcPct val="100000"/>
              </a:lnSpc>
              <a:spcBef>
                <a:spcPts val="320"/>
              </a:spcBef>
              <a:spcAft>
                <a:spcPts val="0"/>
              </a:spcAft>
              <a:buClr>
                <a:schemeClr val="dk1"/>
              </a:buClr>
              <a:buSzPts val="1440"/>
              <a:buChar char="·"/>
              <a:defRPr/>
            </a:lvl3pPr>
            <a:lvl4pPr marL="1828800" lvl="3" indent="-308610" algn="l">
              <a:lnSpc>
                <a:spcPct val="100000"/>
              </a:lnSpc>
              <a:spcBef>
                <a:spcPts val="280"/>
              </a:spcBef>
              <a:spcAft>
                <a:spcPts val="0"/>
              </a:spcAft>
              <a:buClr>
                <a:schemeClr val="dk1"/>
              </a:buClr>
              <a:buSzPts val="1260"/>
              <a:buChar char="·"/>
              <a:defRPr/>
            </a:lvl4pPr>
            <a:lvl5pPr marL="2286000" lvl="4" indent="-308610" algn="l">
              <a:lnSpc>
                <a:spcPct val="100000"/>
              </a:lnSpc>
              <a:spcBef>
                <a:spcPts val="280"/>
              </a:spcBef>
              <a:spcAft>
                <a:spcPts val="0"/>
              </a:spcAft>
              <a:buClr>
                <a:schemeClr val="dk1"/>
              </a:buClr>
              <a:buSzPts val="126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89" name="Google Shape;89;p18"/>
          <p:cNvSpPr txBox="1">
            <a:spLocks noGrp="1"/>
          </p:cNvSpPr>
          <p:nvPr>
            <p:ph type="body" idx="3"/>
          </p:nvPr>
        </p:nvSpPr>
        <p:spPr>
          <a:xfrm>
            <a:off x="4463796" y="1438275"/>
            <a:ext cx="3264408" cy="677108"/>
          </a:xfrm>
          <a:prstGeom prst="rect">
            <a:avLst/>
          </a:prstGeom>
          <a:noFill/>
          <a:ln>
            <a:noFill/>
          </a:ln>
        </p:spPr>
        <p:txBody>
          <a:bodyPr spcFirstLastPara="1" wrap="square" lIns="0" tIns="0" rIns="0" bIns="0" anchor="t" anchorCtr="0">
            <a:spAutoFit/>
          </a:bodyPr>
          <a:lstStyle>
            <a:lvl1pPr marL="457200" lvl="0" indent="-228600" algn="l">
              <a:lnSpc>
                <a:spcPct val="100000"/>
              </a:lnSpc>
              <a:spcBef>
                <a:spcPts val="0"/>
              </a:spcBef>
              <a:spcAft>
                <a:spcPts val="0"/>
              </a:spcAft>
              <a:buClr>
                <a:schemeClr val="dk1"/>
              </a:buClr>
              <a:buSzPts val="1980"/>
              <a:buNone/>
              <a:defRPr sz="2200">
                <a:solidFill>
                  <a:schemeClr val="dk1"/>
                </a:solidFill>
                <a:latin typeface="Quattrocento Sans"/>
                <a:ea typeface="Quattrocento Sans"/>
                <a:cs typeface="Quattrocento Sans"/>
                <a:sym typeface="Quattrocento Sans"/>
              </a:defRPr>
            </a:lvl1pPr>
            <a:lvl2pPr marL="914400" lvl="1" indent="-331469" algn="l">
              <a:lnSpc>
                <a:spcPct val="100000"/>
              </a:lnSpc>
              <a:spcBef>
                <a:spcPts val="360"/>
              </a:spcBef>
              <a:spcAft>
                <a:spcPts val="0"/>
              </a:spcAft>
              <a:buClr>
                <a:schemeClr val="dk1"/>
              </a:buClr>
              <a:buSzPts val="1620"/>
              <a:buChar char="·"/>
              <a:defRPr/>
            </a:lvl2pPr>
            <a:lvl3pPr marL="1371600" lvl="2" indent="-331469" algn="l">
              <a:lnSpc>
                <a:spcPct val="100000"/>
              </a:lnSpc>
              <a:spcBef>
                <a:spcPts val="360"/>
              </a:spcBef>
              <a:spcAft>
                <a:spcPts val="0"/>
              </a:spcAft>
              <a:buClr>
                <a:schemeClr val="dk1"/>
              </a:buClr>
              <a:buSzPts val="1620"/>
              <a:buChar char="·"/>
              <a:defRPr/>
            </a:lvl3pPr>
            <a:lvl4pPr marL="1828800" lvl="3" indent="-331469" algn="l">
              <a:lnSpc>
                <a:spcPct val="100000"/>
              </a:lnSpc>
              <a:spcBef>
                <a:spcPts val="360"/>
              </a:spcBef>
              <a:spcAft>
                <a:spcPts val="0"/>
              </a:spcAft>
              <a:buClr>
                <a:schemeClr val="dk1"/>
              </a:buClr>
              <a:buSzPts val="1620"/>
              <a:buChar char="·"/>
              <a:defRPr/>
            </a:lvl4pPr>
            <a:lvl5pPr marL="2286000" lvl="4" indent="-331470" algn="l">
              <a:lnSpc>
                <a:spcPct val="100000"/>
              </a:lnSpc>
              <a:spcBef>
                <a:spcPts val="360"/>
              </a:spcBef>
              <a:spcAft>
                <a:spcPts val="0"/>
              </a:spcAft>
              <a:buClr>
                <a:schemeClr val="dk1"/>
              </a:buClr>
              <a:buSzPts val="162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90" name="Google Shape;90;p18"/>
          <p:cNvSpPr txBox="1">
            <a:spLocks noGrp="1"/>
          </p:cNvSpPr>
          <p:nvPr>
            <p:ph type="body" idx="4"/>
          </p:nvPr>
        </p:nvSpPr>
        <p:spPr>
          <a:xfrm>
            <a:off x="4463796" y="2384135"/>
            <a:ext cx="3264408" cy="1760482"/>
          </a:xfrm>
          <a:prstGeom prst="rect">
            <a:avLst/>
          </a:prstGeom>
          <a:noFill/>
          <a:ln>
            <a:noFill/>
          </a:ln>
        </p:spPr>
        <p:txBody>
          <a:bodyPr spcFirstLastPara="1" wrap="square" lIns="0" tIns="0" rIns="0" bIns="0" anchor="t" anchorCtr="0">
            <a:spAutoFit/>
          </a:bodyPr>
          <a:lstStyle>
            <a:lvl1pPr marL="457200" lvl="0" indent="-342900" algn="l">
              <a:lnSpc>
                <a:spcPct val="100000"/>
              </a:lnSpc>
              <a:spcBef>
                <a:spcPts val="400"/>
              </a:spcBef>
              <a:spcAft>
                <a:spcPts val="0"/>
              </a:spcAft>
              <a:buClr>
                <a:schemeClr val="dk1"/>
              </a:buClr>
              <a:buSzPts val="1800"/>
              <a:buChar char="·"/>
              <a:defRPr sz="2000"/>
            </a:lvl1pPr>
            <a:lvl2pPr marL="914400" lvl="1" indent="-331469" algn="l">
              <a:lnSpc>
                <a:spcPct val="100000"/>
              </a:lnSpc>
              <a:spcBef>
                <a:spcPts val="360"/>
              </a:spcBef>
              <a:spcAft>
                <a:spcPts val="0"/>
              </a:spcAft>
              <a:buClr>
                <a:schemeClr val="dk1"/>
              </a:buClr>
              <a:buSzPts val="1620"/>
              <a:buChar char="·"/>
              <a:defRPr sz="1800"/>
            </a:lvl2pPr>
            <a:lvl3pPr marL="1371600" lvl="2" indent="-320039" algn="l">
              <a:lnSpc>
                <a:spcPct val="100000"/>
              </a:lnSpc>
              <a:spcBef>
                <a:spcPts val="320"/>
              </a:spcBef>
              <a:spcAft>
                <a:spcPts val="0"/>
              </a:spcAft>
              <a:buClr>
                <a:schemeClr val="dk1"/>
              </a:buClr>
              <a:buSzPts val="1440"/>
              <a:buChar char="·"/>
              <a:defRPr/>
            </a:lvl3pPr>
            <a:lvl4pPr marL="1828800" lvl="3" indent="-308610" algn="l">
              <a:lnSpc>
                <a:spcPct val="100000"/>
              </a:lnSpc>
              <a:spcBef>
                <a:spcPts val="280"/>
              </a:spcBef>
              <a:spcAft>
                <a:spcPts val="0"/>
              </a:spcAft>
              <a:buClr>
                <a:schemeClr val="dk1"/>
              </a:buClr>
              <a:buSzPts val="1260"/>
              <a:buChar char="·"/>
              <a:defRPr/>
            </a:lvl4pPr>
            <a:lvl5pPr marL="2286000" lvl="4" indent="-308610" algn="l">
              <a:lnSpc>
                <a:spcPct val="100000"/>
              </a:lnSpc>
              <a:spcBef>
                <a:spcPts val="280"/>
              </a:spcBef>
              <a:spcAft>
                <a:spcPts val="0"/>
              </a:spcAft>
              <a:buClr>
                <a:schemeClr val="dk1"/>
              </a:buClr>
              <a:buSzPts val="126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91" name="Google Shape;91;p18"/>
          <p:cNvSpPr txBox="1">
            <a:spLocks noGrp="1"/>
          </p:cNvSpPr>
          <p:nvPr>
            <p:ph type="body" idx="5"/>
          </p:nvPr>
        </p:nvSpPr>
        <p:spPr>
          <a:xfrm>
            <a:off x="8342375" y="1438275"/>
            <a:ext cx="3264408" cy="677108"/>
          </a:xfrm>
          <a:prstGeom prst="rect">
            <a:avLst/>
          </a:prstGeom>
          <a:noFill/>
          <a:ln>
            <a:noFill/>
          </a:ln>
        </p:spPr>
        <p:txBody>
          <a:bodyPr spcFirstLastPara="1" wrap="square" lIns="0" tIns="0" rIns="0" bIns="0" anchor="t" anchorCtr="0">
            <a:spAutoFit/>
          </a:bodyPr>
          <a:lstStyle>
            <a:lvl1pPr marL="457200" lvl="0" indent="-228600" algn="l">
              <a:lnSpc>
                <a:spcPct val="100000"/>
              </a:lnSpc>
              <a:spcBef>
                <a:spcPts val="0"/>
              </a:spcBef>
              <a:spcAft>
                <a:spcPts val="0"/>
              </a:spcAft>
              <a:buClr>
                <a:schemeClr val="dk1"/>
              </a:buClr>
              <a:buSzPts val="1980"/>
              <a:buNone/>
              <a:defRPr sz="2200">
                <a:solidFill>
                  <a:schemeClr val="dk1"/>
                </a:solidFill>
                <a:latin typeface="Quattrocento Sans"/>
                <a:ea typeface="Quattrocento Sans"/>
                <a:cs typeface="Quattrocento Sans"/>
                <a:sym typeface="Quattrocento Sans"/>
              </a:defRPr>
            </a:lvl1pPr>
            <a:lvl2pPr marL="914400" lvl="1" indent="-331469" algn="l">
              <a:lnSpc>
                <a:spcPct val="100000"/>
              </a:lnSpc>
              <a:spcBef>
                <a:spcPts val="360"/>
              </a:spcBef>
              <a:spcAft>
                <a:spcPts val="0"/>
              </a:spcAft>
              <a:buClr>
                <a:schemeClr val="dk1"/>
              </a:buClr>
              <a:buSzPts val="1620"/>
              <a:buChar char="·"/>
              <a:defRPr/>
            </a:lvl2pPr>
            <a:lvl3pPr marL="1371600" lvl="2" indent="-331469" algn="l">
              <a:lnSpc>
                <a:spcPct val="100000"/>
              </a:lnSpc>
              <a:spcBef>
                <a:spcPts val="360"/>
              </a:spcBef>
              <a:spcAft>
                <a:spcPts val="0"/>
              </a:spcAft>
              <a:buClr>
                <a:schemeClr val="dk1"/>
              </a:buClr>
              <a:buSzPts val="1620"/>
              <a:buChar char="·"/>
              <a:defRPr/>
            </a:lvl3pPr>
            <a:lvl4pPr marL="1828800" lvl="3" indent="-331469" algn="l">
              <a:lnSpc>
                <a:spcPct val="100000"/>
              </a:lnSpc>
              <a:spcBef>
                <a:spcPts val="360"/>
              </a:spcBef>
              <a:spcAft>
                <a:spcPts val="0"/>
              </a:spcAft>
              <a:buClr>
                <a:schemeClr val="dk1"/>
              </a:buClr>
              <a:buSzPts val="1620"/>
              <a:buChar char="·"/>
              <a:defRPr/>
            </a:lvl4pPr>
            <a:lvl5pPr marL="2286000" lvl="4" indent="-331470" algn="l">
              <a:lnSpc>
                <a:spcPct val="100000"/>
              </a:lnSpc>
              <a:spcBef>
                <a:spcPts val="360"/>
              </a:spcBef>
              <a:spcAft>
                <a:spcPts val="0"/>
              </a:spcAft>
              <a:buClr>
                <a:schemeClr val="dk1"/>
              </a:buClr>
              <a:buSzPts val="162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92" name="Google Shape;92;p18"/>
          <p:cNvSpPr txBox="1">
            <a:spLocks noGrp="1"/>
          </p:cNvSpPr>
          <p:nvPr>
            <p:ph type="body" idx="6"/>
          </p:nvPr>
        </p:nvSpPr>
        <p:spPr>
          <a:xfrm>
            <a:off x="8342375" y="2390775"/>
            <a:ext cx="3264408" cy="1760482"/>
          </a:xfrm>
          <a:prstGeom prst="rect">
            <a:avLst/>
          </a:prstGeom>
          <a:noFill/>
          <a:ln>
            <a:noFill/>
          </a:ln>
        </p:spPr>
        <p:txBody>
          <a:bodyPr spcFirstLastPara="1" wrap="square" lIns="0" tIns="0" rIns="0" bIns="0" anchor="t" anchorCtr="0">
            <a:spAutoFit/>
          </a:bodyPr>
          <a:lstStyle>
            <a:lvl1pPr marL="457200" lvl="0" indent="-342900" algn="l">
              <a:lnSpc>
                <a:spcPct val="100000"/>
              </a:lnSpc>
              <a:spcBef>
                <a:spcPts val="400"/>
              </a:spcBef>
              <a:spcAft>
                <a:spcPts val="0"/>
              </a:spcAft>
              <a:buClr>
                <a:schemeClr val="dk1"/>
              </a:buClr>
              <a:buSzPts val="1800"/>
              <a:buChar char="·"/>
              <a:defRPr sz="2000"/>
            </a:lvl1pPr>
            <a:lvl2pPr marL="914400" lvl="1" indent="-331469" algn="l">
              <a:lnSpc>
                <a:spcPct val="100000"/>
              </a:lnSpc>
              <a:spcBef>
                <a:spcPts val="360"/>
              </a:spcBef>
              <a:spcAft>
                <a:spcPts val="0"/>
              </a:spcAft>
              <a:buClr>
                <a:schemeClr val="dk1"/>
              </a:buClr>
              <a:buSzPts val="1620"/>
              <a:buChar char="·"/>
              <a:defRPr sz="1800"/>
            </a:lvl2pPr>
            <a:lvl3pPr marL="1371600" lvl="2" indent="-320039" algn="l">
              <a:lnSpc>
                <a:spcPct val="100000"/>
              </a:lnSpc>
              <a:spcBef>
                <a:spcPts val="320"/>
              </a:spcBef>
              <a:spcAft>
                <a:spcPts val="0"/>
              </a:spcAft>
              <a:buClr>
                <a:schemeClr val="dk1"/>
              </a:buClr>
              <a:buSzPts val="1440"/>
              <a:buChar char="·"/>
              <a:defRPr/>
            </a:lvl3pPr>
            <a:lvl4pPr marL="1828800" lvl="3" indent="-308610" algn="l">
              <a:lnSpc>
                <a:spcPct val="100000"/>
              </a:lnSpc>
              <a:spcBef>
                <a:spcPts val="280"/>
              </a:spcBef>
              <a:spcAft>
                <a:spcPts val="0"/>
              </a:spcAft>
              <a:buClr>
                <a:schemeClr val="dk1"/>
              </a:buClr>
              <a:buSzPts val="1260"/>
              <a:buChar char="·"/>
              <a:defRPr/>
            </a:lvl4pPr>
            <a:lvl5pPr marL="2286000" lvl="4" indent="-308610" algn="l">
              <a:lnSpc>
                <a:spcPct val="100000"/>
              </a:lnSpc>
              <a:spcBef>
                <a:spcPts val="280"/>
              </a:spcBef>
              <a:spcAft>
                <a:spcPts val="0"/>
              </a:spcAft>
              <a:buClr>
                <a:schemeClr val="dk1"/>
              </a:buClr>
              <a:buSzPts val="126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Tree>
  </p:cSld>
  <p:clrMapOvr>
    <a:masterClrMapping/>
  </p:clrMapOvr>
  <p:transition>
    <p:fade/>
  </p:transition>
  <p:extLst>
    <p:ext uri="{DCECCB84-F9BA-43D5-87BE-67443E8EF086}">
      <p15:sldGuideLst xmlns:p15="http://schemas.microsoft.com/office/powerpoint/2012/main">
        <p15:guide id="1" orient="horz" pos="1506">
          <p15:clr>
            <a:srgbClr val="5ACBF0"/>
          </p15:clr>
        </p15:guide>
        <p15:guide id="2" orient="horz" pos="906">
          <p15:clr>
            <a:srgbClr val="5ACBF0"/>
          </p15:clr>
        </p15:guide>
        <p15:guide id="3" orient="horz" pos="288">
          <p15:clr>
            <a:srgbClr val="5ACBF0"/>
          </p15:clr>
        </p15:guide>
        <p15:guide id="4" pos="2430">
          <p15:clr>
            <a:srgbClr val="5ACBF0"/>
          </p15:clr>
        </p15:guide>
        <p15:guide id="5" pos="2811">
          <p15:clr>
            <a:srgbClr val="5ACBF0"/>
          </p15:clr>
        </p15:guide>
        <p15:guide id="6" pos="4871">
          <p15:clr>
            <a:srgbClr val="5ACBF0"/>
          </p15:clr>
        </p15:guide>
        <p15:guide id="7" pos="5251">
          <p15:clr>
            <a:srgbClr val="5ACBF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Four Column Bullet with Subtitles">
  <p:cSld name="Four Column Bullet with Subtitles">
    <p:spTree>
      <p:nvGrpSpPr>
        <p:cNvPr id="1" name="Shape 93"/>
        <p:cNvGrpSpPr/>
        <p:nvPr/>
      </p:nvGrpSpPr>
      <p:grpSpPr>
        <a:xfrm>
          <a:off x="0" y="0"/>
          <a:ext cx="0" cy="0"/>
          <a:chOff x="0" y="0"/>
          <a:chExt cx="0" cy="0"/>
        </a:xfrm>
      </p:grpSpPr>
      <p:sp>
        <p:nvSpPr>
          <p:cNvPr id="94" name="Google Shape;94;p19"/>
          <p:cNvSpPr txBox="1">
            <a:spLocks noGrp="1"/>
          </p:cNvSpPr>
          <p:nvPr>
            <p:ph type="title"/>
          </p:nvPr>
        </p:nvSpPr>
        <p:spPr>
          <a:xfrm>
            <a:off x="588263" y="457200"/>
            <a:ext cx="11018520" cy="553998"/>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5" name="Google Shape;95;p19"/>
          <p:cNvSpPr txBox="1">
            <a:spLocks noGrp="1"/>
          </p:cNvSpPr>
          <p:nvPr>
            <p:ph type="body" idx="1"/>
          </p:nvPr>
        </p:nvSpPr>
        <p:spPr>
          <a:xfrm>
            <a:off x="584200" y="1438275"/>
            <a:ext cx="2532063" cy="615553"/>
          </a:xfrm>
          <a:prstGeom prst="rect">
            <a:avLst/>
          </a:prstGeom>
          <a:noFill/>
          <a:ln>
            <a:noFill/>
          </a:ln>
        </p:spPr>
        <p:txBody>
          <a:bodyPr spcFirstLastPara="1" wrap="square" lIns="0" tIns="0" rIns="0" bIns="0" anchor="t" anchorCtr="0">
            <a:spAutoFit/>
          </a:bodyPr>
          <a:lstStyle>
            <a:lvl1pPr marL="457200" lvl="0" indent="-228600" algn="l">
              <a:lnSpc>
                <a:spcPct val="100000"/>
              </a:lnSpc>
              <a:spcBef>
                <a:spcPts val="0"/>
              </a:spcBef>
              <a:spcAft>
                <a:spcPts val="0"/>
              </a:spcAft>
              <a:buClr>
                <a:schemeClr val="dk1"/>
              </a:buClr>
              <a:buSzPts val="1800"/>
              <a:buNone/>
              <a:defRPr sz="2000">
                <a:solidFill>
                  <a:schemeClr val="dk1"/>
                </a:solidFill>
                <a:latin typeface="Quattrocento Sans"/>
                <a:ea typeface="Quattrocento Sans"/>
                <a:cs typeface="Quattrocento Sans"/>
                <a:sym typeface="Quattrocento Sans"/>
              </a:defRPr>
            </a:lvl1pPr>
            <a:lvl2pPr marL="914400" lvl="1" indent="-331469" algn="l">
              <a:lnSpc>
                <a:spcPct val="100000"/>
              </a:lnSpc>
              <a:spcBef>
                <a:spcPts val="360"/>
              </a:spcBef>
              <a:spcAft>
                <a:spcPts val="0"/>
              </a:spcAft>
              <a:buClr>
                <a:schemeClr val="dk1"/>
              </a:buClr>
              <a:buSzPts val="1620"/>
              <a:buChar char="·"/>
              <a:defRPr/>
            </a:lvl2pPr>
            <a:lvl3pPr marL="1371600" lvl="2" indent="-331469" algn="l">
              <a:lnSpc>
                <a:spcPct val="100000"/>
              </a:lnSpc>
              <a:spcBef>
                <a:spcPts val="360"/>
              </a:spcBef>
              <a:spcAft>
                <a:spcPts val="0"/>
              </a:spcAft>
              <a:buClr>
                <a:schemeClr val="dk1"/>
              </a:buClr>
              <a:buSzPts val="1620"/>
              <a:buChar char="·"/>
              <a:defRPr/>
            </a:lvl3pPr>
            <a:lvl4pPr marL="1828800" lvl="3" indent="-331469" algn="l">
              <a:lnSpc>
                <a:spcPct val="100000"/>
              </a:lnSpc>
              <a:spcBef>
                <a:spcPts val="360"/>
              </a:spcBef>
              <a:spcAft>
                <a:spcPts val="0"/>
              </a:spcAft>
              <a:buClr>
                <a:schemeClr val="dk1"/>
              </a:buClr>
              <a:buSzPts val="1620"/>
              <a:buChar char="·"/>
              <a:defRPr/>
            </a:lvl4pPr>
            <a:lvl5pPr marL="2286000" lvl="4" indent="-331470" algn="l">
              <a:lnSpc>
                <a:spcPct val="100000"/>
              </a:lnSpc>
              <a:spcBef>
                <a:spcPts val="360"/>
              </a:spcBef>
              <a:spcAft>
                <a:spcPts val="0"/>
              </a:spcAft>
              <a:buClr>
                <a:schemeClr val="dk1"/>
              </a:buClr>
              <a:buSzPts val="162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96" name="Google Shape;96;p19"/>
          <p:cNvSpPr txBox="1">
            <a:spLocks noGrp="1"/>
          </p:cNvSpPr>
          <p:nvPr>
            <p:ph type="body" idx="2"/>
          </p:nvPr>
        </p:nvSpPr>
        <p:spPr>
          <a:xfrm>
            <a:off x="584200" y="2283115"/>
            <a:ext cx="2532063" cy="1698927"/>
          </a:xfrm>
          <a:prstGeom prst="rect">
            <a:avLst/>
          </a:prstGeom>
          <a:noFill/>
          <a:ln>
            <a:noFill/>
          </a:ln>
        </p:spPr>
        <p:txBody>
          <a:bodyPr spcFirstLastPara="1" wrap="square" lIns="0" tIns="0" rIns="0" bIns="0" anchor="t" anchorCtr="0">
            <a:spAutoFit/>
          </a:bodyPr>
          <a:lstStyle>
            <a:lvl1pPr marL="457200" lvl="0" indent="-331470" algn="l">
              <a:lnSpc>
                <a:spcPct val="100000"/>
              </a:lnSpc>
              <a:spcBef>
                <a:spcPts val="360"/>
              </a:spcBef>
              <a:spcAft>
                <a:spcPts val="0"/>
              </a:spcAft>
              <a:buClr>
                <a:schemeClr val="dk1"/>
              </a:buClr>
              <a:buSzPts val="1620"/>
              <a:buChar char="·"/>
              <a:defRPr sz="1800"/>
            </a:lvl1pPr>
            <a:lvl2pPr marL="914400" lvl="1" indent="-320040" algn="l">
              <a:lnSpc>
                <a:spcPct val="100000"/>
              </a:lnSpc>
              <a:spcBef>
                <a:spcPts val="320"/>
              </a:spcBef>
              <a:spcAft>
                <a:spcPts val="0"/>
              </a:spcAft>
              <a:buClr>
                <a:schemeClr val="dk1"/>
              </a:buClr>
              <a:buSzPts val="1440"/>
              <a:buChar char="·"/>
              <a:defRPr sz="1600"/>
            </a:lvl2pPr>
            <a:lvl3pPr marL="1371600" lvl="2" indent="-320039" algn="l">
              <a:lnSpc>
                <a:spcPct val="100000"/>
              </a:lnSpc>
              <a:spcBef>
                <a:spcPts val="320"/>
              </a:spcBef>
              <a:spcAft>
                <a:spcPts val="0"/>
              </a:spcAft>
              <a:buClr>
                <a:schemeClr val="dk1"/>
              </a:buClr>
              <a:buSzPts val="1440"/>
              <a:buChar char="·"/>
              <a:defRPr/>
            </a:lvl3pPr>
            <a:lvl4pPr marL="1828800" lvl="3" indent="-308610" algn="l">
              <a:lnSpc>
                <a:spcPct val="100000"/>
              </a:lnSpc>
              <a:spcBef>
                <a:spcPts val="280"/>
              </a:spcBef>
              <a:spcAft>
                <a:spcPts val="0"/>
              </a:spcAft>
              <a:buClr>
                <a:schemeClr val="dk1"/>
              </a:buClr>
              <a:buSzPts val="1260"/>
              <a:buChar char="·"/>
              <a:defRPr/>
            </a:lvl4pPr>
            <a:lvl5pPr marL="2286000" lvl="4" indent="-308610" algn="l">
              <a:lnSpc>
                <a:spcPct val="100000"/>
              </a:lnSpc>
              <a:spcBef>
                <a:spcPts val="280"/>
              </a:spcBef>
              <a:spcAft>
                <a:spcPts val="0"/>
              </a:spcAft>
              <a:buClr>
                <a:schemeClr val="dk1"/>
              </a:buClr>
              <a:buSzPts val="126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97" name="Google Shape;97;p19"/>
          <p:cNvSpPr txBox="1">
            <a:spLocks noGrp="1"/>
          </p:cNvSpPr>
          <p:nvPr>
            <p:ph type="body" idx="3"/>
          </p:nvPr>
        </p:nvSpPr>
        <p:spPr>
          <a:xfrm>
            <a:off x="3413125" y="1438275"/>
            <a:ext cx="2533650" cy="615553"/>
          </a:xfrm>
          <a:prstGeom prst="rect">
            <a:avLst/>
          </a:prstGeom>
          <a:noFill/>
          <a:ln>
            <a:noFill/>
          </a:ln>
        </p:spPr>
        <p:txBody>
          <a:bodyPr spcFirstLastPara="1" wrap="square" lIns="0" tIns="0" rIns="0" bIns="0" anchor="t" anchorCtr="0">
            <a:spAutoFit/>
          </a:bodyPr>
          <a:lstStyle>
            <a:lvl1pPr marL="457200" lvl="0" indent="-228600" algn="l">
              <a:lnSpc>
                <a:spcPct val="100000"/>
              </a:lnSpc>
              <a:spcBef>
                <a:spcPts val="0"/>
              </a:spcBef>
              <a:spcAft>
                <a:spcPts val="0"/>
              </a:spcAft>
              <a:buClr>
                <a:schemeClr val="dk1"/>
              </a:buClr>
              <a:buSzPts val="1800"/>
              <a:buNone/>
              <a:defRPr sz="2000">
                <a:solidFill>
                  <a:schemeClr val="dk1"/>
                </a:solidFill>
                <a:latin typeface="Quattrocento Sans"/>
                <a:ea typeface="Quattrocento Sans"/>
                <a:cs typeface="Quattrocento Sans"/>
                <a:sym typeface="Quattrocento Sans"/>
              </a:defRPr>
            </a:lvl1pPr>
            <a:lvl2pPr marL="914400" lvl="1" indent="-331469" algn="l">
              <a:lnSpc>
                <a:spcPct val="100000"/>
              </a:lnSpc>
              <a:spcBef>
                <a:spcPts val="360"/>
              </a:spcBef>
              <a:spcAft>
                <a:spcPts val="0"/>
              </a:spcAft>
              <a:buClr>
                <a:schemeClr val="dk1"/>
              </a:buClr>
              <a:buSzPts val="1620"/>
              <a:buChar char="·"/>
              <a:defRPr/>
            </a:lvl2pPr>
            <a:lvl3pPr marL="1371600" lvl="2" indent="-331469" algn="l">
              <a:lnSpc>
                <a:spcPct val="100000"/>
              </a:lnSpc>
              <a:spcBef>
                <a:spcPts val="360"/>
              </a:spcBef>
              <a:spcAft>
                <a:spcPts val="0"/>
              </a:spcAft>
              <a:buClr>
                <a:schemeClr val="dk1"/>
              </a:buClr>
              <a:buSzPts val="1620"/>
              <a:buChar char="·"/>
              <a:defRPr/>
            </a:lvl3pPr>
            <a:lvl4pPr marL="1828800" lvl="3" indent="-331469" algn="l">
              <a:lnSpc>
                <a:spcPct val="100000"/>
              </a:lnSpc>
              <a:spcBef>
                <a:spcPts val="360"/>
              </a:spcBef>
              <a:spcAft>
                <a:spcPts val="0"/>
              </a:spcAft>
              <a:buClr>
                <a:schemeClr val="dk1"/>
              </a:buClr>
              <a:buSzPts val="1620"/>
              <a:buChar char="·"/>
              <a:defRPr/>
            </a:lvl4pPr>
            <a:lvl5pPr marL="2286000" lvl="4" indent="-331470" algn="l">
              <a:lnSpc>
                <a:spcPct val="100000"/>
              </a:lnSpc>
              <a:spcBef>
                <a:spcPts val="360"/>
              </a:spcBef>
              <a:spcAft>
                <a:spcPts val="0"/>
              </a:spcAft>
              <a:buClr>
                <a:schemeClr val="dk1"/>
              </a:buClr>
              <a:buSzPts val="162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98" name="Google Shape;98;p19"/>
          <p:cNvSpPr txBox="1">
            <a:spLocks noGrp="1"/>
          </p:cNvSpPr>
          <p:nvPr>
            <p:ph type="body" idx="4"/>
          </p:nvPr>
        </p:nvSpPr>
        <p:spPr>
          <a:xfrm>
            <a:off x="3413125" y="2276475"/>
            <a:ext cx="2532063" cy="1698927"/>
          </a:xfrm>
          <a:prstGeom prst="rect">
            <a:avLst/>
          </a:prstGeom>
          <a:noFill/>
          <a:ln>
            <a:noFill/>
          </a:ln>
        </p:spPr>
        <p:txBody>
          <a:bodyPr spcFirstLastPara="1" wrap="square" lIns="0" tIns="0" rIns="0" bIns="0" anchor="t" anchorCtr="0">
            <a:spAutoFit/>
          </a:bodyPr>
          <a:lstStyle>
            <a:lvl1pPr marL="457200" lvl="0" indent="-331470" algn="l">
              <a:lnSpc>
                <a:spcPct val="100000"/>
              </a:lnSpc>
              <a:spcBef>
                <a:spcPts val="360"/>
              </a:spcBef>
              <a:spcAft>
                <a:spcPts val="0"/>
              </a:spcAft>
              <a:buClr>
                <a:schemeClr val="dk1"/>
              </a:buClr>
              <a:buSzPts val="1620"/>
              <a:buChar char="·"/>
              <a:defRPr sz="1800"/>
            </a:lvl1pPr>
            <a:lvl2pPr marL="914400" lvl="1" indent="-320040" algn="l">
              <a:lnSpc>
                <a:spcPct val="100000"/>
              </a:lnSpc>
              <a:spcBef>
                <a:spcPts val="320"/>
              </a:spcBef>
              <a:spcAft>
                <a:spcPts val="0"/>
              </a:spcAft>
              <a:buClr>
                <a:schemeClr val="dk1"/>
              </a:buClr>
              <a:buSzPts val="1440"/>
              <a:buChar char="·"/>
              <a:defRPr sz="1600"/>
            </a:lvl2pPr>
            <a:lvl3pPr marL="1371600" lvl="2" indent="-320039" algn="l">
              <a:lnSpc>
                <a:spcPct val="100000"/>
              </a:lnSpc>
              <a:spcBef>
                <a:spcPts val="320"/>
              </a:spcBef>
              <a:spcAft>
                <a:spcPts val="0"/>
              </a:spcAft>
              <a:buClr>
                <a:schemeClr val="dk1"/>
              </a:buClr>
              <a:buSzPts val="1440"/>
              <a:buChar char="·"/>
              <a:defRPr/>
            </a:lvl3pPr>
            <a:lvl4pPr marL="1828800" lvl="3" indent="-308610" algn="l">
              <a:lnSpc>
                <a:spcPct val="100000"/>
              </a:lnSpc>
              <a:spcBef>
                <a:spcPts val="280"/>
              </a:spcBef>
              <a:spcAft>
                <a:spcPts val="0"/>
              </a:spcAft>
              <a:buClr>
                <a:schemeClr val="dk1"/>
              </a:buClr>
              <a:buSzPts val="1260"/>
              <a:buChar char="·"/>
              <a:defRPr/>
            </a:lvl4pPr>
            <a:lvl5pPr marL="2286000" lvl="4" indent="-308610" algn="l">
              <a:lnSpc>
                <a:spcPct val="100000"/>
              </a:lnSpc>
              <a:spcBef>
                <a:spcPts val="280"/>
              </a:spcBef>
              <a:spcAft>
                <a:spcPts val="0"/>
              </a:spcAft>
              <a:buClr>
                <a:schemeClr val="dk1"/>
              </a:buClr>
              <a:buSzPts val="126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99" name="Google Shape;99;p19"/>
          <p:cNvSpPr txBox="1">
            <a:spLocks noGrp="1"/>
          </p:cNvSpPr>
          <p:nvPr>
            <p:ph type="body" idx="5"/>
          </p:nvPr>
        </p:nvSpPr>
        <p:spPr>
          <a:xfrm>
            <a:off x="6244208" y="1438275"/>
            <a:ext cx="2532063" cy="615553"/>
          </a:xfrm>
          <a:prstGeom prst="rect">
            <a:avLst/>
          </a:prstGeom>
          <a:noFill/>
          <a:ln>
            <a:noFill/>
          </a:ln>
        </p:spPr>
        <p:txBody>
          <a:bodyPr spcFirstLastPara="1" wrap="square" lIns="0" tIns="0" rIns="0" bIns="0" anchor="t" anchorCtr="0">
            <a:spAutoFit/>
          </a:bodyPr>
          <a:lstStyle>
            <a:lvl1pPr marL="457200" lvl="0" indent="-228600" algn="l">
              <a:lnSpc>
                <a:spcPct val="100000"/>
              </a:lnSpc>
              <a:spcBef>
                <a:spcPts val="0"/>
              </a:spcBef>
              <a:spcAft>
                <a:spcPts val="0"/>
              </a:spcAft>
              <a:buClr>
                <a:schemeClr val="dk1"/>
              </a:buClr>
              <a:buSzPts val="1800"/>
              <a:buNone/>
              <a:defRPr sz="2000">
                <a:solidFill>
                  <a:schemeClr val="dk1"/>
                </a:solidFill>
                <a:latin typeface="Quattrocento Sans"/>
                <a:ea typeface="Quattrocento Sans"/>
                <a:cs typeface="Quattrocento Sans"/>
                <a:sym typeface="Quattrocento Sans"/>
              </a:defRPr>
            </a:lvl1pPr>
            <a:lvl2pPr marL="914400" lvl="1" indent="-331469" algn="l">
              <a:lnSpc>
                <a:spcPct val="100000"/>
              </a:lnSpc>
              <a:spcBef>
                <a:spcPts val="360"/>
              </a:spcBef>
              <a:spcAft>
                <a:spcPts val="0"/>
              </a:spcAft>
              <a:buClr>
                <a:schemeClr val="dk1"/>
              </a:buClr>
              <a:buSzPts val="1620"/>
              <a:buChar char="·"/>
              <a:defRPr/>
            </a:lvl2pPr>
            <a:lvl3pPr marL="1371600" lvl="2" indent="-331469" algn="l">
              <a:lnSpc>
                <a:spcPct val="100000"/>
              </a:lnSpc>
              <a:spcBef>
                <a:spcPts val="360"/>
              </a:spcBef>
              <a:spcAft>
                <a:spcPts val="0"/>
              </a:spcAft>
              <a:buClr>
                <a:schemeClr val="dk1"/>
              </a:buClr>
              <a:buSzPts val="1620"/>
              <a:buChar char="·"/>
              <a:defRPr/>
            </a:lvl3pPr>
            <a:lvl4pPr marL="1828800" lvl="3" indent="-331469" algn="l">
              <a:lnSpc>
                <a:spcPct val="100000"/>
              </a:lnSpc>
              <a:spcBef>
                <a:spcPts val="360"/>
              </a:spcBef>
              <a:spcAft>
                <a:spcPts val="0"/>
              </a:spcAft>
              <a:buClr>
                <a:schemeClr val="dk1"/>
              </a:buClr>
              <a:buSzPts val="1620"/>
              <a:buChar char="·"/>
              <a:defRPr/>
            </a:lvl4pPr>
            <a:lvl5pPr marL="2286000" lvl="4" indent="-331470" algn="l">
              <a:lnSpc>
                <a:spcPct val="100000"/>
              </a:lnSpc>
              <a:spcBef>
                <a:spcPts val="360"/>
              </a:spcBef>
              <a:spcAft>
                <a:spcPts val="0"/>
              </a:spcAft>
              <a:buClr>
                <a:schemeClr val="dk1"/>
              </a:buClr>
              <a:buSzPts val="162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100" name="Google Shape;100;p19"/>
          <p:cNvSpPr txBox="1">
            <a:spLocks noGrp="1"/>
          </p:cNvSpPr>
          <p:nvPr>
            <p:ph type="body" idx="6"/>
          </p:nvPr>
        </p:nvSpPr>
        <p:spPr>
          <a:xfrm>
            <a:off x="6244208" y="2283115"/>
            <a:ext cx="2532063" cy="1698927"/>
          </a:xfrm>
          <a:prstGeom prst="rect">
            <a:avLst/>
          </a:prstGeom>
          <a:noFill/>
          <a:ln>
            <a:noFill/>
          </a:ln>
        </p:spPr>
        <p:txBody>
          <a:bodyPr spcFirstLastPara="1" wrap="square" lIns="0" tIns="0" rIns="0" bIns="0" anchor="t" anchorCtr="0">
            <a:spAutoFit/>
          </a:bodyPr>
          <a:lstStyle>
            <a:lvl1pPr marL="457200" lvl="0" indent="-331470" algn="l">
              <a:lnSpc>
                <a:spcPct val="100000"/>
              </a:lnSpc>
              <a:spcBef>
                <a:spcPts val="360"/>
              </a:spcBef>
              <a:spcAft>
                <a:spcPts val="0"/>
              </a:spcAft>
              <a:buClr>
                <a:schemeClr val="dk1"/>
              </a:buClr>
              <a:buSzPts val="1620"/>
              <a:buChar char="·"/>
              <a:defRPr sz="1800"/>
            </a:lvl1pPr>
            <a:lvl2pPr marL="914400" lvl="1" indent="-320040" algn="l">
              <a:lnSpc>
                <a:spcPct val="100000"/>
              </a:lnSpc>
              <a:spcBef>
                <a:spcPts val="320"/>
              </a:spcBef>
              <a:spcAft>
                <a:spcPts val="0"/>
              </a:spcAft>
              <a:buClr>
                <a:schemeClr val="dk1"/>
              </a:buClr>
              <a:buSzPts val="1440"/>
              <a:buChar char="·"/>
              <a:defRPr sz="1600"/>
            </a:lvl2pPr>
            <a:lvl3pPr marL="1371600" lvl="2" indent="-320039" algn="l">
              <a:lnSpc>
                <a:spcPct val="100000"/>
              </a:lnSpc>
              <a:spcBef>
                <a:spcPts val="320"/>
              </a:spcBef>
              <a:spcAft>
                <a:spcPts val="0"/>
              </a:spcAft>
              <a:buClr>
                <a:schemeClr val="dk1"/>
              </a:buClr>
              <a:buSzPts val="1440"/>
              <a:buChar char="·"/>
              <a:defRPr/>
            </a:lvl3pPr>
            <a:lvl4pPr marL="1828800" lvl="3" indent="-308610" algn="l">
              <a:lnSpc>
                <a:spcPct val="100000"/>
              </a:lnSpc>
              <a:spcBef>
                <a:spcPts val="280"/>
              </a:spcBef>
              <a:spcAft>
                <a:spcPts val="0"/>
              </a:spcAft>
              <a:buClr>
                <a:schemeClr val="dk1"/>
              </a:buClr>
              <a:buSzPts val="1260"/>
              <a:buChar char="·"/>
              <a:defRPr/>
            </a:lvl4pPr>
            <a:lvl5pPr marL="2286000" lvl="4" indent="-308610" algn="l">
              <a:lnSpc>
                <a:spcPct val="100000"/>
              </a:lnSpc>
              <a:spcBef>
                <a:spcPts val="280"/>
              </a:spcBef>
              <a:spcAft>
                <a:spcPts val="0"/>
              </a:spcAft>
              <a:buClr>
                <a:schemeClr val="dk1"/>
              </a:buClr>
              <a:buSzPts val="126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101" name="Google Shape;101;p19"/>
          <p:cNvSpPr txBox="1">
            <a:spLocks noGrp="1"/>
          </p:cNvSpPr>
          <p:nvPr>
            <p:ph type="body" idx="7"/>
          </p:nvPr>
        </p:nvSpPr>
        <p:spPr>
          <a:xfrm>
            <a:off x="9073133" y="1438275"/>
            <a:ext cx="2533650" cy="615553"/>
          </a:xfrm>
          <a:prstGeom prst="rect">
            <a:avLst/>
          </a:prstGeom>
          <a:noFill/>
          <a:ln>
            <a:noFill/>
          </a:ln>
        </p:spPr>
        <p:txBody>
          <a:bodyPr spcFirstLastPara="1" wrap="square" lIns="0" tIns="0" rIns="0" bIns="0" anchor="t" anchorCtr="0">
            <a:spAutoFit/>
          </a:bodyPr>
          <a:lstStyle>
            <a:lvl1pPr marL="457200" lvl="0" indent="-228600" algn="l">
              <a:lnSpc>
                <a:spcPct val="100000"/>
              </a:lnSpc>
              <a:spcBef>
                <a:spcPts val="0"/>
              </a:spcBef>
              <a:spcAft>
                <a:spcPts val="0"/>
              </a:spcAft>
              <a:buClr>
                <a:schemeClr val="dk1"/>
              </a:buClr>
              <a:buSzPts val="1800"/>
              <a:buNone/>
              <a:defRPr sz="2000">
                <a:solidFill>
                  <a:schemeClr val="dk1"/>
                </a:solidFill>
                <a:latin typeface="Quattrocento Sans"/>
                <a:ea typeface="Quattrocento Sans"/>
                <a:cs typeface="Quattrocento Sans"/>
                <a:sym typeface="Quattrocento Sans"/>
              </a:defRPr>
            </a:lvl1pPr>
            <a:lvl2pPr marL="914400" lvl="1" indent="-331469" algn="l">
              <a:lnSpc>
                <a:spcPct val="100000"/>
              </a:lnSpc>
              <a:spcBef>
                <a:spcPts val="360"/>
              </a:spcBef>
              <a:spcAft>
                <a:spcPts val="0"/>
              </a:spcAft>
              <a:buClr>
                <a:schemeClr val="dk1"/>
              </a:buClr>
              <a:buSzPts val="1620"/>
              <a:buChar char="·"/>
              <a:defRPr/>
            </a:lvl2pPr>
            <a:lvl3pPr marL="1371600" lvl="2" indent="-331469" algn="l">
              <a:lnSpc>
                <a:spcPct val="100000"/>
              </a:lnSpc>
              <a:spcBef>
                <a:spcPts val="360"/>
              </a:spcBef>
              <a:spcAft>
                <a:spcPts val="0"/>
              </a:spcAft>
              <a:buClr>
                <a:schemeClr val="dk1"/>
              </a:buClr>
              <a:buSzPts val="1620"/>
              <a:buChar char="·"/>
              <a:defRPr/>
            </a:lvl3pPr>
            <a:lvl4pPr marL="1828800" lvl="3" indent="-331469" algn="l">
              <a:lnSpc>
                <a:spcPct val="100000"/>
              </a:lnSpc>
              <a:spcBef>
                <a:spcPts val="360"/>
              </a:spcBef>
              <a:spcAft>
                <a:spcPts val="0"/>
              </a:spcAft>
              <a:buClr>
                <a:schemeClr val="dk1"/>
              </a:buClr>
              <a:buSzPts val="1620"/>
              <a:buChar char="·"/>
              <a:defRPr/>
            </a:lvl4pPr>
            <a:lvl5pPr marL="2286000" lvl="4" indent="-331470" algn="l">
              <a:lnSpc>
                <a:spcPct val="100000"/>
              </a:lnSpc>
              <a:spcBef>
                <a:spcPts val="360"/>
              </a:spcBef>
              <a:spcAft>
                <a:spcPts val="0"/>
              </a:spcAft>
              <a:buClr>
                <a:schemeClr val="dk1"/>
              </a:buClr>
              <a:buSzPts val="162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102" name="Google Shape;102;p19"/>
          <p:cNvSpPr txBox="1">
            <a:spLocks noGrp="1"/>
          </p:cNvSpPr>
          <p:nvPr>
            <p:ph type="body" idx="8"/>
          </p:nvPr>
        </p:nvSpPr>
        <p:spPr>
          <a:xfrm>
            <a:off x="9073133" y="2276475"/>
            <a:ext cx="2532063" cy="1698927"/>
          </a:xfrm>
          <a:prstGeom prst="rect">
            <a:avLst/>
          </a:prstGeom>
          <a:noFill/>
          <a:ln>
            <a:noFill/>
          </a:ln>
        </p:spPr>
        <p:txBody>
          <a:bodyPr spcFirstLastPara="1" wrap="square" lIns="0" tIns="0" rIns="0" bIns="0" anchor="t" anchorCtr="0">
            <a:spAutoFit/>
          </a:bodyPr>
          <a:lstStyle>
            <a:lvl1pPr marL="457200" lvl="0" indent="-331470" algn="l">
              <a:lnSpc>
                <a:spcPct val="100000"/>
              </a:lnSpc>
              <a:spcBef>
                <a:spcPts val="360"/>
              </a:spcBef>
              <a:spcAft>
                <a:spcPts val="0"/>
              </a:spcAft>
              <a:buClr>
                <a:schemeClr val="dk1"/>
              </a:buClr>
              <a:buSzPts val="1620"/>
              <a:buChar char="·"/>
              <a:defRPr sz="1800"/>
            </a:lvl1pPr>
            <a:lvl2pPr marL="914400" lvl="1" indent="-320040" algn="l">
              <a:lnSpc>
                <a:spcPct val="100000"/>
              </a:lnSpc>
              <a:spcBef>
                <a:spcPts val="320"/>
              </a:spcBef>
              <a:spcAft>
                <a:spcPts val="0"/>
              </a:spcAft>
              <a:buClr>
                <a:schemeClr val="dk1"/>
              </a:buClr>
              <a:buSzPts val="1440"/>
              <a:buChar char="·"/>
              <a:defRPr sz="1600"/>
            </a:lvl2pPr>
            <a:lvl3pPr marL="1371600" lvl="2" indent="-320039" algn="l">
              <a:lnSpc>
                <a:spcPct val="100000"/>
              </a:lnSpc>
              <a:spcBef>
                <a:spcPts val="320"/>
              </a:spcBef>
              <a:spcAft>
                <a:spcPts val="0"/>
              </a:spcAft>
              <a:buClr>
                <a:schemeClr val="dk1"/>
              </a:buClr>
              <a:buSzPts val="1440"/>
              <a:buChar char="·"/>
              <a:defRPr/>
            </a:lvl3pPr>
            <a:lvl4pPr marL="1828800" lvl="3" indent="-308610" algn="l">
              <a:lnSpc>
                <a:spcPct val="100000"/>
              </a:lnSpc>
              <a:spcBef>
                <a:spcPts val="280"/>
              </a:spcBef>
              <a:spcAft>
                <a:spcPts val="0"/>
              </a:spcAft>
              <a:buClr>
                <a:schemeClr val="dk1"/>
              </a:buClr>
              <a:buSzPts val="1260"/>
              <a:buChar char="·"/>
              <a:defRPr/>
            </a:lvl4pPr>
            <a:lvl5pPr marL="2286000" lvl="4" indent="-308610" algn="l">
              <a:lnSpc>
                <a:spcPct val="100000"/>
              </a:lnSpc>
              <a:spcBef>
                <a:spcPts val="280"/>
              </a:spcBef>
              <a:spcAft>
                <a:spcPts val="0"/>
              </a:spcAft>
              <a:buClr>
                <a:schemeClr val="dk1"/>
              </a:buClr>
              <a:buSzPts val="126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Tree>
  </p:cSld>
  <p:clrMapOvr>
    <a:masterClrMapping/>
  </p:clrMapOvr>
  <p:transition>
    <p:fade/>
  </p:transition>
  <p:extLst>
    <p:ext uri="{DCECCB84-F9BA-43D5-87BE-67443E8EF086}">
      <p15:sldGuideLst xmlns:p15="http://schemas.microsoft.com/office/powerpoint/2012/main">
        <p15:guide id="1" orient="horz" pos="906">
          <p15:clr>
            <a:srgbClr val="5ACBF0"/>
          </p15:clr>
        </p15:guide>
        <p15:guide id="2" orient="horz" pos="288">
          <p15:clr>
            <a:srgbClr val="5ACBF0"/>
          </p15:clr>
        </p15:guide>
        <p15:guide id="3" pos="1963">
          <p15:clr>
            <a:srgbClr val="5ACBF0"/>
          </p15:clr>
        </p15:guide>
        <p15:guide id="4" pos="2150">
          <p15:clr>
            <a:srgbClr val="5ACBF0"/>
          </p15:clr>
        </p15:guide>
        <p15:guide id="5" pos="3746">
          <p15:clr>
            <a:srgbClr val="5ACBF0"/>
          </p15:clr>
        </p15:guide>
        <p15:guide id="6" pos="3934">
          <p15:clr>
            <a:srgbClr val="5ACBF0"/>
          </p15:clr>
        </p15:guide>
        <p15:guide id="7" pos="5530">
          <p15:clr>
            <a:srgbClr val="5ACBF0"/>
          </p15:clr>
        </p15:guide>
        <p15:guide id="8" pos="5716">
          <p15:clr>
            <a:srgbClr val="5ACBF0"/>
          </p15:clr>
        </p15:guide>
        <p15:guide id="9" orient="horz" pos="1436">
          <p15:clr>
            <a:srgbClr val="5ACBF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Five Column Bullet with Subtitles">
  <p:cSld name="Five Column Bullet with Subtitles">
    <p:spTree>
      <p:nvGrpSpPr>
        <p:cNvPr id="1" name="Shape 103"/>
        <p:cNvGrpSpPr/>
        <p:nvPr/>
      </p:nvGrpSpPr>
      <p:grpSpPr>
        <a:xfrm>
          <a:off x="0" y="0"/>
          <a:ext cx="0" cy="0"/>
          <a:chOff x="0" y="0"/>
          <a:chExt cx="0" cy="0"/>
        </a:xfrm>
      </p:grpSpPr>
      <p:sp>
        <p:nvSpPr>
          <p:cNvPr id="104" name="Google Shape;104;p20"/>
          <p:cNvSpPr txBox="1">
            <a:spLocks noGrp="1"/>
          </p:cNvSpPr>
          <p:nvPr>
            <p:ph type="title"/>
          </p:nvPr>
        </p:nvSpPr>
        <p:spPr>
          <a:xfrm>
            <a:off x="588263" y="457200"/>
            <a:ext cx="11018520" cy="553998"/>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05" name="Google Shape;105;p20"/>
          <p:cNvSpPr txBox="1">
            <a:spLocks noGrp="1"/>
          </p:cNvSpPr>
          <p:nvPr>
            <p:ph type="body" idx="1"/>
          </p:nvPr>
        </p:nvSpPr>
        <p:spPr>
          <a:xfrm>
            <a:off x="584200" y="1438275"/>
            <a:ext cx="1965960" cy="492443"/>
          </a:xfrm>
          <a:prstGeom prst="rect">
            <a:avLst/>
          </a:prstGeom>
          <a:noFill/>
          <a:ln>
            <a:noFill/>
          </a:ln>
        </p:spPr>
        <p:txBody>
          <a:bodyPr spcFirstLastPara="1" wrap="square" lIns="0" tIns="0" rIns="0" bIns="0" anchor="t" anchorCtr="0">
            <a:spAutoFit/>
          </a:bodyPr>
          <a:lstStyle>
            <a:lvl1pPr marL="457200" lvl="0" indent="-228600" algn="l">
              <a:lnSpc>
                <a:spcPct val="100000"/>
              </a:lnSpc>
              <a:spcBef>
                <a:spcPts val="0"/>
              </a:spcBef>
              <a:spcAft>
                <a:spcPts val="0"/>
              </a:spcAft>
              <a:buClr>
                <a:schemeClr val="dk1"/>
              </a:buClr>
              <a:buSzPts val="1440"/>
              <a:buNone/>
              <a:defRPr sz="1600">
                <a:solidFill>
                  <a:schemeClr val="dk1"/>
                </a:solidFill>
                <a:latin typeface="Quattrocento Sans"/>
                <a:ea typeface="Quattrocento Sans"/>
                <a:cs typeface="Quattrocento Sans"/>
                <a:sym typeface="Quattrocento Sans"/>
              </a:defRPr>
            </a:lvl1pPr>
            <a:lvl2pPr marL="914400" lvl="1" indent="-331469" algn="l">
              <a:lnSpc>
                <a:spcPct val="100000"/>
              </a:lnSpc>
              <a:spcBef>
                <a:spcPts val="360"/>
              </a:spcBef>
              <a:spcAft>
                <a:spcPts val="0"/>
              </a:spcAft>
              <a:buClr>
                <a:schemeClr val="dk1"/>
              </a:buClr>
              <a:buSzPts val="1620"/>
              <a:buChar char="·"/>
              <a:defRPr/>
            </a:lvl2pPr>
            <a:lvl3pPr marL="1371600" lvl="2" indent="-331469" algn="l">
              <a:lnSpc>
                <a:spcPct val="100000"/>
              </a:lnSpc>
              <a:spcBef>
                <a:spcPts val="360"/>
              </a:spcBef>
              <a:spcAft>
                <a:spcPts val="0"/>
              </a:spcAft>
              <a:buClr>
                <a:schemeClr val="dk1"/>
              </a:buClr>
              <a:buSzPts val="1620"/>
              <a:buChar char="·"/>
              <a:defRPr/>
            </a:lvl3pPr>
            <a:lvl4pPr marL="1828800" lvl="3" indent="-331469" algn="l">
              <a:lnSpc>
                <a:spcPct val="100000"/>
              </a:lnSpc>
              <a:spcBef>
                <a:spcPts val="360"/>
              </a:spcBef>
              <a:spcAft>
                <a:spcPts val="0"/>
              </a:spcAft>
              <a:buClr>
                <a:schemeClr val="dk1"/>
              </a:buClr>
              <a:buSzPts val="1620"/>
              <a:buChar char="·"/>
              <a:defRPr/>
            </a:lvl4pPr>
            <a:lvl5pPr marL="2286000" lvl="4" indent="-331470" algn="l">
              <a:lnSpc>
                <a:spcPct val="100000"/>
              </a:lnSpc>
              <a:spcBef>
                <a:spcPts val="360"/>
              </a:spcBef>
              <a:spcAft>
                <a:spcPts val="0"/>
              </a:spcAft>
              <a:buClr>
                <a:schemeClr val="dk1"/>
              </a:buClr>
              <a:buSzPts val="162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106" name="Google Shape;106;p20"/>
          <p:cNvSpPr txBox="1">
            <a:spLocks noGrp="1"/>
          </p:cNvSpPr>
          <p:nvPr>
            <p:ph type="body" idx="2"/>
          </p:nvPr>
        </p:nvSpPr>
        <p:spPr>
          <a:xfrm>
            <a:off x="584200" y="2283115"/>
            <a:ext cx="1965960" cy="1452705"/>
          </a:xfrm>
          <a:prstGeom prst="rect">
            <a:avLst/>
          </a:prstGeom>
          <a:noFill/>
          <a:ln>
            <a:noFill/>
          </a:ln>
        </p:spPr>
        <p:txBody>
          <a:bodyPr spcFirstLastPara="1" wrap="square" lIns="0" tIns="0" rIns="0" bIns="0" anchor="t" anchorCtr="0">
            <a:spAutoFit/>
          </a:bodyPr>
          <a:lstStyle>
            <a:lvl1pPr marL="457200" lvl="0" indent="-314325" algn="l">
              <a:lnSpc>
                <a:spcPct val="100000"/>
              </a:lnSpc>
              <a:spcBef>
                <a:spcPts val="300"/>
              </a:spcBef>
              <a:spcAft>
                <a:spcPts val="0"/>
              </a:spcAft>
              <a:buClr>
                <a:schemeClr val="dk1"/>
              </a:buClr>
              <a:buSzPts val="1350"/>
              <a:buChar char="·"/>
              <a:defRPr sz="1500"/>
            </a:lvl1pPr>
            <a:lvl2pPr marL="914400" lvl="1" indent="-308610" algn="l">
              <a:lnSpc>
                <a:spcPct val="100000"/>
              </a:lnSpc>
              <a:spcBef>
                <a:spcPts val="280"/>
              </a:spcBef>
              <a:spcAft>
                <a:spcPts val="0"/>
              </a:spcAft>
              <a:buClr>
                <a:schemeClr val="dk1"/>
              </a:buClr>
              <a:buSzPts val="1260"/>
              <a:buChar char="·"/>
              <a:defRPr sz="1400"/>
            </a:lvl2pPr>
            <a:lvl3pPr marL="1371600" lvl="2" indent="-308610" algn="l">
              <a:lnSpc>
                <a:spcPct val="100000"/>
              </a:lnSpc>
              <a:spcBef>
                <a:spcPts val="280"/>
              </a:spcBef>
              <a:spcAft>
                <a:spcPts val="0"/>
              </a:spcAft>
              <a:buClr>
                <a:schemeClr val="dk1"/>
              </a:buClr>
              <a:buSzPts val="1260"/>
              <a:buChar char="·"/>
              <a:defRPr sz="1400"/>
            </a:lvl3pPr>
            <a:lvl4pPr marL="1828800" lvl="3" indent="-297180" algn="l">
              <a:lnSpc>
                <a:spcPct val="100000"/>
              </a:lnSpc>
              <a:spcBef>
                <a:spcPts val="240"/>
              </a:spcBef>
              <a:spcAft>
                <a:spcPts val="0"/>
              </a:spcAft>
              <a:buClr>
                <a:schemeClr val="dk1"/>
              </a:buClr>
              <a:buSzPts val="1080"/>
              <a:buChar char="·"/>
              <a:defRPr sz="1200"/>
            </a:lvl4pPr>
            <a:lvl5pPr marL="2286000" lvl="4" indent="-297179" algn="l">
              <a:lnSpc>
                <a:spcPct val="100000"/>
              </a:lnSpc>
              <a:spcBef>
                <a:spcPts val="240"/>
              </a:spcBef>
              <a:spcAft>
                <a:spcPts val="0"/>
              </a:spcAft>
              <a:buClr>
                <a:schemeClr val="dk1"/>
              </a:buClr>
              <a:buSzPts val="1080"/>
              <a:buChar char="·"/>
              <a:defRPr sz="1200"/>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107" name="Google Shape;107;p20"/>
          <p:cNvSpPr txBox="1">
            <a:spLocks noGrp="1"/>
          </p:cNvSpPr>
          <p:nvPr>
            <p:ph type="body" idx="3"/>
          </p:nvPr>
        </p:nvSpPr>
        <p:spPr>
          <a:xfrm>
            <a:off x="2849007" y="1438275"/>
            <a:ext cx="1965960" cy="492443"/>
          </a:xfrm>
          <a:prstGeom prst="rect">
            <a:avLst/>
          </a:prstGeom>
          <a:noFill/>
          <a:ln>
            <a:noFill/>
          </a:ln>
        </p:spPr>
        <p:txBody>
          <a:bodyPr spcFirstLastPara="1" wrap="square" lIns="0" tIns="0" rIns="0" bIns="0" anchor="t" anchorCtr="0">
            <a:spAutoFit/>
          </a:bodyPr>
          <a:lstStyle>
            <a:lvl1pPr marL="457200" lvl="0" indent="-228600" algn="l">
              <a:lnSpc>
                <a:spcPct val="100000"/>
              </a:lnSpc>
              <a:spcBef>
                <a:spcPts val="0"/>
              </a:spcBef>
              <a:spcAft>
                <a:spcPts val="0"/>
              </a:spcAft>
              <a:buClr>
                <a:schemeClr val="dk1"/>
              </a:buClr>
              <a:buSzPts val="1440"/>
              <a:buNone/>
              <a:defRPr sz="1600">
                <a:solidFill>
                  <a:schemeClr val="dk1"/>
                </a:solidFill>
                <a:latin typeface="Quattrocento Sans"/>
                <a:ea typeface="Quattrocento Sans"/>
                <a:cs typeface="Quattrocento Sans"/>
                <a:sym typeface="Quattrocento Sans"/>
              </a:defRPr>
            </a:lvl1pPr>
            <a:lvl2pPr marL="914400" lvl="1" indent="-331469" algn="l">
              <a:lnSpc>
                <a:spcPct val="100000"/>
              </a:lnSpc>
              <a:spcBef>
                <a:spcPts val="360"/>
              </a:spcBef>
              <a:spcAft>
                <a:spcPts val="0"/>
              </a:spcAft>
              <a:buClr>
                <a:schemeClr val="dk1"/>
              </a:buClr>
              <a:buSzPts val="1620"/>
              <a:buChar char="·"/>
              <a:defRPr/>
            </a:lvl2pPr>
            <a:lvl3pPr marL="1371600" lvl="2" indent="-331469" algn="l">
              <a:lnSpc>
                <a:spcPct val="100000"/>
              </a:lnSpc>
              <a:spcBef>
                <a:spcPts val="360"/>
              </a:spcBef>
              <a:spcAft>
                <a:spcPts val="0"/>
              </a:spcAft>
              <a:buClr>
                <a:schemeClr val="dk1"/>
              </a:buClr>
              <a:buSzPts val="1620"/>
              <a:buChar char="·"/>
              <a:defRPr/>
            </a:lvl3pPr>
            <a:lvl4pPr marL="1828800" lvl="3" indent="-331469" algn="l">
              <a:lnSpc>
                <a:spcPct val="100000"/>
              </a:lnSpc>
              <a:spcBef>
                <a:spcPts val="360"/>
              </a:spcBef>
              <a:spcAft>
                <a:spcPts val="0"/>
              </a:spcAft>
              <a:buClr>
                <a:schemeClr val="dk1"/>
              </a:buClr>
              <a:buSzPts val="1620"/>
              <a:buChar char="·"/>
              <a:defRPr/>
            </a:lvl4pPr>
            <a:lvl5pPr marL="2286000" lvl="4" indent="-331470" algn="l">
              <a:lnSpc>
                <a:spcPct val="100000"/>
              </a:lnSpc>
              <a:spcBef>
                <a:spcPts val="360"/>
              </a:spcBef>
              <a:spcAft>
                <a:spcPts val="0"/>
              </a:spcAft>
              <a:buClr>
                <a:schemeClr val="dk1"/>
              </a:buClr>
              <a:buSzPts val="162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108" name="Google Shape;108;p20"/>
          <p:cNvSpPr txBox="1">
            <a:spLocks noGrp="1"/>
          </p:cNvSpPr>
          <p:nvPr>
            <p:ph type="body" idx="4"/>
          </p:nvPr>
        </p:nvSpPr>
        <p:spPr>
          <a:xfrm>
            <a:off x="2849007" y="2276475"/>
            <a:ext cx="1965960" cy="1452705"/>
          </a:xfrm>
          <a:prstGeom prst="rect">
            <a:avLst/>
          </a:prstGeom>
          <a:noFill/>
          <a:ln>
            <a:noFill/>
          </a:ln>
        </p:spPr>
        <p:txBody>
          <a:bodyPr spcFirstLastPara="1" wrap="square" lIns="0" tIns="0" rIns="0" bIns="0" anchor="t" anchorCtr="0">
            <a:spAutoFit/>
          </a:bodyPr>
          <a:lstStyle>
            <a:lvl1pPr marL="457200" lvl="0" indent="-314325" algn="l">
              <a:lnSpc>
                <a:spcPct val="100000"/>
              </a:lnSpc>
              <a:spcBef>
                <a:spcPts val="300"/>
              </a:spcBef>
              <a:spcAft>
                <a:spcPts val="0"/>
              </a:spcAft>
              <a:buClr>
                <a:schemeClr val="dk1"/>
              </a:buClr>
              <a:buSzPts val="1350"/>
              <a:buChar char="·"/>
              <a:defRPr sz="1500"/>
            </a:lvl1pPr>
            <a:lvl2pPr marL="914400" lvl="1" indent="-308610" algn="l">
              <a:lnSpc>
                <a:spcPct val="100000"/>
              </a:lnSpc>
              <a:spcBef>
                <a:spcPts val="280"/>
              </a:spcBef>
              <a:spcAft>
                <a:spcPts val="0"/>
              </a:spcAft>
              <a:buClr>
                <a:schemeClr val="dk1"/>
              </a:buClr>
              <a:buSzPts val="1260"/>
              <a:buChar char="·"/>
              <a:defRPr sz="1400"/>
            </a:lvl2pPr>
            <a:lvl3pPr marL="1371600" lvl="2" indent="-308610" algn="l">
              <a:lnSpc>
                <a:spcPct val="100000"/>
              </a:lnSpc>
              <a:spcBef>
                <a:spcPts val="280"/>
              </a:spcBef>
              <a:spcAft>
                <a:spcPts val="0"/>
              </a:spcAft>
              <a:buClr>
                <a:schemeClr val="dk1"/>
              </a:buClr>
              <a:buSzPts val="1260"/>
              <a:buChar char="·"/>
              <a:defRPr sz="1400"/>
            </a:lvl3pPr>
            <a:lvl4pPr marL="1828800" lvl="3" indent="-297180" algn="l">
              <a:lnSpc>
                <a:spcPct val="100000"/>
              </a:lnSpc>
              <a:spcBef>
                <a:spcPts val="240"/>
              </a:spcBef>
              <a:spcAft>
                <a:spcPts val="0"/>
              </a:spcAft>
              <a:buClr>
                <a:schemeClr val="dk1"/>
              </a:buClr>
              <a:buSzPts val="1080"/>
              <a:buChar char="·"/>
              <a:defRPr sz="1200"/>
            </a:lvl4pPr>
            <a:lvl5pPr marL="2286000" lvl="4" indent="-297179" algn="l">
              <a:lnSpc>
                <a:spcPct val="100000"/>
              </a:lnSpc>
              <a:spcBef>
                <a:spcPts val="240"/>
              </a:spcBef>
              <a:spcAft>
                <a:spcPts val="0"/>
              </a:spcAft>
              <a:buClr>
                <a:schemeClr val="dk1"/>
              </a:buClr>
              <a:buSzPts val="1080"/>
              <a:buChar char="·"/>
              <a:defRPr sz="1200"/>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109" name="Google Shape;109;p20"/>
          <p:cNvSpPr txBox="1">
            <a:spLocks noGrp="1"/>
          </p:cNvSpPr>
          <p:nvPr>
            <p:ph type="body" idx="5"/>
          </p:nvPr>
        </p:nvSpPr>
        <p:spPr>
          <a:xfrm>
            <a:off x="5113814" y="1438275"/>
            <a:ext cx="1965960" cy="492443"/>
          </a:xfrm>
          <a:prstGeom prst="rect">
            <a:avLst/>
          </a:prstGeom>
          <a:noFill/>
          <a:ln>
            <a:noFill/>
          </a:ln>
        </p:spPr>
        <p:txBody>
          <a:bodyPr spcFirstLastPara="1" wrap="square" lIns="0" tIns="0" rIns="0" bIns="0" anchor="t" anchorCtr="0">
            <a:spAutoFit/>
          </a:bodyPr>
          <a:lstStyle>
            <a:lvl1pPr marL="457200" lvl="0" indent="-228600" algn="l">
              <a:lnSpc>
                <a:spcPct val="100000"/>
              </a:lnSpc>
              <a:spcBef>
                <a:spcPts val="0"/>
              </a:spcBef>
              <a:spcAft>
                <a:spcPts val="0"/>
              </a:spcAft>
              <a:buClr>
                <a:schemeClr val="dk1"/>
              </a:buClr>
              <a:buSzPts val="1440"/>
              <a:buNone/>
              <a:defRPr sz="1600">
                <a:solidFill>
                  <a:schemeClr val="dk1"/>
                </a:solidFill>
                <a:latin typeface="Quattrocento Sans"/>
                <a:ea typeface="Quattrocento Sans"/>
                <a:cs typeface="Quattrocento Sans"/>
                <a:sym typeface="Quattrocento Sans"/>
              </a:defRPr>
            </a:lvl1pPr>
            <a:lvl2pPr marL="914400" lvl="1" indent="-331469" algn="l">
              <a:lnSpc>
                <a:spcPct val="100000"/>
              </a:lnSpc>
              <a:spcBef>
                <a:spcPts val="360"/>
              </a:spcBef>
              <a:spcAft>
                <a:spcPts val="0"/>
              </a:spcAft>
              <a:buClr>
                <a:schemeClr val="dk1"/>
              </a:buClr>
              <a:buSzPts val="1620"/>
              <a:buChar char="·"/>
              <a:defRPr/>
            </a:lvl2pPr>
            <a:lvl3pPr marL="1371600" lvl="2" indent="-331469" algn="l">
              <a:lnSpc>
                <a:spcPct val="100000"/>
              </a:lnSpc>
              <a:spcBef>
                <a:spcPts val="360"/>
              </a:spcBef>
              <a:spcAft>
                <a:spcPts val="0"/>
              </a:spcAft>
              <a:buClr>
                <a:schemeClr val="dk1"/>
              </a:buClr>
              <a:buSzPts val="1620"/>
              <a:buChar char="·"/>
              <a:defRPr/>
            </a:lvl3pPr>
            <a:lvl4pPr marL="1828800" lvl="3" indent="-331469" algn="l">
              <a:lnSpc>
                <a:spcPct val="100000"/>
              </a:lnSpc>
              <a:spcBef>
                <a:spcPts val="360"/>
              </a:spcBef>
              <a:spcAft>
                <a:spcPts val="0"/>
              </a:spcAft>
              <a:buClr>
                <a:schemeClr val="dk1"/>
              </a:buClr>
              <a:buSzPts val="1620"/>
              <a:buChar char="·"/>
              <a:defRPr/>
            </a:lvl4pPr>
            <a:lvl5pPr marL="2286000" lvl="4" indent="-331470" algn="l">
              <a:lnSpc>
                <a:spcPct val="100000"/>
              </a:lnSpc>
              <a:spcBef>
                <a:spcPts val="360"/>
              </a:spcBef>
              <a:spcAft>
                <a:spcPts val="0"/>
              </a:spcAft>
              <a:buClr>
                <a:schemeClr val="dk1"/>
              </a:buClr>
              <a:buSzPts val="162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110" name="Google Shape;110;p20"/>
          <p:cNvSpPr txBox="1">
            <a:spLocks noGrp="1"/>
          </p:cNvSpPr>
          <p:nvPr>
            <p:ph type="body" idx="6"/>
          </p:nvPr>
        </p:nvSpPr>
        <p:spPr>
          <a:xfrm>
            <a:off x="5113814" y="2283115"/>
            <a:ext cx="1965960" cy="1452705"/>
          </a:xfrm>
          <a:prstGeom prst="rect">
            <a:avLst/>
          </a:prstGeom>
          <a:noFill/>
          <a:ln>
            <a:noFill/>
          </a:ln>
        </p:spPr>
        <p:txBody>
          <a:bodyPr spcFirstLastPara="1" wrap="square" lIns="0" tIns="0" rIns="0" bIns="0" anchor="t" anchorCtr="0">
            <a:spAutoFit/>
          </a:bodyPr>
          <a:lstStyle>
            <a:lvl1pPr marL="457200" lvl="0" indent="-314325" algn="l">
              <a:lnSpc>
                <a:spcPct val="100000"/>
              </a:lnSpc>
              <a:spcBef>
                <a:spcPts val="300"/>
              </a:spcBef>
              <a:spcAft>
                <a:spcPts val="0"/>
              </a:spcAft>
              <a:buClr>
                <a:schemeClr val="dk1"/>
              </a:buClr>
              <a:buSzPts val="1350"/>
              <a:buChar char="·"/>
              <a:defRPr sz="1500"/>
            </a:lvl1pPr>
            <a:lvl2pPr marL="914400" lvl="1" indent="-308610" algn="l">
              <a:lnSpc>
                <a:spcPct val="100000"/>
              </a:lnSpc>
              <a:spcBef>
                <a:spcPts val="280"/>
              </a:spcBef>
              <a:spcAft>
                <a:spcPts val="0"/>
              </a:spcAft>
              <a:buClr>
                <a:schemeClr val="dk1"/>
              </a:buClr>
              <a:buSzPts val="1260"/>
              <a:buChar char="·"/>
              <a:defRPr sz="1400"/>
            </a:lvl2pPr>
            <a:lvl3pPr marL="1371600" lvl="2" indent="-308610" algn="l">
              <a:lnSpc>
                <a:spcPct val="100000"/>
              </a:lnSpc>
              <a:spcBef>
                <a:spcPts val="280"/>
              </a:spcBef>
              <a:spcAft>
                <a:spcPts val="0"/>
              </a:spcAft>
              <a:buClr>
                <a:schemeClr val="dk1"/>
              </a:buClr>
              <a:buSzPts val="1260"/>
              <a:buChar char="·"/>
              <a:defRPr sz="1400"/>
            </a:lvl3pPr>
            <a:lvl4pPr marL="1828800" lvl="3" indent="-297180" algn="l">
              <a:lnSpc>
                <a:spcPct val="100000"/>
              </a:lnSpc>
              <a:spcBef>
                <a:spcPts val="240"/>
              </a:spcBef>
              <a:spcAft>
                <a:spcPts val="0"/>
              </a:spcAft>
              <a:buClr>
                <a:schemeClr val="dk1"/>
              </a:buClr>
              <a:buSzPts val="1080"/>
              <a:buChar char="·"/>
              <a:defRPr sz="1200"/>
            </a:lvl4pPr>
            <a:lvl5pPr marL="2286000" lvl="4" indent="-297179" algn="l">
              <a:lnSpc>
                <a:spcPct val="100000"/>
              </a:lnSpc>
              <a:spcBef>
                <a:spcPts val="240"/>
              </a:spcBef>
              <a:spcAft>
                <a:spcPts val="0"/>
              </a:spcAft>
              <a:buClr>
                <a:schemeClr val="dk1"/>
              </a:buClr>
              <a:buSzPts val="1080"/>
              <a:buChar char="·"/>
              <a:defRPr sz="1200"/>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111" name="Google Shape;111;p20"/>
          <p:cNvSpPr txBox="1">
            <a:spLocks noGrp="1"/>
          </p:cNvSpPr>
          <p:nvPr>
            <p:ph type="body" idx="7"/>
          </p:nvPr>
        </p:nvSpPr>
        <p:spPr>
          <a:xfrm>
            <a:off x="7378621" y="1438275"/>
            <a:ext cx="1965960" cy="492443"/>
          </a:xfrm>
          <a:prstGeom prst="rect">
            <a:avLst/>
          </a:prstGeom>
          <a:noFill/>
          <a:ln>
            <a:noFill/>
          </a:ln>
        </p:spPr>
        <p:txBody>
          <a:bodyPr spcFirstLastPara="1" wrap="square" lIns="0" tIns="0" rIns="0" bIns="0" anchor="t" anchorCtr="0">
            <a:spAutoFit/>
          </a:bodyPr>
          <a:lstStyle>
            <a:lvl1pPr marL="457200" lvl="0" indent="-228600" algn="l">
              <a:lnSpc>
                <a:spcPct val="100000"/>
              </a:lnSpc>
              <a:spcBef>
                <a:spcPts val="0"/>
              </a:spcBef>
              <a:spcAft>
                <a:spcPts val="0"/>
              </a:spcAft>
              <a:buClr>
                <a:schemeClr val="dk1"/>
              </a:buClr>
              <a:buSzPts val="1440"/>
              <a:buNone/>
              <a:defRPr sz="1600">
                <a:solidFill>
                  <a:schemeClr val="dk1"/>
                </a:solidFill>
                <a:latin typeface="Quattrocento Sans"/>
                <a:ea typeface="Quattrocento Sans"/>
                <a:cs typeface="Quattrocento Sans"/>
                <a:sym typeface="Quattrocento Sans"/>
              </a:defRPr>
            </a:lvl1pPr>
            <a:lvl2pPr marL="914400" lvl="1" indent="-331469" algn="l">
              <a:lnSpc>
                <a:spcPct val="100000"/>
              </a:lnSpc>
              <a:spcBef>
                <a:spcPts val="360"/>
              </a:spcBef>
              <a:spcAft>
                <a:spcPts val="0"/>
              </a:spcAft>
              <a:buClr>
                <a:schemeClr val="dk1"/>
              </a:buClr>
              <a:buSzPts val="1620"/>
              <a:buChar char="·"/>
              <a:defRPr/>
            </a:lvl2pPr>
            <a:lvl3pPr marL="1371600" lvl="2" indent="-331469" algn="l">
              <a:lnSpc>
                <a:spcPct val="100000"/>
              </a:lnSpc>
              <a:spcBef>
                <a:spcPts val="360"/>
              </a:spcBef>
              <a:spcAft>
                <a:spcPts val="0"/>
              </a:spcAft>
              <a:buClr>
                <a:schemeClr val="dk1"/>
              </a:buClr>
              <a:buSzPts val="1620"/>
              <a:buChar char="·"/>
              <a:defRPr/>
            </a:lvl3pPr>
            <a:lvl4pPr marL="1828800" lvl="3" indent="-331469" algn="l">
              <a:lnSpc>
                <a:spcPct val="100000"/>
              </a:lnSpc>
              <a:spcBef>
                <a:spcPts val="360"/>
              </a:spcBef>
              <a:spcAft>
                <a:spcPts val="0"/>
              </a:spcAft>
              <a:buClr>
                <a:schemeClr val="dk1"/>
              </a:buClr>
              <a:buSzPts val="1620"/>
              <a:buChar char="·"/>
              <a:defRPr/>
            </a:lvl4pPr>
            <a:lvl5pPr marL="2286000" lvl="4" indent="-331470" algn="l">
              <a:lnSpc>
                <a:spcPct val="100000"/>
              </a:lnSpc>
              <a:spcBef>
                <a:spcPts val="360"/>
              </a:spcBef>
              <a:spcAft>
                <a:spcPts val="0"/>
              </a:spcAft>
              <a:buClr>
                <a:schemeClr val="dk1"/>
              </a:buClr>
              <a:buSzPts val="162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112" name="Google Shape;112;p20"/>
          <p:cNvSpPr txBox="1">
            <a:spLocks noGrp="1"/>
          </p:cNvSpPr>
          <p:nvPr>
            <p:ph type="body" idx="8"/>
          </p:nvPr>
        </p:nvSpPr>
        <p:spPr>
          <a:xfrm>
            <a:off x="7378621" y="2276475"/>
            <a:ext cx="1965960" cy="1452705"/>
          </a:xfrm>
          <a:prstGeom prst="rect">
            <a:avLst/>
          </a:prstGeom>
          <a:noFill/>
          <a:ln>
            <a:noFill/>
          </a:ln>
        </p:spPr>
        <p:txBody>
          <a:bodyPr spcFirstLastPara="1" wrap="square" lIns="0" tIns="0" rIns="0" bIns="0" anchor="t" anchorCtr="0">
            <a:spAutoFit/>
          </a:bodyPr>
          <a:lstStyle>
            <a:lvl1pPr marL="457200" lvl="0" indent="-314325" algn="l">
              <a:lnSpc>
                <a:spcPct val="100000"/>
              </a:lnSpc>
              <a:spcBef>
                <a:spcPts val="300"/>
              </a:spcBef>
              <a:spcAft>
                <a:spcPts val="0"/>
              </a:spcAft>
              <a:buClr>
                <a:schemeClr val="dk1"/>
              </a:buClr>
              <a:buSzPts val="1350"/>
              <a:buChar char="·"/>
              <a:defRPr sz="1500"/>
            </a:lvl1pPr>
            <a:lvl2pPr marL="914400" lvl="1" indent="-308610" algn="l">
              <a:lnSpc>
                <a:spcPct val="100000"/>
              </a:lnSpc>
              <a:spcBef>
                <a:spcPts val="280"/>
              </a:spcBef>
              <a:spcAft>
                <a:spcPts val="0"/>
              </a:spcAft>
              <a:buClr>
                <a:schemeClr val="dk1"/>
              </a:buClr>
              <a:buSzPts val="1260"/>
              <a:buChar char="·"/>
              <a:defRPr sz="1400"/>
            </a:lvl2pPr>
            <a:lvl3pPr marL="1371600" lvl="2" indent="-308610" algn="l">
              <a:lnSpc>
                <a:spcPct val="100000"/>
              </a:lnSpc>
              <a:spcBef>
                <a:spcPts val="280"/>
              </a:spcBef>
              <a:spcAft>
                <a:spcPts val="0"/>
              </a:spcAft>
              <a:buClr>
                <a:schemeClr val="dk1"/>
              </a:buClr>
              <a:buSzPts val="1260"/>
              <a:buChar char="·"/>
              <a:defRPr sz="1400"/>
            </a:lvl3pPr>
            <a:lvl4pPr marL="1828800" lvl="3" indent="-297180" algn="l">
              <a:lnSpc>
                <a:spcPct val="100000"/>
              </a:lnSpc>
              <a:spcBef>
                <a:spcPts val="240"/>
              </a:spcBef>
              <a:spcAft>
                <a:spcPts val="0"/>
              </a:spcAft>
              <a:buClr>
                <a:schemeClr val="dk1"/>
              </a:buClr>
              <a:buSzPts val="1080"/>
              <a:buChar char="·"/>
              <a:defRPr sz="1200"/>
            </a:lvl4pPr>
            <a:lvl5pPr marL="2286000" lvl="4" indent="-297179" algn="l">
              <a:lnSpc>
                <a:spcPct val="100000"/>
              </a:lnSpc>
              <a:spcBef>
                <a:spcPts val="240"/>
              </a:spcBef>
              <a:spcAft>
                <a:spcPts val="0"/>
              </a:spcAft>
              <a:buClr>
                <a:schemeClr val="dk1"/>
              </a:buClr>
              <a:buSzPts val="1080"/>
              <a:buChar char="·"/>
              <a:defRPr sz="1200"/>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113" name="Google Shape;113;p20"/>
          <p:cNvSpPr txBox="1">
            <a:spLocks noGrp="1"/>
          </p:cNvSpPr>
          <p:nvPr>
            <p:ph type="body" idx="9"/>
          </p:nvPr>
        </p:nvSpPr>
        <p:spPr>
          <a:xfrm>
            <a:off x="9643428" y="1438275"/>
            <a:ext cx="1965960" cy="492443"/>
          </a:xfrm>
          <a:prstGeom prst="rect">
            <a:avLst/>
          </a:prstGeom>
          <a:noFill/>
          <a:ln>
            <a:noFill/>
          </a:ln>
        </p:spPr>
        <p:txBody>
          <a:bodyPr spcFirstLastPara="1" wrap="square" lIns="0" tIns="0" rIns="0" bIns="0" anchor="t" anchorCtr="0">
            <a:spAutoFit/>
          </a:bodyPr>
          <a:lstStyle>
            <a:lvl1pPr marL="457200" lvl="0" indent="-228600" algn="l">
              <a:lnSpc>
                <a:spcPct val="100000"/>
              </a:lnSpc>
              <a:spcBef>
                <a:spcPts val="0"/>
              </a:spcBef>
              <a:spcAft>
                <a:spcPts val="0"/>
              </a:spcAft>
              <a:buClr>
                <a:schemeClr val="dk1"/>
              </a:buClr>
              <a:buSzPts val="1440"/>
              <a:buNone/>
              <a:defRPr sz="1600">
                <a:solidFill>
                  <a:schemeClr val="dk1"/>
                </a:solidFill>
                <a:latin typeface="Quattrocento Sans"/>
                <a:ea typeface="Quattrocento Sans"/>
                <a:cs typeface="Quattrocento Sans"/>
                <a:sym typeface="Quattrocento Sans"/>
              </a:defRPr>
            </a:lvl1pPr>
            <a:lvl2pPr marL="914400" lvl="1" indent="-331469" algn="l">
              <a:lnSpc>
                <a:spcPct val="100000"/>
              </a:lnSpc>
              <a:spcBef>
                <a:spcPts val="360"/>
              </a:spcBef>
              <a:spcAft>
                <a:spcPts val="0"/>
              </a:spcAft>
              <a:buClr>
                <a:schemeClr val="dk1"/>
              </a:buClr>
              <a:buSzPts val="1620"/>
              <a:buChar char="·"/>
              <a:defRPr/>
            </a:lvl2pPr>
            <a:lvl3pPr marL="1371600" lvl="2" indent="-331469" algn="l">
              <a:lnSpc>
                <a:spcPct val="100000"/>
              </a:lnSpc>
              <a:spcBef>
                <a:spcPts val="360"/>
              </a:spcBef>
              <a:spcAft>
                <a:spcPts val="0"/>
              </a:spcAft>
              <a:buClr>
                <a:schemeClr val="dk1"/>
              </a:buClr>
              <a:buSzPts val="1620"/>
              <a:buChar char="·"/>
              <a:defRPr/>
            </a:lvl3pPr>
            <a:lvl4pPr marL="1828800" lvl="3" indent="-331469" algn="l">
              <a:lnSpc>
                <a:spcPct val="100000"/>
              </a:lnSpc>
              <a:spcBef>
                <a:spcPts val="360"/>
              </a:spcBef>
              <a:spcAft>
                <a:spcPts val="0"/>
              </a:spcAft>
              <a:buClr>
                <a:schemeClr val="dk1"/>
              </a:buClr>
              <a:buSzPts val="1620"/>
              <a:buChar char="·"/>
              <a:defRPr/>
            </a:lvl4pPr>
            <a:lvl5pPr marL="2286000" lvl="4" indent="-331470" algn="l">
              <a:lnSpc>
                <a:spcPct val="100000"/>
              </a:lnSpc>
              <a:spcBef>
                <a:spcPts val="360"/>
              </a:spcBef>
              <a:spcAft>
                <a:spcPts val="0"/>
              </a:spcAft>
              <a:buClr>
                <a:schemeClr val="dk1"/>
              </a:buClr>
              <a:buSzPts val="162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114" name="Google Shape;114;p20"/>
          <p:cNvSpPr txBox="1">
            <a:spLocks noGrp="1"/>
          </p:cNvSpPr>
          <p:nvPr>
            <p:ph type="body" idx="13"/>
          </p:nvPr>
        </p:nvSpPr>
        <p:spPr>
          <a:xfrm>
            <a:off x="9643428" y="2276475"/>
            <a:ext cx="1965960" cy="1452705"/>
          </a:xfrm>
          <a:prstGeom prst="rect">
            <a:avLst/>
          </a:prstGeom>
          <a:noFill/>
          <a:ln>
            <a:noFill/>
          </a:ln>
        </p:spPr>
        <p:txBody>
          <a:bodyPr spcFirstLastPara="1" wrap="square" lIns="0" tIns="0" rIns="0" bIns="0" anchor="t" anchorCtr="0">
            <a:spAutoFit/>
          </a:bodyPr>
          <a:lstStyle>
            <a:lvl1pPr marL="457200" lvl="0" indent="-314325" algn="l">
              <a:lnSpc>
                <a:spcPct val="100000"/>
              </a:lnSpc>
              <a:spcBef>
                <a:spcPts val="300"/>
              </a:spcBef>
              <a:spcAft>
                <a:spcPts val="0"/>
              </a:spcAft>
              <a:buClr>
                <a:schemeClr val="dk1"/>
              </a:buClr>
              <a:buSzPts val="1350"/>
              <a:buChar char="·"/>
              <a:defRPr sz="1500"/>
            </a:lvl1pPr>
            <a:lvl2pPr marL="914400" lvl="1" indent="-308610" algn="l">
              <a:lnSpc>
                <a:spcPct val="100000"/>
              </a:lnSpc>
              <a:spcBef>
                <a:spcPts val="280"/>
              </a:spcBef>
              <a:spcAft>
                <a:spcPts val="0"/>
              </a:spcAft>
              <a:buClr>
                <a:schemeClr val="dk1"/>
              </a:buClr>
              <a:buSzPts val="1260"/>
              <a:buChar char="·"/>
              <a:defRPr sz="1400"/>
            </a:lvl2pPr>
            <a:lvl3pPr marL="1371600" lvl="2" indent="-308610" algn="l">
              <a:lnSpc>
                <a:spcPct val="100000"/>
              </a:lnSpc>
              <a:spcBef>
                <a:spcPts val="280"/>
              </a:spcBef>
              <a:spcAft>
                <a:spcPts val="0"/>
              </a:spcAft>
              <a:buClr>
                <a:schemeClr val="dk1"/>
              </a:buClr>
              <a:buSzPts val="1260"/>
              <a:buChar char="·"/>
              <a:defRPr sz="1400"/>
            </a:lvl3pPr>
            <a:lvl4pPr marL="1828800" lvl="3" indent="-297180" algn="l">
              <a:lnSpc>
                <a:spcPct val="100000"/>
              </a:lnSpc>
              <a:spcBef>
                <a:spcPts val="240"/>
              </a:spcBef>
              <a:spcAft>
                <a:spcPts val="0"/>
              </a:spcAft>
              <a:buClr>
                <a:schemeClr val="dk1"/>
              </a:buClr>
              <a:buSzPts val="1080"/>
              <a:buChar char="·"/>
              <a:defRPr sz="1200"/>
            </a:lvl4pPr>
            <a:lvl5pPr marL="2286000" lvl="4" indent="-297179" algn="l">
              <a:lnSpc>
                <a:spcPct val="100000"/>
              </a:lnSpc>
              <a:spcBef>
                <a:spcPts val="240"/>
              </a:spcBef>
              <a:spcAft>
                <a:spcPts val="0"/>
              </a:spcAft>
              <a:buClr>
                <a:schemeClr val="dk1"/>
              </a:buClr>
              <a:buSzPts val="1080"/>
              <a:buChar char="·"/>
              <a:defRPr sz="1200"/>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Tree>
  </p:cSld>
  <p:clrMapOvr>
    <a:masterClrMapping/>
  </p:clrMapOvr>
  <p:transition>
    <p:fade/>
  </p:transition>
  <p:extLst>
    <p:ext uri="{DCECCB84-F9BA-43D5-87BE-67443E8EF086}">
      <p15:sldGuideLst xmlns:p15="http://schemas.microsoft.com/office/powerpoint/2012/main">
        <p15:guide id="1" orient="horz" pos="906">
          <p15:clr>
            <a:srgbClr val="5ACBF0"/>
          </p15:clr>
        </p15:guide>
        <p15:guide id="2" orient="horz" pos="288">
          <p15:clr>
            <a:srgbClr val="5ACBF0"/>
          </p15:clr>
        </p15:guide>
        <p15:guide id="3" pos="1610">
          <p15:clr>
            <a:srgbClr val="5ACBF0"/>
          </p15:clr>
        </p15:guide>
        <p15:guide id="4" pos="1795">
          <p15:clr>
            <a:srgbClr val="5ACBF0"/>
          </p15:clr>
        </p15:guide>
        <p15:guide id="5" pos="3035">
          <p15:clr>
            <a:srgbClr val="5ACBF0"/>
          </p15:clr>
        </p15:guide>
        <p15:guide id="6" pos="3221">
          <p15:clr>
            <a:srgbClr val="5ACBF0"/>
          </p15:clr>
        </p15:guide>
        <p15:guide id="7" pos="4461">
          <p15:clr>
            <a:srgbClr val="5ACBF0"/>
          </p15:clr>
        </p15:guide>
        <p15:guide id="8" pos="5890">
          <p15:clr>
            <a:srgbClr val="5ACBF0"/>
          </p15:clr>
        </p15:guide>
        <p15:guide id="9" orient="horz" pos="1436">
          <p15:clr>
            <a:srgbClr val="5ACBF0"/>
          </p15:clr>
        </p15:guide>
        <p15:guide id="10" pos="4646">
          <p15:clr>
            <a:srgbClr val="5ACBF0"/>
          </p15:clr>
        </p15:guide>
        <p15:guide id="11" pos="6072">
          <p15:clr>
            <a:srgbClr val="5ACBF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Title Only">
  <p:cSld name="Title Only">
    <p:spTree>
      <p:nvGrpSpPr>
        <p:cNvPr id="1" name="Shape 115"/>
        <p:cNvGrpSpPr/>
        <p:nvPr/>
      </p:nvGrpSpPr>
      <p:grpSpPr>
        <a:xfrm>
          <a:off x="0" y="0"/>
          <a:ext cx="0" cy="0"/>
          <a:chOff x="0" y="0"/>
          <a:chExt cx="0" cy="0"/>
        </a:xfrm>
      </p:grpSpPr>
      <p:sp>
        <p:nvSpPr>
          <p:cNvPr id="116" name="Google Shape;116;p21"/>
          <p:cNvSpPr txBox="1">
            <a:spLocks noGrp="1"/>
          </p:cNvSpPr>
          <p:nvPr>
            <p:ph type="title"/>
          </p:nvPr>
        </p:nvSpPr>
        <p:spPr>
          <a:xfrm>
            <a:off x="588263" y="457200"/>
            <a:ext cx="11018520" cy="553998"/>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transition>
    <p:fade/>
  </p:transition>
  <p:extLst>
    <p:ext uri="{DCECCB84-F9BA-43D5-87BE-67443E8EF086}">
      <p15:sldGuideLst xmlns:p15="http://schemas.microsoft.com/office/powerpoint/2012/main">
        <p15:guide id="1" pos="779">
          <p15:clr>
            <a:srgbClr val="A4A3A4"/>
          </p15:clr>
        </p15:guide>
        <p15:guide id="2" pos="962">
          <p15:clr>
            <a:srgbClr val="A4A3A4"/>
          </p15:clr>
        </p15:guide>
        <p15:guide id="3" pos="1373">
          <p15:clr>
            <a:srgbClr val="A4A3A4"/>
          </p15:clr>
        </p15:guide>
        <p15:guide id="4" pos="1556">
          <p15:clr>
            <a:srgbClr val="A4A3A4"/>
          </p15:clr>
        </p15:guide>
        <p15:guide id="5" pos="1967">
          <p15:clr>
            <a:srgbClr val="A4A3A4"/>
          </p15:clr>
        </p15:guide>
        <p15:guide id="6" pos="2150">
          <p15:clr>
            <a:srgbClr val="A4A3A4"/>
          </p15:clr>
        </p15:guide>
        <p15:guide id="7" pos="2561">
          <p15:clr>
            <a:srgbClr val="A4A3A4"/>
          </p15:clr>
        </p15:guide>
        <p15:guide id="8" pos="2744">
          <p15:clr>
            <a:srgbClr val="A4A3A4"/>
          </p15:clr>
        </p15:guide>
        <p15:guide id="9" pos="3155">
          <p15:clr>
            <a:srgbClr val="A4A3A4"/>
          </p15:clr>
        </p15:guide>
        <p15:guide id="10" pos="3338">
          <p15:clr>
            <a:srgbClr val="A4A3A4"/>
          </p15:clr>
        </p15:guide>
        <p15:guide id="11" pos="3749">
          <p15:clr>
            <a:srgbClr val="A4A3A4"/>
          </p15:clr>
        </p15:guide>
        <p15:guide id="12" pos="3932">
          <p15:clr>
            <a:srgbClr val="A4A3A4"/>
          </p15:clr>
        </p15:guide>
        <p15:guide id="13" pos="4343">
          <p15:clr>
            <a:srgbClr val="A4A3A4"/>
          </p15:clr>
        </p15:guide>
        <p15:guide id="14" pos="4526">
          <p15:clr>
            <a:srgbClr val="A4A3A4"/>
          </p15:clr>
        </p15:guide>
        <p15:guide id="15" pos="4937">
          <p15:clr>
            <a:srgbClr val="A4A3A4"/>
          </p15:clr>
        </p15:guide>
        <p15:guide id="16" pos="5120">
          <p15:clr>
            <a:srgbClr val="A4A3A4"/>
          </p15:clr>
        </p15:guide>
        <p15:guide id="17" pos="5529">
          <p15:clr>
            <a:srgbClr val="A4A3A4"/>
          </p15:clr>
        </p15:guide>
        <p15:guide id="18" pos="5714">
          <p15:clr>
            <a:srgbClr val="A4A3A4"/>
          </p15:clr>
        </p15:guide>
        <p15:guide id="19" pos="6123">
          <p15:clr>
            <a:srgbClr val="A4A3A4"/>
          </p15:clr>
        </p15:guide>
        <p15:guide id="20" pos="6308">
          <p15:clr>
            <a:srgbClr val="A4A3A4"/>
          </p15:clr>
        </p15:guide>
        <p15:guide id="21" pos="6717">
          <p15:clr>
            <a:srgbClr val="A4A3A4"/>
          </p15:clr>
        </p15:guide>
        <p15:guide id="22" pos="6900">
          <p15:clr>
            <a:srgbClr val="A4A3A4"/>
          </p15:clr>
        </p15:guide>
        <p15:guide id="23" orient="horz" pos="905">
          <p15:clr>
            <a:srgbClr val="5ACBF0"/>
          </p15:clr>
        </p15:guide>
        <p15:guide id="24" orient="horz" pos="1271">
          <p15:clr>
            <a:srgbClr val="5ACBF0"/>
          </p15:clr>
        </p15:guide>
        <p15:guide id="25" orient="horz" pos="288">
          <p15:clr>
            <a:srgbClr val="5ACBF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itle Only - left side ">
  <p:cSld name="Title Only - left side ">
    <p:spTree>
      <p:nvGrpSpPr>
        <p:cNvPr id="1" name="Shape 117"/>
        <p:cNvGrpSpPr/>
        <p:nvPr/>
      </p:nvGrpSpPr>
      <p:grpSpPr>
        <a:xfrm>
          <a:off x="0" y="0"/>
          <a:ext cx="0" cy="0"/>
          <a:chOff x="0" y="0"/>
          <a:chExt cx="0" cy="0"/>
        </a:xfrm>
      </p:grpSpPr>
      <p:sp>
        <p:nvSpPr>
          <p:cNvPr id="118" name="Google Shape;118;p22"/>
          <p:cNvSpPr txBox="1">
            <a:spLocks noGrp="1"/>
          </p:cNvSpPr>
          <p:nvPr>
            <p:ph type="title"/>
          </p:nvPr>
        </p:nvSpPr>
        <p:spPr>
          <a:xfrm>
            <a:off x="588264" y="2875002"/>
            <a:ext cx="4127692" cy="1107996"/>
          </a:xfrm>
          <a:prstGeom prst="rect">
            <a:avLst/>
          </a:prstGeom>
          <a:noFill/>
          <a:ln>
            <a:noFill/>
          </a:ln>
        </p:spPr>
        <p:txBody>
          <a:bodyPr spcFirstLastPara="1" wrap="square" lIns="0" tIns="0" rIns="0" bIns="0" anchor="ctr" anchorCtr="0">
            <a:spAutoFit/>
          </a:bodyPr>
          <a:lstStyle>
            <a:lvl1pPr lvl="0" algn="l">
              <a:lnSpc>
                <a:spcPct val="10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transition>
    <p:fade/>
  </p:transition>
  <p:extLst>
    <p:ext uri="{DCECCB84-F9BA-43D5-87BE-67443E8EF086}">
      <p15:sldGuideLst xmlns:p15="http://schemas.microsoft.com/office/powerpoint/2012/main">
        <p15:guide id="1" pos="779">
          <p15:clr>
            <a:srgbClr val="A4A3A4"/>
          </p15:clr>
        </p15:guide>
        <p15:guide id="2" pos="962">
          <p15:clr>
            <a:srgbClr val="A4A3A4"/>
          </p15:clr>
        </p15:guide>
        <p15:guide id="3" pos="1373">
          <p15:clr>
            <a:srgbClr val="A4A3A4"/>
          </p15:clr>
        </p15:guide>
        <p15:guide id="4" pos="1556">
          <p15:clr>
            <a:srgbClr val="A4A3A4"/>
          </p15:clr>
        </p15:guide>
        <p15:guide id="5" pos="1967">
          <p15:clr>
            <a:srgbClr val="A4A3A4"/>
          </p15:clr>
        </p15:guide>
        <p15:guide id="6" pos="2150">
          <p15:clr>
            <a:srgbClr val="A4A3A4"/>
          </p15:clr>
        </p15:guide>
        <p15:guide id="7" pos="2561">
          <p15:clr>
            <a:srgbClr val="A4A3A4"/>
          </p15:clr>
        </p15:guide>
        <p15:guide id="8" pos="2744">
          <p15:clr>
            <a:srgbClr val="A4A3A4"/>
          </p15:clr>
        </p15:guide>
        <p15:guide id="9" pos="3155">
          <p15:clr>
            <a:srgbClr val="A4A3A4"/>
          </p15:clr>
        </p15:guide>
        <p15:guide id="10" pos="3749">
          <p15:clr>
            <a:srgbClr val="A4A3A4"/>
          </p15:clr>
        </p15:guide>
        <p15:guide id="11" pos="3932">
          <p15:clr>
            <a:srgbClr val="A4A3A4"/>
          </p15:clr>
        </p15:guide>
        <p15:guide id="12" pos="4343">
          <p15:clr>
            <a:srgbClr val="A4A3A4"/>
          </p15:clr>
        </p15:guide>
        <p15:guide id="13" pos="4526">
          <p15:clr>
            <a:srgbClr val="A4A3A4"/>
          </p15:clr>
        </p15:guide>
        <p15:guide id="14" pos="4937">
          <p15:clr>
            <a:srgbClr val="A4A3A4"/>
          </p15:clr>
        </p15:guide>
        <p15:guide id="15" pos="5120">
          <p15:clr>
            <a:srgbClr val="A4A3A4"/>
          </p15:clr>
        </p15:guide>
        <p15:guide id="16" pos="5529">
          <p15:clr>
            <a:srgbClr val="A4A3A4"/>
          </p15:clr>
        </p15:guide>
        <p15:guide id="17" pos="5714">
          <p15:clr>
            <a:srgbClr val="A4A3A4"/>
          </p15:clr>
        </p15:guide>
        <p15:guide id="18" pos="6123">
          <p15:clr>
            <a:srgbClr val="A4A3A4"/>
          </p15:clr>
        </p15:guide>
        <p15:guide id="19" pos="6308">
          <p15:clr>
            <a:srgbClr val="A4A3A4"/>
          </p15:clr>
        </p15:guide>
        <p15:guide id="20" pos="6717">
          <p15:clr>
            <a:srgbClr val="A4A3A4"/>
          </p15:clr>
        </p15:guide>
        <p15:guide id="21" pos="6900">
          <p15:clr>
            <a:srgbClr val="A4A3A4"/>
          </p15:clr>
        </p15:guide>
        <p15:guide id="22" orient="horz" pos="288">
          <p15:clr>
            <a:srgbClr val="5ACBF0"/>
          </p15:clr>
        </p15:guide>
        <p15:guide id="23" orient="horz" pos="2160">
          <p15:clr>
            <a:srgbClr val="5ACBF0"/>
          </p15:clr>
        </p15:guide>
        <p15:guide id="24" pos="2976">
          <p15:clr>
            <a:srgbClr val="5ACBF0"/>
          </p15:clr>
        </p15:guide>
        <p15:guide id="25" pos="3336">
          <p15:clr>
            <a:srgbClr val="5ACBF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Small title - half page">
  <p:cSld name="Small title - half page">
    <p:spTree>
      <p:nvGrpSpPr>
        <p:cNvPr id="1" name="Shape 119"/>
        <p:cNvGrpSpPr/>
        <p:nvPr/>
      </p:nvGrpSpPr>
      <p:grpSpPr>
        <a:xfrm>
          <a:off x="0" y="0"/>
          <a:ext cx="0" cy="0"/>
          <a:chOff x="0" y="0"/>
          <a:chExt cx="0" cy="0"/>
        </a:xfrm>
      </p:grpSpPr>
      <p:sp>
        <p:nvSpPr>
          <p:cNvPr id="120" name="Google Shape;120;p23"/>
          <p:cNvSpPr txBox="1">
            <a:spLocks noGrp="1"/>
          </p:cNvSpPr>
          <p:nvPr>
            <p:ph type="title"/>
          </p:nvPr>
        </p:nvSpPr>
        <p:spPr>
          <a:xfrm>
            <a:off x="584200" y="457200"/>
            <a:ext cx="5508419" cy="372410"/>
          </a:xfrm>
          <a:prstGeom prst="rect">
            <a:avLst/>
          </a:prstGeom>
          <a:noFill/>
          <a:ln>
            <a:noFill/>
          </a:ln>
        </p:spPr>
        <p:txBody>
          <a:bodyPr spcFirstLastPara="1" wrap="square" lIns="0" tIns="64000" rIns="0" bIns="0" anchor="t" anchorCtr="0">
            <a:spAutoFit/>
          </a:bodyPr>
          <a:lstStyle>
            <a:lvl1pPr lvl="0" algn="l">
              <a:lnSpc>
                <a:spcPct val="100000"/>
              </a:lnSpc>
              <a:spcBef>
                <a:spcPts val="0"/>
              </a:spcBef>
              <a:spcAft>
                <a:spcPts val="0"/>
              </a:spcAft>
              <a:buClr>
                <a:schemeClr val="dk1"/>
              </a:buClr>
              <a:buSzPts val="2000"/>
              <a:buFont typeface="Quattrocento Sans"/>
              <a:buNone/>
              <a:defRPr sz="2000">
                <a:latin typeface="Quattrocento Sans"/>
                <a:ea typeface="Quattrocento Sans"/>
                <a:cs typeface="Quattrocento Sans"/>
                <a:sym typeface="Quattrocento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transition>
    <p:fade/>
  </p:transition>
  <p:extLst>
    <p:ext uri="{DCECCB84-F9BA-43D5-87BE-67443E8EF086}">
      <p15:sldGuideLst xmlns:p15="http://schemas.microsoft.com/office/powerpoint/2012/main">
        <p15:guide id="1" pos="779">
          <p15:clr>
            <a:srgbClr val="A4A3A4"/>
          </p15:clr>
        </p15:guide>
        <p15:guide id="2" pos="962">
          <p15:clr>
            <a:srgbClr val="A4A3A4"/>
          </p15:clr>
        </p15:guide>
        <p15:guide id="3" pos="1373">
          <p15:clr>
            <a:srgbClr val="A4A3A4"/>
          </p15:clr>
        </p15:guide>
        <p15:guide id="4" pos="1556">
          <p15:clr>
            <a:srgbClr val="A4A3A4"/>
          </p15:clr>
        </p15:guide>
        <p15:guide id="5" pos="1967">
          <p15:clr>
            <a:srgbClr val="A4A3A4"/>
          </p15:clr>
        </p15:guide>
        <p15:guide id="6" pos="2150">
          <p15:clr>
            <a:srgbClr val="A4A3A4"/>
          </p15:clr>
        </p15:guide>
        <p15:guide id="7" pos="2561">
          <p15:clr>
            <a:srgbClr val="A4A3A4"/>
          </p15:clr>
        </p15:guide>
        <p15:guide id="8" pos="2744">
          <p15:clr>
            <a:srgbClr val="A4A3A4"/>
          </p15:clr>
        </p15:guide>
        <p15:guide id="9" pos="3155">
          <p15:clr>
            <a:srgbClr val="A4A3A4"/>
          </p15:clr>
        </p15:guide>
        <p15:guide id="10" pos="3352">
          <p15:clr>
            <a:srgbClr val="A4A3A4"/>
          </p15:clr>
        </p15:guide>
        <p15:guide id="11" pos="3749">
          <p15:clr>
            <a:srgbClr val="A4A3A4"/>
          </p15:clr>
        </p15:guide>
        <p15:guide id="12" pos="3932">
          <p15:clr>
            <a:srgbClr val="A4A3A4"/>
          </p15:clr>
        </p15:guide>
        <p15:guide id="13" pos="4343">
          <p15:clr>
            <a:srgbClr val="A4A3A4"/>
          </p15:clr>
        </p15:guide>
        <p15:guide id="14" pos="4526">
          <p15:clr>
            <a:srgbClr val="A4A3A4"/>
          </p15:clr>
        </p15:guide>
        <p15:guide id="15" pos="4937">
          <p15:clr>
            <a:srgbClr val="A4A3A4"/>
          </p15:clr>
        </p15:guide>
        <p15:guide id="16" pos="5120">
          <p15:clr>
            <a:srgbClr val="A4A3A4"/>
          </p15:clr>
        </p15:guide>
        <p15:guide id="17" pos="5529">
          <p15:clr>
            <a:srgbClr val="A4A3A4"/>
          </p15:clr>
        </p15:guide>
        <p15:guide id="18" pos="5714">
          <p15:clr>
            <a:srgbClr val="A4A3A4"/>
          </p15:clr>
        </p15:guide>
        <p15:guide id="19" pos="6123">
          <p15:clr>
            <a:srgbClr val="A4A3A4"/>
          </p15:clr>
        </p15:guide>
        <p15:guide id="20" pos="6308">
          <p15:clr>
            <a:srgbClr val="A4A3A4"/>
          </p15:clr>
        </p15:guide>
        <p15:guide id="21" pos="6717">
          <p15:clr>
            <a:srgbClr val="A4A3A4"/>
          </p15:clr>
        </p15:guide>
        <p15:guide id="22" pos="6900">
          <p15:clr>
            <a:srgbClr val="A4A3A4"/>
          </p15:clr>
        </p15:guide>
        <p15:guide id="23" orient="horz" pos="905">
          <p15:clr>
            <a:srgbClr val="5ACBF0"/>
          </p15:clr>
        </p15:guide>
        <p15:guide id="24" orient="horz" pos="1271">
          <p15:clr>
            <a:srgbClr val="5ACBF0"/>
          </p15:clr>
        </p15:guide>
        <p15:guide id="25" orient="horz" pos="288">
          <p15:clr>
            <a:srgbClr val="5ACBF0"/>
          </p15:clr>
        </p15:guide>
        <p15:guide id="26" pos="3840">
          <p15:clr>
            <a:srgbClr val="5ACBF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Header Background Title and Content">
  <p:cSld name="Header Background Title and Content">
    <p:spTree>
      <p:nvGrpSpPr>
        <p:cNvPr id="1" name="Shape 121"/>
        <p:cNvGrpSpPr/>
        <p:nvPr/>
      </p:nvGrpSpPr>
      <p:grpSpPr>
        <a:xfrm>
          <a:off x="0" y="0"/>
          <a:ext cx="0" cy="0"/>
          <a:chOff x="0" y="0"/>
          <a:chExt cx="0" cy="0"/>
        </a:xfrm>
      </p:grpSpPr>
      <p:sp>
        <p:nvSpPr>
          <p:cNvPr id="122" name="Google Shape;122;p24"/>
          <p:cNvSpPr/>
          <p:nvPr/>
        </p:nvSpPr>
        <p:spPr>
          <a:xfrm>
            <a:off x="1" y="0"/>
            <a:ext cx="12192000" cy="1439693"/>
          </a:xfrm>
          <a:prstGeom prst="rect">
            <a:avLst/>
          </a:prstGeom>
          <a:solidFill>
            <a:schemeClr val="dk2"/>
          </a:solidFill>
          <a:ln>
            <a:noFill/>
          </a:ln>
        </p:spPr>
        <p:txBody>
          <a:bodyPr spcFirstLastPara="1" wrap="square" lIns="182875" tIns="146300" rIns="182875" bIns="146300" anchor="t" anchorCtr="0">
            <a:noAutofit/>
          </a:bodyPr>
          <a:lstStyle/>
          <a:p>
            <a:pPr marL="0" marR="0" lvl="0" indent="0" algn="l" rtl="0">
              <a:spcBef>
                <a:spcPts val="0"/>
              </a:spcBef>
              <a:spcAft>
                <a:spcPts val="0"/>
              </a:spcAft>
              <a:buNone/>
            </a:pPr>
            <a:endParaRPr sz="2000">
              <a:solidFill>
                <a:srgbClr val="FFFFFF"/>
              </a:solidFill>
              <a:latin typeface="Quattrocento Sans"/>
              <a:ea typeface="Quattrocento Sans"/>
              <a:cs typeface="Quattrocento Sans"/>
              <a:sym typeface="Quattrocento Sans"/>
            </a:endParaRPr>
          </a:p>
        </p:txBody>
      </p:sp>
      <p:sp>
        <p:nvSpPr>
          <p:cNvPr id="123" name="Google Shape;123;p24"/>
          <p:cNvSpPr txBox="1">
            <a:spLocks noGrp="1"/>
          </p:cNvSpPr>
          <p:nvPr>
            <p:ph type="title"/>
          </p:nvPr>
        </p:nvSpPr>
        <p:spPr>
          <a:xfrm>
            <a:off x="588263" y="457200"/>
            <a:ext cx="11018520" cy="553998"/>
          </a:xfrm>
          <a:prstGeom prst="rect">
            <a:avLst/>
          </a:prstGeom>
          <a:noFill/>
          <a:ln>
            <a:noFill/>
          </a:ln>
        </p:spPr>
        <p:txBody>
          <a:bodyPr spcFirstLastPara="1" wrap="square" lIns="0" tIns="0" rIns="0" bIns="0" anchor="ctr" anchorCtr="0">
            <a:spAutoFit/>
          </a:bodyPr>
          <a:lstStyle>
            <a:lvl1pPr lvl="0" algn="l">
              <a:lnSpc>
                <a:spcPct val="100000"/>
              </a:lnSpc>
              <a:spcBef>
                <a:spcPts val="0"/>
              </a:spcBef>
              <a:spcAft>
                <a:spcPts val="0"/>
              </a:spcAft>
              <a:buClr>
                <a:schemeClr val="accent3"/>
              </a:buClr>
              <a:buSzPts val="3600"/>
              <a:buFont typeface="Quattrocento Sans"/>
              <a:buNone/>
              <a:defRPr>
                <a:solidFill>
                  <a:schemeClr val="accent3"/>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24" name="Google Shape;124;p24"/>
          <p:cNvSpPr txBox="1">
            <a:spLocks noGrp="1"/>
          </p:cNvSpPr>
          <p:nvPr>
            <p:ph type="body" idx="1"/>
          </p:nvPr>
        </p:nvSpPr>
        <p:spPr>
          <a:xfrm>
            <a:off x="584200" y="1844675"/>
            <a:ext cx="11018838" cy="4424363"/>
          </a:xfrm>
          <a:prstGeom prst="rect">
            <a:avLst/>
          </a:prstGeom>
          <a:noFill/>
          <a:ln>
            <a:noFill/>
          </a:ln>
        </p:spPr>
        <p:txBody>
          <a:bodyPr spcFirstLastPara="1" wrap="square" lIns="0" tIns="0" rIns="0" bIns="0" anchor="t" anchorCtr="0">
            <a:spAutoFit/>
          </a:bodyPr>
          <a:lstStyle>
            <a:lvl1pPr marL="457200" lvl="0" indent="-228600" algn="l">
              <a:lnSpc>
                <a:spcPct val="100000"/>
              </a:lnSpc>
              <a:spcBef>
                <a:spcPts val="560"/>
              </a:spcBef>
              <a:spcAft>
                <a:spcPts val="0"/>
              </a:spcAft>
              <a:buClr>
                <a:schemeClr val="dk1"/>
              </a:buClr>
              <a:buSzPts val="2520"/>
              <a:buNone/>
              <a:defRPr>
                <a:solidFill>
                  <a:schemeClr val="dk1"/>
                </a:solidFill>
              </a:defRPr>
            </a:lvl1pPr>
            <a:lvl2pPr marL="914400" lvl="1" indent="-342900" algn="l">
              <a:lnSpc>
                <a:spcPct val="100000"/>
              </a:lnSpc>
              <a:spcBef>
                <a:spcPts val="400"/>
              </a:spcBef>
              <a:spcAft>
                <a:spcPts val="0"/>
              </a:spcAft>
              <a:buClr>
                <a:schemeClr val="dk1"/>
              </a:buClr>
              <a:buSzPts val="1800"/>
              <a:buChar char="·"/>
              <a:defRPr>
                <a:solidFill>
                  <a:schemeClr val="dk1"/>
                </a:solidFill>
              </a:defRPr>
            </a:lvl2pPr>
            <a:lvl3pPr marL="1371600" lvl="2" indent="-320039" algn="l">
              <a:lnSpc>
                <a:spcPct val="100000"/>
              </a:lnSpc>
              <a:spcBef>
                <a:spcPts val="320"/>
              </a:spcBef>
              <a:spcAft>
                <a:spcPts val="0"/>
              </a:spcAft>
              <a:buClr>
                <a:schemeClr val="dk1"/>
              </a:buClr>
              <a:buSzPts val="1440"/>
              <a:buChar char="·"/>
              <a:defRPr>
                <a:solidFill>
                  <a:schemeClr val="dk1"/>
                </a:solidFill>
              </a:defRPr>
            </a:lvl3pPr>
            <a:lvl4pPr marL="1828800" lvl="3" indent="-308610" algn="l">
              <a:lnSpc>
                <a:spcPct val="100000"/>
              </a:lnSpc>
              <a:spcBef>
                <a:spcPts val="280"/>
              </a:spcBef>
              <a:spcAft>
                <a:spcPts val="0"/>
              </a:spcAft>
              <a:buClr>
                <a:schemeClr val="dk1"/>
              </a:buClr>
              <a:buSzPts val="1260"/>
              <a:buChar char="·"/>
              <a:defRPr>
                <a:solidFill>
                  <a:schemeClr val="dk1"/>
                </a:solidFill>
              </a:defRPr>
            </a:lvl4pPr>
            <a:lvl5pPr marL="2286000" lvl="4" indent="-308610" algn="l">
              <a:lnSpc>
                <a:spcPct val="100000"/>
              </a:lnSpc>
              <a:spcBef>
                <a:spcPts val="280"/>
              </a:spcBef>
              <a:spcAft>
                <a:spcPts val="0"/>
              </a:spcAft>
              <a:buClr>
                <a:schemeClr val="dk1"/>
              </a:buClr>
              <a:buSzPts val="1260"/>
              <a:buChar char="·"/>
              <a:defRPr>
                <a:solidFill>
                  <a:schemeClr val="dk1"/>
                </a:solidFill>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125" name="Google Shape;125;p24"/>
          <p:cNvSpPr txBox="1"/>
          <p:nvPr/>
        </p:nvSpPr>
        <p:spPr>
          <a:xfrm>
            <a:off x="12355721" y="-203944"/>
            <a:ext cx="577081" cy="153888"/>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00">
                <a:solidFill>
                  <a:srgbClr val="A3A3A3"/>
                </a:solidFill>
                <a:latin typeface="Quattrocento Sans"/>
                <a:ea typeface="Quattrocento Sans"/>
                <a:cs typeface="Quattrocento Sans"/>
                <a:sym typeface="Quattrocento Sans"/>
              </a:rPr>
              <a:t>ELT layout</a:t>
            </a:r>
            <a:endParaRPr/>
          </a:p>
        </p:txBody>
      </p:sp>
    </p:spTree>
  </p:cSld>
  <p:clrMapOvr>
    <a:masterClrMapping/>
  </p:clrMapOvr>
  <p:transition>
    <p:fade/>
  </p:transition>
  <p:extLst>
    <p:ext uri="{DCECCB84-F9BA-43D5-87BE-67443E8EF086}">
      <p15:sldGuideLst xmlns:p15="http://schemas.microsoft.com/office/powerpoint/2012/main">
        <p15:guide id="1" orient="horz" pos="1162">
          <p15:clr>
            <a:srgbClr val="5ACBF0"/>
          </p15:clr>
        </p15:guide>
        <p15:guide id="2" orient="horz" pos="288">
          <p15:clr>
            <a:srgbClr val="5ACBF0"/>
          </p15:clr>
        </p15:guide>
        <p15:guide id="3" orient="horz" pos="904">
          <p15:clr>
            <a:srgbClr val="5ACBF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Header Background Two Column Non-bulleted text">
  <p:cSld name="Header Background Two Column Non-bulleted text">
    <p:spTree>
      <p:nvGrpSpPr>
        <p:cNvPr id="1" name="Shape 126"/>
        <p:cNvGrpSpPr/>
        <p:nvPr/>
      </p:nvGrpSpPr>
      <p:grpSpPr>
        <a:xfrm>
          <a:off x="0" y="0"/>
          <a:ext cx="0" cy="0"/>
          <a:chOff x="0" y="0"/>
          <a:chExt cx="0" cy="0"/>
        </a:xfrm>
      </p:grpSpPr>
      <p:sp>
        <p:nvSpPr>
          <p:cNvPr id="127" name="Google Shape;127;p25"/>
          <p:cNvSpPr/>
          <p:nvPr/>
        </p:nvSpPr>
        <p:spPr>
          <a:xfrm>
            <a:off x="1" y="0"/>
            <a:ext cx="12192000" cy="1439693"/>
          </a:xfrm>
          <a:prstGeom prst="rect">
            <a:avLst/>
          </a:prstGeom>
          <a:solidFill>
            <a:schemeClr val="dk2"/>
          </a:solidFill>
          <a:ln>
            <a:noFill/>
          </a:ln>
        </p:spPr>
        <p:txBody>
          <a:bodyPr spcFirstLastPara="1" wrap="square" lIns="182875" tIns="146300" rIns="182875" bIns="146300" anchor="t" anchorCtr="0">
            <a:noAutofit/>
          </a:bodyPr>
          <a:lstStyle/>
          <a:p>
            <a:pPr marL="0" marR="0" lvl="0" indent="0" algn="l" rtl="0">
              <a:spcBef>
                <a:spcPts val="0"/>
              </a:spcBef>
              <a:spcAft>
                <a:spcPts val="0"/>
              </a:spcAft>
              <a:buNone/>
            </a:pPr>
            <a:endParaRPr sz="2000">
              <a:solidFill>
                <a:srgbClr val="FFFFFF"/>
              </a:solidFill>
              <a:latin typeface="Quattrocento Sans"/>
              <a:ea typeface="Quattrocento Sans"/>
              <a:cs typeface="Quattrocento Sans"/>
              <a:sym typeface="Quattrocento Sans"/>
            </a:endParaRPr>
          </a:p>
        </p:txBody>
      </p:sp>
      <p:sp>
        <p:nvSpPr>
          <p:cNvPr id="128" name="Google Shape;128;p25"/>
          <p:cNvSpPr txBox="1">
            <a:spLocks noGrp="1"/>
          </p:cNvSpPr>
          <p:nvPr>
            <p:ph type="title"/>
          </p:nvPr>
        </p:nvSpPr>
        <p:spPr>
          <a:xfrm>
            <a:off x="588263" y="457200"/>
            <a:ext cx="11018520" cy="553998"/>
          </a:xfrm>
          <a:prstGeom prst="rect">
            <a:avLst/>
          </a:prstGeom>
          <a:noFill/>
          <a:ln>
            <a:noFill/>
          </a:ln>
        </p:spPr>
        <p:txBody>
          <a:bodyPr spcFirstLastPara="1" wrap="square" lIns="0" tIns="0" rIns="0" bIns="0" anchor="ctr" anchorCtr="0">
            <a:spAutoFit/>
          </a:bodyPr>
          <a:lstStyle>
            <a:lvl1pPr lvl="0" algn="l">
              <a:lnSpc>
                <a:spcPct val="100000"/>
              </a:lnSpc>
              <a:spcBef>
                <a:spcPts val="0"/>
              </a:spcBef>
              <a:spcAft>
                <a:spcPts val="0"/>
              </a:spcAft>
              <a:buClr>
                <a:schemeClr val="accent3"/>
              </a:buClr>
              <a:buSzPts val="3600"/>
              <a:buFont typeface="Quattrocento Sans"/>
              <a:buNone/>
              <a:defRPr>
                <a:solidFill>
                  <a:schemeClr val="accent3"/>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29" name="Google Shape;129;p25"/>
          <p:cNvSpPr txBox="1">
            <a:spLocks noGrp="1"/>
          </p:cNvSpPr>
          <p:nvPr>
            <p:ph type="body" idx="1"/>
          </p:nvPr>
        </p:nvSpPr>
        <p:spPr>
          <a:xfrm>
            <a:off x="584200" y="1853052"/>
            <a:ext cx="5212080" cy="1649682"/>
          </a:xfrm>
          <a:prstGeom prst="rect">
            <a:avLst/>
          </a:prstGeom>
          <a:noFill/>
          <a:ln>
            <a:noFill/>
          </a:ln>
        </p:spPr>
        <p:txBody>
          <a:bodyPr spcFirstLastPara="1" wrap="square" lIns="0" tIns="0" rIns="0" bIns="0" anchor="t" anchorCtr="0">
            <a:spAutoFit/>
          </a:bodyPr>
          <a:lstStyle>
            <a:lvl1pPr marL="457200" lvl="0" indent="-228600" algn="l">
              <a:lnSpc>
                <a:spcPct val="100000"/>
              </a:lnSpc>
              <a:spcBef>
                <a:spcPts val="1224"/>
              </a:spcBef>
              <a:spcAft>
                <a:spcPts val="0"/>
              </a:spcAft>
              <a:buClr>
                <a:schemeClr val="dk1"/>
              </a:buClr>
              <a:buSzPts val="2520"/>
              <a:buFont typeface="Noto Sans Symbols"/>
              <a:buNone/>
              <a:defRPr sz="2800" b="0">
                <a:latin typeface="Quattrocento Sans"/>
                <a:ea typeface="Quattrocento Sans"/>
                <a:cs typeface="Quattrocento Sans"/>
                <a:sym typeface="Quattrocento Sans"/>
              </a:defRPr>
            </a:lvl1pPr>
            <a:lvl2pPr marL="914400" lvl="1" indent="-228600" algn="l">
              <a:lnSpc>
                <a:spcPct val="100000"/>
              </a:lnSpc>
              <a:spcBef>
                <a:spcPts val="400"/>
              </a:spcBef>
              <a:spcAft>
                <a:spcPts val="0"/>
              </a:spcAft>
              <a:buClr>
                <a:schemeClr val="dk1"/>
              </a:buClr>
              <a:buSzPts val="1800"/>
              <a:buFont typeface="Noto Sans Symbols"/>
              <a:buNone/>
              <a:defRPr sz="2000" b="0"/>
            </a:lvl2pPr>
            <a:lvl3pPr marL="1371600" lvl="2" indent="-228600" algn="l">
              <a:lnSpc>
                <a:spcPct val="100000"/>
              </a:lnSpc>
              <a:spcBef>
                <a:spcPts val="320"/>
              </a:spcBef>
              <a:spcAft>
                <a:spcPts val="0"/>
              </a:spcAft>
              <a:buClr>
                <a:schemeClr val="dk1"/>
              </a:buClr>
              <a:buSzPts val="1440"/>
              <a:buFont typeface="Noto Sans Symbols"/>
              <a:buNone/>
              <a:defRPr sz="1600" b="0"/>
            </a:lvl3pPr>
            <a:lvl4pPr marL="1828800" lvl="3" indent="-228600" algn="l">
              <a:lnSpc>
                <a:spcPct val="100000"/>
              </a:lnSpc>
              <a:spcBef>
                <a:spcPts val="280"/>
              </a:spcBef>
              <a:spcAft>
                <a:spcPts val="0"/>
              </a:spcAft>
              <a:buClr>
                <a:schemeClr val="dk1"/>
              </a:buClr>
              <a:buSzPts val="1260"/>
              <a:buFont typeface="Noto Sans Symbols"/>
              <a:buNone/>
              <a:defRPr sz="1400" b="0"/>
            </a:lvl4pPr>
            <a:lvl5pPr marL="2286000" lvl="4" indent="-228600" algn="l">
              <a:lnSpc>
                <a:spcPct val="100000"/>
              </a:lnSpc>
              <a:spcBef>
                <a:spcPts val="280"/>
              </a:spcBef>
              <a:spcAft>
                <a:spcPts val="0"/>
              </a:spcAft>
              <a:buClr>
                <a:schemeClr val="dk1"/>
              </a:buClr>
              <a:buSzPts val="1260"/>
              <a:buFont typeface="Noto Sans Symbols"/>
              <a:buNone/>
              <a:defRPr sz="1400" b="0"/>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130" name="Google Shape;130;p25"/>
          <p:cNvSpPr txBox="1">
            <a:spLocks noGrp="1"/>
          </p:cNvSpPr>
          <p:nvPr>
            <p:ph type="body" idx="2"/>
          </p:nvPr>
        </p:nvSpPr>
        <p:spPr>
          <a:xfrm>
            <a:off x="6397171" y="1844675"/>
            <a:ext cx="5212080" cy="1649682"/>
          </a:xfrm>
          <a:prstGeom prst="rect">
            <a:avLst/>
          </a:prstGeom>
          <a:noFill/>
          <a:ln>
            <a:noFill/>
          </a:ln>
        </p:spPr>
        <p:txBody>
          <a:bodyPr spcFirstLastPara="1" wrap="square" lIns="0" tIns="0" rIns="0" bIns="0" anchor="t" anchorCtr="0">
            <a:spAutoFit/>
          </a:bodyPr>
          <a:lstStyle>
            <a:lvl1pPr marL="457200" lvl="0" indent="-228600" algn="l">
              <a:lnSpc>
                <a:spcPct val="100000"/>
              </a:lnSpc>
              <a:spcBef>
                <a:spcPts val="1224"/>
              </a:spcBef>
              <a:spcAft>
                <a:spcPts val="0"/>
              </a:spcAft>
              <a:buClr>
                <a:schemeClr val="dk1"/>
              </a:buClr>
              <a:buSzPts val="2520"/>
              <a:buFont typeface="Noto Sans Symbols"/>
              <a:buNone/>
              <a:defRPr sz="2800" b="0">
                <a:latin typeface="Quattrocento Sans"/>
                <a:ea typeface="Quattrocento Sans"/>
                <a:cs typeface="Quattrocento Sans"/>
                <a:sym typeface="Quattrocento Sans"/>
              </a:defRPr>
            </a:lvl1pPr>
            <a:lvl2pPr marL="914400" lvl="1" indent="-228600" algn="l">
              <a:lnSpc>
                <a:spcPct val="100000"/>
              </a:lnSpc>
              <a:spcBef>
                <a:spcPts val="400"/>
              </a:spcBef>
              <a:spcAft>
                <a:spcPts val="0"/>
              </a:spcAft>
              <a:buClr>
                <a:schemeClr val="dk1"/>
              </a:buClr>
              <a:buSzPts val="1800"/>
              <a:buFont typeface="Noto Sans Symbols"/>
              <a:buNone/>
              <a:defRPr sz="2000" b="0"/>
            </a:lvl2pPr>
            <a:lvl3pPr marL="1371600" lvl="2" indent="-228600" algn="l">
              <a:lnSpc>
                <a:spcPct val="100000"/>
              </a:lnSpc>
              <a:spcBef>
                <a:spcPts val="320"/>
              </a:spcBef>
              <a:spcAft>
                <a:spcPts val="0"/>
              </a:spcAft>
              <a:buClr>
                <a:schemeClr val="dk1"/>
              </a:buClr>
              <a:buSzPts val="1440"/>
              <a:buFont typeface="Noto Sans Symbols"/>
              <a:buNone/>
              <a:defRPr sz="1600" b="0"/>
            </a:lvl3pPr>
            <a:lvl4pPr marL="1828800" lvl="3" indent="-228600" algn="l">
              <a:lnSpc>
                <a:spcPct val="100000"/>
              </a:lnSpc>
              <a:spcBef>
                <a:spcPts val="280"/>
              </a:spcBef>
              <a:spcAft>
                <a:spcPts val="0"/>
              </a:spcAft>
              <a:buClr>
                <a:schemeClr val="dk1"/>
              </a:buClr>
              <a:buSzPts val="1260"/>
              <a:buFont typeface="Noto Sans Symbols"/>
              <a:buNone/>
              <a:defRPr sz="1400" b="0"/>
            </a:lvl4pPr>
            <a:lvl5pPr marL="2286000" lvl="4" indent="-228600" algn="l">
              <a:lnSpc>
                <a:spcPct val="100000"/>
              </a:lnSpc>
              <a:spcBef>
                <a:spcPts val="280"/>
              </a:spcBef>
              <a:spcAft>
                <a:spcPts val="0"/>
              </a:spcAft>
              <a:buClr>
                <a:schemeClr val="dk1"/>
              </a:buClr>
              <a:buSzPts val="1260"/>
              <a:buFont typeface="Noto Sans Symbols"/>
              <a:buNone/>
              <a:defRPr sz="1400" b="0"/>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Tree>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162">
          <p15:clr>
            <a:srgbClr val="5ACBF0"/>
          </p15:clr>
        </p15:guide>
        <p15:guide id="3" orient="horz" pos="904">
          <p15:clr>
            <a:srgbClr val="5ACBF0"/>
          </p15:clr>
        </p15:guide>
        <p15:guide id="4" pos="3656">
          <p15:clr>
            <a:srgbClr val="5ACBF0"/>
          </p15:clr>
        </p15:guide>
        <p15:guide id="5" pos="4024">
          <p15:clr>
            <a:srgbClr val="5ACBF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Header Background Two Column Content with Subheads">
  <p:cSld name="Header Background Two Column Content with Subheads">
    <p:spTree>
      <p:nvGrpSpPr>
        <p:cNvPr id="1" name="Shape 131"/>
        <p:cNvGrpSpPr/>
        <p:nvPr/>
      </p:nvGrpSpPr>
      <p:grpSpPr>
        <a:xfrm>
          <a:off x="0" y="0"/>
          <a:ext cx="0" cy="0"/>
          <a:chOff x="0" y="0"/>
          <a:chExt cx="0" cy="0"/>
        </a:xfrm>
      </p:grpSpPr>
      <p:sp>
        <p:nvSpPr>
          <p:cNvPr id="132" name="Google Shape;132;p26"/>
          <p:cNvSpPr/>
          <p:nvPr/>
        </p:nvSpPr>
        <p:spPr>
          <a:xfrm>
            <a:off x="1" y="0"/>
            <a:ext cx="12192000" cy="1439693"/>
          </a:xfrm>
          <a:prstGeom prst="rect">
            <a:avLst/>
          </a:prstGeom>
          <a:solidFill>
            <a:schemeClr val="dk2"/>
          </a:solidFill>
          <a:ln>
            <a:noFill/>
          </a:ln>
        </p:spPr>
        <p:txBody>
          <a:bodyPr spcFirstLastPara="1" wrap="square" lIns="182875" tIns="146300" rIns="182875" bIns="146300" anchor="t" anchorCtr="0">
            <a:noAutofit/>
          </a:bodyPr>
          <a:lstStyle/>
          <a:p>
            <a:pPr marL="0" marR="0" lvl="0" indent="0" algn="l" rtl="0">
              <a:spcBef>
                <a:spcPts val="0"/>
              </a:spcBef>
              <a:spcAft>
                <a:spcPts val="0"/>
              </a:spcAft>
              <a:buNone/>
            </a:pPr>
            <a:endParaRPr sz="2000">
              <a:solidFill>
                <a:srgbClr val="FFFFFF"/>
              </a:solidFill>
              <a:latin typeface="Quattrocento Sans"/>
              <a:ea typeface="Quattrocento Sans"/>
              <a:cs typeface="Quattrocento Sans"/>
              <a:sym typeface="Quattrocento Sans"/>
            </a:endParaRPr>
          </a:p>
        </p:txBody>
      </p:sp>
      <p:sp>
        <p:nvSpPr>
          <p:cNvPr id="133" name="Google Shape;133;p26"/>
          <p:cNvSpPr txBox="1">
            <a:spLocks noGrp="1"/>
          </p:cNvSpPr>
          <p:nvPr>
            <p:ph type="title"/>
          </p:nvPr>
        </p:nvSpPr>
        <p:spPr>
          <a:xfrm>
            <a:off x="588263" y="457200"/>
            <a:ext cx="11018520" cy="553998"/>
          </a:xfrm>
          <a:prstGeom prst="rect">
            <a:avLst/>
          </a:prstGeom>
          <a:noFill/>
          <a:ln>
            <a:noFill/>
          </a:ln>
        </p:spPr>
        <p:txBody>
          <a:bodyPr spcFirstLastPara="1" wrap="square" lIns="0" tIns="0" rIns="0" bIns="0" anchor="ctr" anchorCtr="0">
            <a:spAutoFit/>
          </a:bodyPr>
          <a:lstStyle>
            <a:lvl1pPr lvl="0" algn="l">
              <a:lnSpc>
                <a:spcPct val="100000"/>
              </a:lnSpc>
              <a:spcBef>
                <a:spcPts val="0"/>
              </a:spcBef>
              <a:spcAft>
                <a:spcPts val="0"/>
              </a:spcAft>
              <a:buClr>
                <a:schemeClr val="accent3"/>
              </a:buClr>
              <a:buSzPts val="3600"/>
              <a:buFont typeface="Quattrocento Sans"/>
              <a:buNone/>
              <a:defRPr>
                <a:solidFill>
                  <a:schemeClr val="accent3"/>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34" name="Google Shape;134;p26"/>
          <p:cNvSpPr txBox="1">
            <a:spLocks noGrp="1"/>
          </p:cNvSpPr>
          <p:nvPr>
            <p:ph type="body" idx="1"/>
          </p:nvPr>
        </p:nvSpPr>
        <p:spPr>
          <a:xfrm>
            <a:off x="584200" y="1851161"/>
            <a:ext cx="5219700" cy="430887"/>
          </a:xfrm>
          <a:prstGeom prst="rect">
            <a:avLst/>
          </a:prstGeom>
          <a:noFill/>
          <a:ln>
            <a:noFill/>
          </a:ln>
        </p:spPr>
        <p:txBody>
          <a:bodyPr spcFirstLastPara="1" wrap="square" lIns="0" tIns="0" rIns="0" bIns="0" anchor="t" anchorCtr="0">
            <a:spAutoFit/>
          </a:bodyPr>
          <a:lstStyle>
            <a:lvl1pPr marL="457200" lvl="0" indent="-228600" algn="l">
              <a:lnSpc>
                <a:spcPct val="100000"/>
              </a:lnSpc>
              <a:spcBef>
                <a:spcPts val="0"/>
              </a:spcBef>
              <a:spcAft>
                <a:spcPts val="0"/>
              </a:spcAft>
              <a:buClr>
                <a:schemeClr val="dk1"/>
              </a:buClr>
              <a:buSzPts val="2520"/>
              <a:buNone/>
              <a:defRPr sz="2800">
                <a:solidFill>
                  <a:schemeClr val="dk1"/>
                </a:solidFill>
                <a:latin typeface="Quattrocento Sans"/>
                <a:ea typeface="Quattrocento Sans"/>
                <a:cs typeface="Quattrocento Sans"/>
                <a:sym typeface="Quattrocento Sans"/>
              </a:defRPr>
            </a:lvl1pPr>
            <a:lvl2pPr marL="914400" lvl="1" indent="-331469" algn="l">
              <a:lnSpc>
                <a:spcPct val="100000"/>
              </a:lnSpc>
              <a:spcBef>
                <a:spcPts val="360"/>
              </a:spcBef>
              <a:spcAft>
                <a:spcPts val="0"/>
              </a:spcAft>
              <a:buClr>
                <a:schemeClr val="dk1"/>
              </a:buClr>
              <a:buSzPts val="1620"/>
              <a:buChar char="·"/>
              <a:defRPr/>
            </a:lvl2pPr>
            <a:lvl3pPr marL="1371600" lvl="2" indent="-331469" algn="l">
              <a:lnSpc>
                <a:spcPct val="100000"/>
              </a:lnSpc>
              <a:spcBef>
                <a:spcPts val="360"/>
              </a:spcBef>
              <a:spcAft>
                <a:spcPts val="0"/>
              </a:spcAft>
              <a:buClr>
                <a:schemeClr val="dk1"/>
              </a:buClr>
              <a:buSzPts val="1620"/>
              <a:buChar char="·"/>
              <a:defRPr/>
            </a:lvl3pPr>
            <a:lvl4pPr marL="1828800" lvl="3" indent="-331469" algn="l">
              <a:lnSpc>
                <a:spcPct val="100000"/>
              </a:lnSpc>
              <a:spcBef>
                <a:spcPts val="360"/>
              </a:spcBef>
              <a:spcAft>
                <a:spcPts val="0"/>
              </a:spcAft>
              <a:buClr>
                <a:schemeClr val="dk1"/>
              </a:buClr>
              <a:buSzPts val="1620"/>
              <a:buChar char="·"/>
              <a:defRPr/>
            </a:lvl4pPr>
            <a:lvl5pPr marL="2286000" lvl="4" indent="-331470" algn="l">
              <a:lnSpc>
                <a:spcPct val="100000"/>
              </a:lnSpc>
              <a:spcBef>
                <a:spcPts val="360"/>
              </a:spcBef>
              <a:spcAft>
                <a:spcPts val="0"/>
              </a:spcAft>
              <a:buClr>
                <a:schemeClr val="dk1"/>
              </a:buClr>
              <a:buSzPts val="162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135" name="Google Shape;135;p26"/>
          <p:cNvSpPr txBox="1">
            <a:spLocks noGrp="1"/>
          </p:cNvSpPr>
          <p:nvPr>
            <p:ph type="body" idx="2"/>
          </p:nvPr>
        </p:nvSpPr>
        <p:spPr>
          <a:xfrm>
            <a:off x="588963" y="2495686"/>
            <a:ext cx="5214937" cy="3773352"/>
          </a:xfrm>
          <a:prstGeom prst="rect">
            <a:avLst/>
          </a:prstGeom>
          <a:noFill/>
          <a:ln>
            <a:noFill/>
          </a:ln>
        </p:spPr>
        <p:txBody>
          <a:bodyPr spcFirstLastPara="1" wrap="square" lIns="0" tIns="0" rIns="0" bIns="0" anchor="t" anchorCtr="0">
            <a:spAutoFit/>
          </a:bodyPr>
          <a:lstStyle>
            <a:lvl1pPr marL="457200" lvl="0" indent="-365760" algn="l">
              <a:lnSpc>
                <a:spcPct val="100000"/>
              </a:lnSpc>
              <a:spcBef>
                <a:spcPts val="480"/>
              </a:spcBef>
              <a:spcAft>
                <a:spcPts val="0"/>
              </a:spcAft>
              <a:buClr>
                <a:schemeClr val="dk1"/>
              </a:buClr>
              <a:buSzPts val="2160"/>
              <a:buChar char="·"/>
              <a:defRPr sz="2400"/>
            </a:lvl1pPr>
            <a:lvl2pPr marL="914400" lvl="1" indent="-331469" algn="l">
              <a:lnSpc>
                <a:spcPct val="100000"/>
              </a:lnSpc>
              <a:spcBef>
                <a:spcPts val="360"/>
              </a:spcBef>
              <a:spcAft>
                <a:spcPts val="0"/>
              </a:spcAft>
              <a:buClr>
                <a:schemeClr val="dk1"/>
              </a:buClr>
              <a:buSzPts val="1620"/>
              <a:buChar char="·"/>
              <a:defRPr/>
            </a:lvl2pPr>
            <a:lvl3pPr marL="1371600" lvl="2" indent="-331469" algn="l">
              <a:lnSpc>
                <a:spcPct val="100000"/>
              </a:lnSpc>
              <a:spcBef>
                <a:spcPts val="360"/>
              </a:spcBef>
              <a:spcAft>
                <a:spcPts val="0"/>
              </a:spcAft>
              <a:buClr>
                <a:schemeClr val="dk1"/>
              </a:buClr>
              <a:buSzPts val="1620"/>
              <a:buChar char="·"/>
              <a:defRPr/>
            </a:lvl3pPr>
            <a:lvl4pPr marL="1828800" lvl="3" indent="-331469" algn="l">
              <a:lnSpc>
                <a:spcPct val="100000"/>
              </a:lnSpc>
              <a:spcBef>
                <a:spcPts val="360"/>
              </a:spcBef>
              <a:spcAft>
                <a:spcPts val="0"/>
              </a:spcAft>
              <a:buClr>
                <a:schemeClr val="dk1"/>
              </a:buClr>
              <a:buSzPts val="1620"/>
              <a:buChar char="·"/>
              <a:defRPr/>
            </a:lvl4pPr>
            <a:lvl5pPr marL="2286000" lvl="4" indent="-331470" algn="l">
              <a:lnSpc>
                <a:spcPct val="100000"/>
              </a:lnSpc>
              <a:spcBef>
                <a:spcPts val="360"/>
              </a:spcBef>
              <a:spcAft>
                <a:spcPts val="0"/>
              </a:spcAft>
              <a:buClr>
                <a:schemeClr val="dk1"/>
              </a:buClr>
              <a:buSzPts val="162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136" name="Google Shape;136;p26"/>
          <p:cNvSpPr txBox="1">
            <a:spLocks noGrp="1"/>
          </p:cNvSpPr>
          <p:nvPr>
            <p:ph type="body" idx="3"/>
          </p:nvPr>
        </p:nvSpPr>
        <p:spPr>
          <a:xfrm>
            <a:off x="6397625" y="1844675"/>
            <a:ext cx="5219700" cy="430887"/>
          </a:xfrm>
          <a:prstGeom prst="rect">
            <a:avLst/>
          </a:prstGeom>
          <a:noFill/>
          <a:ln>
            <a:noFill/>
          </a:ln>
        </p:spPr>
        <p:txBody>
          <a:bodyPr spcFirstLastPara="1" wrap="square" lIns="0" tIns="0" rIns="0" bIns="0" anchor="t" anchorCtr="0">
            <a:spAutoFit/>
          </a:bodyPr>
          <a:lstStyle>
            <a:lvl1pPr marL="457200" lvl="0" indent="-228600" algn="l">
              <a:lnSpc>
                <a:spcPct val="100000"/>
              </a:lnSpc>
              <a:spcBef>
                <a:spcPts val="0"/>
              </a:spcBef>
              <a:spcAft>
                <a:spcPts val="0"/>
              </a:spcAft>
              <a:buClr>
                <a:schemeClr val="dk1"/>
              </a:buClr>
              <a:buSzPts val="2520"/>
              <a:buNone/>
              <a:defRPr sz="2800">
                <a:solidFill>
                  <a:schemeClr val="dk1"/>
                </a:solidFill>
                <a:latin typeface="Quattrocento Sans"/>
                <a:ea typeface="Quattrocento Sans"/>
                <a:cs typeface="Quattrocento Sans"/>
                <a:sym typeface="Quattrocento Sans"/>
              </a:defRPr>
            </a:lvl1pPr>
            <a:lvl2pPr marL="914400" lvl="1" indent="-331469" algn="l">
              <a:lnSpc>
                <a:spcPct val="100000"/>
              </a:lnSpc>
              <a:spcBef>
                <a:spcPts val="360"/>
              </a:spcBef>
              <a:spcAft>
                <a:spcPts val="0"/>
              </a:spcAft>
              <a:buClr>
                <a:schemeClr val="dk1"/>
              </a:buClr>
              <a:buSzPts val="1620"/>
              <a:buChar char="·"/>
              <a:defRPr/>
            </a:lvl2pPr>
            <a:lvl3pPr marL="1371600" lvl="2" indent="-331469" algn="l">
              <a:lnSpc>
                <a:spcPct val="100000"/>
              </a:lnSpc>
              <a:spcBef>
                <a:spcPts val="360"/>
              </a:spcBef>
              <a:spcAft>
                <a:spcPts val="0"/>
              </a:spcAft>
              <a:buClr>
                <a:schemeClr val="dk1"/>
              </a:buClr>
              <a:buSzPts val="1620"/>
              <a:buChar char="·"/>
              <a:defRPr/>
            </a:lvl3pPr>
            <a:lvl4pPr marL="1828800" lvl="3" indent="-331469" algn="l">
              <a:lnSpc>
                <a:spcPct val="100000"/>
              </a:lnSpc>
              <a:spcBef>
                <a:spcPts val="360"/>
              </a:spcBef>
              <a:spcAft>
                <a:spcPts val="0"/>
              </a:spcAft>
              <a:buClr>
                <a:schemeClr val="dk1"/>
              </a:buClr>
              <a:buSzPts val="1620"/>
              <a:buChar char="·"/>
              <a:defRPr/>
            </a:lvl4pPr>
            <a:lvl5pPr marL="2286000" lvl="4" indent="-331470" algn="l">
              <a:lnSpc>
                <a:spcPct val="100000"/>
              </a:lnSpc>
              <a:spcBef>
                <a:spcPts val="360"/>
              </a:spcBef>
              <a:spcAft>
                <a:spcPts val="0"/>
              </a:spcAft>
              <a:buClr>
                <a:schemeClr val="dk1"/>
              </a:buClr>
              <a:buSzPts val="162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137" name="Google Shape;137;p26"/>
          <p:cNvSpPr txBox="1">
            <a:spLocks noGrp="1"/>
          </p:cNvSpPr>
          <p:nvPr>
            <p:ph type="body" idx="4"/>
          </p:nvPr>
        </p:nvSpPr>
        <p:spPr>
          <a:xfrm>
            <a:off x="6394451" y="2489200"/>
            <a:ext cx="5214937" cy="3779838"/>
          </a:xfrm>
          <a:prstGeom prst="rect">
            <a:avLst/>
          </a:prstGeom>
          <a:noFill/>
          <a:ln>
            <a:noFill/>
          </a:ln>
        </p:spPr>
        <p:txBody>
          <a:bodyPr spcFirstLastPara="1" wrap="square" lIns="0" tIns="0" rIns="0" bIns="0" anchor="t" anchorCtr="0">
            <a:spAutoFit/>
          </a:bodyPr>
          <a:lstStyle>
            <a:lvl1pPr marL="457200" lvl="0" indent="-365760" algn="l">
              <a:lnSpc>
                <a:spcPct val="100000"/>
              </a:lnSpc>
              <a:spcBef>
                <a:spcPts val="480"/>
              </a:spcBef>
              <a:spcAft>
                <a:spcPts val="0"/>
              </a:spcAft>
              <a:buClr>
                <a:schemeClr val="dk1"/>
              </a:buClr>
              <a:buSzPts val="2160"/>
              <a:buChar char="·"/>
              <a:defRPr sz="2400"/>
            </a:lvl1pPr>
            <a:lvl2pPr marL="914400" lvl="1" indent="-331469" algn="l">
              <a:lnSpc>
                <a:spcPct val="100000"/>
              </a:lnSpc>
              <a:spcBef>
                <a:spcPts val="360"/>
              </a:spcBef>
              <a:spcAft>
                <a:spcPts val="0"/>
              </a:spcAft>
              <a:buClr>
                <a:schemeClr val="dk1"/>
              </a:buClr>
              <a:buSzPts val="1620"/>
              <a:buChar char="·"/>
              <a:defRPr/>
            </a:lvl2pPr>
            <a:lvl3pPr marL="1371600" lvl="2" indent="-331469" algn="l">
              <a:lnSpc>
                <a:spcPct val="100000"/>
              </a:lnSpc>
              <a:spcBef>
                <a:spcPts val="360"/>
              </a:spcBef>
              <a:spcAft>
                <a:spcPts val="0"/>
              </a:spcAft>
              <a:buClr>
                <a:schemeClr val="dk1"/>
              </a:buClr>
              <a:buSzPts val="1620"/>
              <a:buChar char="·"/>
              <a:defRPr/>
            </a:lvl3pPr>
            <a:lvl4pPr marL="1828800" lvl="3" indent="-331469" algn="l">
              <a:lnSpc>
                <a:spcPct val="100000"/>
              </a:lnSpc>
              <a:spcBef>
                <a:spcPts val="360"/>
              </a:spcBef>
              <a:spcAft>
                <a:spcPts val="0"/>
              </a:spcAft>
              <a:buClr>
                <a:schemeClr val="dk1"/>
              </a:buClr>
              <a:buSzPts val="1620"/>
              <a:buChar char="·"/>
              <a:defRPr/>
            </a:lvl4pPr>
            <a:lvl5pPr marL="2286000" lvl="4" indent="-331470" algn="l">
              <a:lnSpc>
                <a:spcPct val="100000"/>
              </a:lnSpc>
              <a:spcBef>
                <a:spcPts val="360"/>
              </a:spcBef>
              <a:spcAft>
                <a:spcPts val="0"/>
              </a:spcAft>
              <a:buClr>
                <a:schemeClr val="dk1"/>
              </a:buClr>
              <a:buSzPts val="162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Tree>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162">
          <p15:clr>
            <a:srgbClr val="5ACBF0"/>
          </p15:clr>
        </p15:guide>
        <p15:guide id="3" pos="3656">
          <p15:clr>
            <a:srgbClr val="5ACBF0"/>
          </p15:clr>
        </p15:guide>
        <p15:guide id="4" pos="4024">
          <p15:clr>
            <a:srgbClr val="5ACBF0"/>
          </p15:clr>
        </p15:guide>
        <p15:guide id="5" orient="horz" pos="905">
          <p15:clr>
            <a:srgbClr val="5ACBF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Header Background Three Column Bullet with Subtitles">
  <p:cSld name="Header Background Three Column Bullet with Subtitles">
    <p:spTree>
      <p:nvGrpSpPr>
        <p:cNvPr id="1" name="Shape 138"/>
        <p:cNvGrpSpPr/>
        <p:nvPr/>
      </p:nvGrpSpPr>
      <p:grpSpPr>
        <a:xfrm>
          <a:off x="0" y="0"/>
          <a:ext cx="0" cy="0"/>
          <a:chOff x="0" y="0"/>
          <a:chExt cx="0" cy="0"/>
        </a:xfrm>
      </p:grpSpPr>
      <p:sp>
        <p:nvSpPr>
          <p:cNvPr id="139" name="Google Shape;139;p27"/>
          <p:cNvSpPr/>
          <p:nvPr/>
        </p:nvSpPr>
        <p:spPr>
          <a:xfrm>
            <a:off x="1" y="0"/>
            <a:ext cx="12192000" cy="1439693"/>
          </a:xfrm>
          <a:prstGeom prst="rect">
            <a:avLst/>
          </a:prstGeom>
          <a:solidFill>
            <a:schemeClr val="dk2"/>
          </a:solidFill>
          <a:ln>
            <a:noFill/>
          </a:ln>
        </p:spPr>
        <p:txBody>
          <a:bodyPr spcFirstLastPara="1" wrap="square" lIns="182875" tIns="146300" rIns="182875" bIns="146300" anchor="t" anchorCtr="0">
            <a:noAutofit/>
          </a:bodyPr>
          <a:lstStyle/>
          <a:p>
            <a:pPr marL="0" marR="0" lvl="0" indent="0" algn="l" rtl="0">
              <a:spcBef>
                <a:spcPts val="0"/>
              </a:spcBef>
              <a:spcAft>
                <a:spcPts val="0"/>
              </a:spcAft>
              <a:buNone/>
            </a:pPr>
            <a:endParaRPr sz="2000">
              <a:solidFill>
                <a:srgbClr val="FFFFFF"/>
              </a:solidFill>
              <a:latin typeface="Quattrocento Sans"/>
              <a:ea typeface="Quattrocento Sans"/>
              <a:cs typeface="Quattrocento Sans"/>
              <a:sym typeface="Quattrocento Sans"/>
            </a:endParaRPr>
          </a:p>
        </p:txBody>
      </p:sp>
      <p:sp>
        <p:nvSpPr>
          <p:cNvPr id="140" name="Google Shape;140;p27"/>
          <p:cNvSpPr txBox="1">
            <a:spLocks noGrp="1"/>
          </p:cNvSpPr>
          <p:nvPr>
            <p:ph type="title"/>
          </p:nvPr>
        </p:nvSpPr>
        <p:spPr>
          <a:xfrm>
            <a:off x="588263" y="457200"/>
            <a:ext cx="11018520" cy="553998"/>
          </a:xfrm>
          <a:prstGeom prst="rect">
            <a:avLst/>
          </a:prstGeom>
          <a:noFill/>
          <a:ln>
            <a:noFill/>
          </a:ln>
        </p:spPr>
        <p:txBody>
          <a:bodyPr spcFirstLastPara="1" wrap="square" lIns="0" tIns="0" rIns="0" bIns="0" anchor="ctr" anchorCtr="0">
            <a:spAutoFit/>
          </a:bodyPr>
          <a:lstStyle>
            <a:lvl1pPr lvl="0" algn="l">
              <a:lnSpc>
                <a:spcPct val="100000"/>
              </a:lnSpc>
              <a:spcBef>
                <a:spcPts val="0"/>
              </a:spcBef>
              <a:spcAft>
                <a:spcPts val="0"/>
              </a:spcAft>
              <a:buClr>
                <a:schemeClr val="accent3"/>
              </a:buClr>
              <a:buSzPts val="3600"/>
              <a:buFont typeface="Quattrocento Sans"/>
              <a:buNone/>
              <a:defRPr>
                <a:solidFill>
                  <a:schemeClr val="accent3"/>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41" name="Google Shape;141;p27"/>
          <p:cNvSpPr txBox="1">
            <a:spLocks noGrp="1"/>
          </p:cNvSpPr>
          <p:nvPr>
            <p:ph type="body" idx="1"/>
          </p:nvPr>
        </p:nvSpPr>
        <p:spPr>
          <a:xfrm>
            <a:off x="585217" y="1844675"/>
            <a:ext cx="3264408" cy="677108"/>
          </a:xfrm>
          <a:prstGeom prst="rect">
            <a:avLst/>
          </a:prstGeom>
          <a:noFill/>
          <a:ln>
            <a:noFill/>
          </a:ln>
        </p:spPr>
        <p:txBody>
          <a:bodyPr spcFirstLastPara="1" wrap="square" lIns="0" tIns="0" rIns="0" bIns="0" anchor="t" anchorCtr="0">
            <a:spAutoFit/>
          </a:bodyPr>
          <a:lstStyle>
            <a:lvl1pPr marL="457200" lvl="0" indent="-228600" algn="l">
              <a:lnSpc>
                <a:spcPct val="100000"/>
              </a:lnSpc>
              <a:spcBef>
                <a:spcPts val="0"/>
              </a:spcBef>
              <a:spcAft>
                <a:spcPts val="0"/>
              </a:spcAft>
              <a:buClr>
                <a:schemeClr val="dk1"/>
              </a:buClr>
              <a:buSzPts val="1980"/>
              <a:buNone/>
              <a:defRPr sz="2200">
                <a:solidFill>
                  <a:schemeClr val="dk1"/>
                </a:solidFill>
                <a:latin typeface="Quattrocento Sans"/>
                <a:ea typeface="Quattrocento Sans"/>
                <a:cs typeface="Quattrocento Sans"/>
                <a:sym typeface="Quattrocento Sans"/>
              </a:defRPr>
            </a:lvl1pPr>
            <a:lvl2pPr marL="914400" lvl="1" indent="-331469" algn="l">
              <a:lnSpc>
                <a:spcPct val="100000"/>
              </a:lnSpc>
              <a:spcBef>
                <a:spcPts val="360"/>
              </a:spcBef>
              <a:spcAft>
                <a:spcPts val="0"/>
              </a:spcAft>
              <a:buClr>
                <a:schemeClr val="dk1"/>
              </a:buClr>
              <a:buSzPts val="1620"/>
              <a:buChar char="·"/>
              <a:defRPr/>
            </a:lvl2pPr>
            <a:lvl3pPr marL="1371600" lvl="2" indent="-331469" algn="l">
              <a:lnSpc>
                <a:spcPct val="100000"/>
              </a:lnSpc>
              <a:spcBef>
                <a:spcPts val="360"/>
              </a:spcBef>
              <a:spcAft>
                <a:spcPts val="0"/>
              </a:spcAft>
              <a:buClr>
                <a:schemeClr val="dk1"/>
              </a:buClr>
              <a:buSzPts val="1620"/>
              <a:buChar char="·"/>
              <a:defRPr/>
            </a:lvl3pPr>
            <a:lvl4pPr marL="1828800" lvl="3" indent="-331469" algn="l">
              <a:lnSpc>
                <a:spcPct val="100000"/>
              </a:lnSpc>
              <a:spcBef>
                <a:spcPts val="360"/>
              </a:spcBef>
              <a:spcAft>
                <a:spcPts val="0"/>
              </a:spcAft>
              <a:buClr>
                <a:schemeClr val="dk1"/>
              </a:buClr>
              <a:buSzPts val="1620"/>
              <a:buChar char="·"/>
              <a:defRPr/>
            </a:lvl4pPr>
            <a:lvl5pPr marL="2286000" lvl="4" indent="-331470" algn="l">
              <a:lnSpc>
                <a:spcPct val="100000"/>
              </a:lnSpc>
              <a:spcBef>
                <a:spcPts val="360"/>
              </a:spcBef>
              <a:spcAft>
                <a:spcPts val="0"/>
              </a:spcAft>
              <a:buClr>
                <a:schemeClr val="dk1"/>
              </a:buClr>
              <a:buSzPts val="162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142" name="Google Shape;142;p27"/>
          <p:cNvSpPr txBox="1">
            <a:spLocks noGrp="1"/>
          </p:cNvSpPr>
          <p:nvPr>
            <p:ph type="body" idx="2"/>
          </p:nvPr>
        </p:nvSpPr>
        <p:spPr>
          <a:xfrm>
            <a:off x="585217" y="2797175"/>
            <a:ext cx="3264408" cy="1760482"/>
          </a:xfrm>
          <a:prstGeom prst="rect">
            <a:avLst/>
          </a:prstGeom>
          <a:noFill/>
          <a:ln>
            <a:noFill/>
          </a:ln>
        </p:spPr>
        <p:txBody>
          <a:bodyPr spcFirstLastPara="1" wrap="square" lIns="0" tIns="0" rIns="0" bIns="0" anchor="t" anchorCtr="0">
            <a:spAutoFit/>
          </a:bodyPr>
          <a:lstStyle>
            <a:lvl1pPr marL="457200" lvl="0" indent="-342900" algn="l">
              <a:lnSpc>
                <a:spcPct val="100000"/>
              </a:lnSpc>
              <a:spcBef>
                <a:spcPts val="400"/>
              </a:spcBef>
              <a:spcAft>
                <a:spcPts val="0"/>
              </a:spcAft>
              <a:buClr>
                <a:schemeClr val="dk1"/>
              </a:buClr>
              <a:buSzPts val="1800"/>
              <a:buChar char="·"/>
              <a:defRPr sz="2000"/>
            </a:lvl1pPr>
            <a:lvl2pPr marL="914400" lvl="1" indent="-331469" algn="l">
              <a:lnSpc>
                <a:spcPct val="100000"/>
              </a:lnSpc>
              <a:spcBef>
                <a:spcPts val="360"/>
              </a:spcBef>
              <a:spcAft>
                <a:spcPts val="0"/>
              </a:spcAft>
              <a:buClr>
                <a:schemeClr val="dk1"/>
              </a:buClr>
              <a:buSzPts val="1620"/>
              <a:buChar char="·"/>
              <a:defRPr sz="1800"/>
            </a:lvl2pPr>
            <a:lvl3pPr marL="1371600" lvl="2" indent="-320039" algn="l">
              <a:lnSpc>
                <a:spcPct val="100000"/>
              </a:lnSpc>
              <a:spcBef>
                <a:spcPts val="320"/>
              </a:spcBef>
              <a:spcAft>
                <a:spcPts val="0"/>
              </a:spcAft>
              <a:buClr>
                <a:schemeClr val="dk1"/>
              </a:buClr>
              <a:buSzPts val="1440"/>
              <a:buChar char="·"/>
              <a:defRPr/>
            </a:lvl3pPr>
            <a:lvl4pPr marL="1828800" lvl="3" indent="-308610" algn="l">
              <a:lnSpc>
                <a:spcPct val="100000"/>
              </a:lnSpc>
              <a:spcBef>
                <a:spcPts val="280"/>
              </a:spcBef>
              <a:spcAft>
                <a:spcPts val="0"/>
              </a:spcAft>
              <a:buClr>
                <a:schemeClr val="dk1"/>
              </a:buClr>
              <a:buSzPts val="1260"/>
              <a:buChar char="·"/>
              <a:defRPr/>
            </a:lvl4pPr>
            <a:lvl5pPr marL="2286000" lvl="4" indent="-308610" algn="l">
              <a:lnSpc>
                <a:spcPct val="100000"/>
              </a:lnSpc>
              <a:spcBef>
                <a:spcPts val="280"/>
              </a:spcBef>
              <a:spcAft>
                <a:spcPts val="0"/>
              </a:spcAft>
              <a:buClr>
                <a:schemeClr val="dk1"/>
              </a:buClr>
              <a:buSzPts val="126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143" name="Google Shape;143;p27"/>
          <p:cNvSpPr txBox="1">
            <a:spLocks noGrp="1"/>
          </p:cNvSpPr>
          <p:nvPr>
            <p:ph type="body" idx="3"/>
          </p:nvPr>
        </p:nvSpPr>
        <p:spPr>
          <a:xfrm>
            <a:off x="4463796" y="1844675"/>
            <a:ext cx="3264408" cy="677108"/>
          </a:xfrm>
          <a:prstGeom prst="rect">
            <a:avLst/>
          </a:prstGeom>
          <a:noFill/>
          <a:ln>
            <a:noFill/>
          </a:ln>
        </p:spPr>
        <p:txBody>
          <a:bodyPr spcFirstLastPara="1" wrap="square" lIns="0" tIns="0" rIns="0" bIns="0" anchor="t" anchorCtr="0">
            <a:spAutoFit/>
          </a:bodyPr>
          <a:lstStyle>
            <a:lvl1pPr marL="457200" lvl="0" indent="-228600" algn="l">
              <a:lnSpc>
                <a:spcPct val="100000"/>
              </a:lnSpc>
              <a:spcBef>
                <a:spcPts val="0"/>
              </a:spcBef>
              <a:spcAft>
                <a:spcPts val="0"/>
              </a:spcAft>
              <a:buClr>
                <a:schemeClr val="dk1"/>
              </a:buClr>
              <a:buSzPts val="1980"/>
              <a:buNone/>
              <a:defRPr sz="2200">
                <a:solidFill>
                  <a:schemeClr val="dk1"/>
                </a:solidFill>
                <a:latin typeface="Quattrocento Sans"/>
                <a:ea typeface="Quattrocento Sans"/>
                <a:cs typeface="Quattrocento Sans"/>
                <a:sym typeface="Quattrocento Sans"/>
              </a:defRPr>
            </a:lvl1pPr>
            <a:lvl2pPr marL="914400" lvl="1" indent="-331469" algn="l">
              <a:lnSpc>
                <a:spcPct val="100000"/>
              </a:lnSpc>
              <a:spcBef>
                <a:spcPts val="360"/>
              </a:spcBef>
              <a:spcAft>
                <a:spcPts val="0"/>
              </a:spcAft>
              <a:buClr>
                <a:schemeClr val="dk1"/>
              </a:buClr>
              <a:buSzPts val="1620"/>
              <a:buChar char="·"/>
              <a:defRPr/>
            </a:lvl2pPr>
            <a:lvl3pPr marL="1371600" lvl="2" indent="-331469" algn="l">
              <a:lnSpc>
                <a:spcPct val="100000"/>
              </a:lnSpc>
              <a:spcBef>
                <a:spcPts val="360"/>
              </a:spcBef>
              <a:spcAft>
                <a:spcPts val="0"/>
              </a:spcAft>
              <a:buClr>
                <a:schemeClr val="dk1"/>
              </a:buClr>
              <a:buSzPts val="1620"/>
              <a:buChar char="·"/>
              <a:defRPr/>
            </a:lvl3pPr>
            <a:lvl4pPr marL="1828800" lvl="3" indent="-331469" algn="l">
              <a:lnSpc>
                <a:spcPct val="100000"/>
              </a:lnSpc>
              <a:spcBef>
                <a:spcPts val="360"/>
              </a:spcBef>
              <a:spcAft>
                <a:spcPts val="0"/>
              </a:spcAft>
              <a:buClr>
                <a:schemeClr val="dk1"/>
              </a:buClr>
              <a:buSzPts val="1620"/>
              <a:buChar char="·"/>
              <a:defRPr/>
            </a:lvl4pPr>
            <a:lvl5pPr marL="2286000" lvl="4" indent="-331470" algn="l">
              <a:lnSpc>
                <a:spcPct val="100000"/>
              </a:lnSpc>
              <a:spcBef>
                <a:spcPts val="360"/>
              </a:spcBef>
              <a:spcAft>
                <a:spcPts val="0"/>
              </a:spcAft>
              <a:buClr>
                <a:schemeClr val="dk1"/>
              </a:buClr>
              <a:buSzPts val="162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144" name="Google Shape;144;p27"/>
          <p:cNvSpPr txBox="1">
            <a:spLocks noGrp="1"/>
          </p:cNvSpPr>
          <p:nvPr>
            <p:ph type="body" idx="4"/>
          </p:nvPr>
        </p:nvSpPr>
        <p:spPr>
          <a:xfrm>
            <a:off x="4463796" y="2790535"/>
            <a:ext cx="3264408" cy="1760482"/>
          </a:xfrm>
          <a:prstGeom prst="rect">
            <a:avLst/>
          </a:prstGeom>
          <a:noFill/>
          <a:ln>
            <a:noFill/>
          </a:ln>
        </p:spPr>
        <p:txBody>
          <a:bodyPr spcFirstLastPara="1" wrap="square" lIns="0" tIns="0" rIns="0" bIns="0" anchor="t" anchorCtr="0">
            <a:spAutoFit/>
          </a:bodyPr>
          <a:lstStyle>
            <a:lvl1pPr marL="457200" lvl="0" indent="-342900" algn="l">
              <a:lnSpc>
                <a:spcPct val="100000"/>
              </a:lnSpc>
              <a:spcBef>
                <a:spcPts val="400"/>
              </a:spcBef>
              <a:spcAft>
                <a:spcPts val="0"/>
              </a:spcAft>
              <a:buClr>
                <a:schemeClr val="dk1"/>
              </a:buClr>
              <a:buSzPts val="1800"/>
              <a:buChar char="·"/>
              <a:defRPr sz="2000"/>
            </a:lvl1pPr>
            <a:lvl2pPr marL="914400" lvl="1" indent="-331469" algn="l">
              <a:lnSpc>
                <a:spcPct val="100000"/>
              </a:lnSpc>
              <a:spcBef>
                <a:spcPts val="360"/>
              </a:spcBef>
              <a:spcAft>
                <a:spcPts val="0"/>
              </a:spcAft>
              <a:buClr>
                <a:schemeClr val="dk1"/>
              </a:buClr>
              <a:buSzPts val="1620"/>
              <a:buChar char="·"/>
              <a:defRPr sz="1800"/>
            </a:lvl2pPr>
            <a:lvl3pPr marL="1371600" lvl="2" indent="-320039" algn="l">
              <a:lnSpc>
                <a:spcPct val="100000"/>
              </a:lnSpc>
              <a:spcBef>
                <a:spcPts val="320"/>
              </a:spcBef>
              <a:spcAft>
                <a:spcPts val="0"/>
              </a:spcAft>
              <a:buClr>
                <a:schemeClr val="dk1"/>
              </a:buClr>
              <a:buSzPts val="1440"/>
              <a:buChar char="·"/>
              <a:defRPr/>
            </a:lvl3pPr>
            <a:lvl4pPr marL="1828800" lvl="3" indent="-308610" algn="l">
              <a:lnSpc>
                <a:spcPct val="100000"/>
              </a:lnSpc>
              <a:spcBef>
                <a:spcPts val="280"/>
              </a:spcBef>
              <a:spcAft>
                <a:spcPts val="0"/>
              </a:spcAft>
              <a:buClr>
                <a:schemeClr val="dk1"/>
              </a:buClr>
              <a:buSzPts val="1260"/>
              <a:buChar char="·"/>
              <a:defRPr/>
            </a:lvl4pPr>
            <a:lvl5pPr marL="2286000" lvl="4" indent="-308610" algn="l">
              <a:lnSpc>
                <a:spcPct val="100000"/>
              </a:lnSpc>
              <a:spcBef>
                <a:spcPts val="280"/>
              </a:spcBef>
              <a:spcAft>
                <a:spcPts val="0"/>
              </a:spcAft>
              <a:buClr>
                <a:schemeClr val="dk1"/>
              </a:buClr>
              <a:buSzPts val="126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145" name="Google Shape;145;p27"/>
          <p:cNvSpPr txBox="1">
            <a:spLocks noGrp="1"/>
          </p:cNvSpPr>
          <p:nvPr>
            <p:ph type="body" idx="5"/>
          </p:nvPr>
        </p:nvSpPr>
        <p:spPr>
          <a:xfrm>
            <a:off x="8342375" y="1844675"/>
            <a:ext cx="3264408" cy="677108"/>
          </a:xfrm>
          <a:prstGeom prst="rect">
            <a:avLst/>
          </a:prstGeom>
          <a:noFill/>
          <a:ln>
            <a:noFill/>
          </a:ln>
        </p:spPr>
        <p:txBody>
          <a:bodyPr spcFirstLastPara="1" wrap="square" lIns="0" tIns="0" rIns="0" bIns="0" anchor="t" anchorCtr="0">
            <a:spAutoFit/>
          </a:bodyPr>
          <a:lstStyle>
            <a:lvl1pPr marL="457200" lvl="0" indent="-228600" algn="l">
              <a:lnSpc>
                <a:spcPct val="100000"/>
              </a:lnSpc>
              <a:spcBef>
                <a:spcPts val="0"/>
              </a:spcBef>
              <a:spcAft>
                <a:spcPts val="0"/>
              </a:spcAft>
              <a:buClr>
                <a:schemeClr val="dk1"/>
              </a:buClr>
              <a:buSzPts val="1980"/>
              <a:buNone/>
              <a:defRPr sz="2200">
                <a:solidFill>
                  <a:schemeClr val="dk1"/>
                </a:solidFill>
                <a:latin typeface="Quattrocento Sans"/>
                <a:ea typeface="Quattrocento Sans"/>
                <a:cs typeface="Quattrocento Sans"/>
                <a:sym typeface="Quattrocento Sans"/>
              </a:defRPr>
            </a:lvl1pPr>
            <a:lvl2pPr marL="914400" lvl="1" indent="-331469" algn="l">
              <a:lnSpc>
                <a:spcPct val="100000"/>
              </a:lnSpc>
              <a:spcBef>
                <a:spcPts val="360"/>
              </a:spcBef>
              <a:spcAft>
                <a:spcPts val="0"/>
              </a:spcAft>
              <a:buClr>
                <a:schemeClr val="dk1"/>
              </a:buClr>
              <a:buSzPts val="1620"/>
              <a:buChar char="·"/>
              <a:defRPr/>
            </a:lvl2pPr>
            <a:lvl3pPr marL="1371600" lvl="2" indent="-331469" algn="l">
              <a:lnSpc>
                <a:spcPct val="100000"/>
              </a:lnSpc>
              <a:spcBef>
                <a:spcPts val="360"/>
              </a:spcBef>
              <a:spcAft>
                <a:spcPts val="0"/>
              </a:spcAft>
              <a:buClr>
                <a:schemeClr val="dk1"/>
              </a:buClr>
              <a:buSzPts val="1620"/>
              <a:buChar char="·"/>
              <a:defRPr/>
            </a:lvl3pPr>
            <a:lvl4pPr marL="1828800" lvl="3" indent="-331469" algn="l">
              <a:lnSpc>
                <a:spcPct val="100000"/>
              </a:lnSpc>
              <a:spcBef>
                <a:spcPts val="360"/>
              </a:spcBef>
              <a:spcAft>
                <a:spcPts val="0"/>
              </a:spcAft>
              <a:buClr>
                <a:schemeClr val="dk1"/>
              </a:buClr>
              <a:buSzPts val="1620"/>
              <a:buChar char="·"/>
              <a:defRPr/>
            </a:lvl4pPr>
            <a:lvl5pPr marL="2286000" lvl="4" indent="-331470" algn="l">
              <a:lnSpc>
                <a:spcPct val="100000"/>
              </a:lnSpc>
              <a:spcBef>
                <a:spcPts val="360"/>
              </a:spcBef>
              <a:spcAft>
                <a:spcPts val="0"/>
              </a:spcAft>
              <a:buClr>
                <a:schemeClr val="dk1"/>
              </a:buClr>
              <a:buSzPts val="162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146" name="Google Shape;146;p27"/>
          <p:cNvSpPr txBox="1">
            <a:spLocks noGrp="1"/>
          </p:cNvSpPr>
          <p:nvPr>
            <p:ph type="body" idx="6"/>
          </p:nvPr>
        </p:nvSpPr>
        <p:spPr>
          <a:xfrm>
            <a:off x="8342375" y="2797175"/>
            <a:ext cx="3264408" cy="1760482"/>
          </a:xfrm>
          <a:prstGeom prst="rect">
            <a:avLst/>
          </a:prstGeom>
          <a:noFill/>
          <a:ln>
            <a:noFill/>
          </a:ln>
        </p:spPr>
        <p:txBody>
          <a:bodyPr spcFirstLastPara="1" wrap="square" lIns="0" tIns="0" rIns="0" bIns="0" anchor="t" anchorCtr="0">
            <a:spAutoFit/>
          </a:bodyPr>
          <a:lstStyle>
            <a:lvl1pPr marL="457200" lvl="0" indent="-342900" algn="l">
              <a:lnSpc>
                <a:spcPct val="100000"/>
              </a:lnSpc>
              <a:spcBef>
                <a:spcPts val="400"/>
              </a:spcBef>
              <a:spcAft>
                <a:spcPts val="0"/>
              </a:spcAft>
              <a:buClr>
                <a:schemeClr val="dk1"/>
              </a:buClr>
              <a:buSzPts val="1800"/>
              <a:buChar char="·"/>
              <a:defRPr sz="2000"/>
            </a:lvl1pPr>
            <a:lvl2pPr marL="914400" lvl="1" indent="-331469" algn="l">
              <a:lnSpc>
                <a:spcPct val="100000"/>
              </a:lnSpc>
              <a:spcBef>
                <a:spcPts val="360"/>
              </a:spcBef>
              <a:spcAft>
                <a:spcPts val="0"/>
              </a:spcAft>
              <a:buClr>
                <a:schemeClr val="dk1"/>
              </a:buClr>
              <a:buSzPts val="1620"/>
              <a:buChar char="·"/>
              <a:defRPr sz="1800"/>
            </a:lvl2pPr>
            <a:lvl3pPr marL="1371600" lvl="2" indent="-320039" algn="l">
              <a:lnSpc>
                <a:spcPct val="100000"/>
              </a:lnSpc>
              <a:spcBef>
                <a:spcPts val="320"/>
              </a:spcBef>
              <a:spcAft>
                <a:spcPts val="0"/>
              </a:spcAft>
              <a:buClr>
                <a:schemeClr val="dk1"/>
              </a:buClr>
              <a:buSzPts val="1440"/>
              <a:buChar char="·"/>
              <a:defRPr/>
            </a:lvl3pPr>
            <a:lvl4pPr marL="1828800" lvl="3" indent="-308610" algn="l">
              <a:lnSpc>
                <a:spcPct val="100000"/>
              </a:lnSpc>
              <a:spcBef>
                <a:spcPts val="280"/>
              </a:spcBef>
              <a:spcAft>
                <a:spcPts val="0"/>
              </a:spcAft>
              <a:buClr>
                <a:schemeClr val="dk1"/>
              </a:buClr>
              <a:buSzPts val="1260"/>
              <a:buChar char="·"/>
              <a:defRPr/>
            </a:lvl4pPr>
            <a:lvl5pPr marL="2286000" lvl="4" indent="-308610" algn="l">
              <a:lnSpc>
                <a:spcPct val="100000"/>
              </a:lnSpc>
              <a:spcBef>
                <a:spcPts val="280"/>
              </a:spcBef>
              <a:spcAft>
                <a:spcPts val="0"/>
              </a:spcAft>
              <a:buClr>
                <a:schemeClr val="dk1"/>
              </a:buClr>
              <a:buSzPts val="126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Tree>
  </p:cSld>
  <p:clrMapOvr>
    <a:masterClrMapping/>
  </p:clrMapOvr>
  <p:transition>
    <p:fade/>
  </p:transition>
  <p:extLst>
    <p:ext uri="{DCECCB84-F9BA-43D5-87BE-67443E8EF086}">
      <p15:sldGuideLst xmlns:p15="http://schemas.microsoft.com/office/powerpoint/2012/main">
        <p15:guide id="1" orient="horz" pos="1162">
          <p15:clr>
            <a:srgbClr val="5ACBF0"/>
          </p15:clr>
        </p15:guide>
        <p15:guide id="2" orient="horz" pos="906">
          <p15:clr>
            <a:srgbClr val="5ACBF0"/>
          </p15:clr>
        </p15:guide>
        <p15:guide id="3" orient="horz" pos="288">
          <p15:clr>
            <a:srgbClr val="5ACBF0"/>
          </p15:clr>
        </p15:guide>
        <p15:guide id="4" pos="2430">
          <p15:clr>
            <a:srgbClr val="5ACBF0"/>
          </p15:clr>
        </p15:guide>
        <p15:guide id="5" pos="2811">
          <p15:clr>
            <a:srgbClr val="5ACBF0"/>
          </p15:clr>
        </p15:guide>
        <p15:guide id="6" pos="4871">
          <p15:clr>
            <a:srgbClr val="5ACBF0"/>
          </p15:clr>
        </p15:guide>
        <p15:guide id="7" pos="5251">
          <p15:clr>
            <a:srgbClr val="5ACBF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Header Background Four Column Bullet with Subtitles">
  <p:cSld name="Header Background Four Column Bullet with Subtitles">
    <p:spTree>
      <p:nvGrpSpPr>
        <p:cNvPr id="1" name="Shape 147"/>
        <p:cNvGrpSpPr/>
        <p:nvPr/>
      </p:nvGrpSpPr>
      <p:grpSpPr>
        <a:xfrm>
          <a:off x="0" y="0"/>
          <a:ext cx="0" cy="0"/>
          <a:chOff x="0" y="0"/>
          <a:chExt cx="0" cy="0"/>
        </a:xfrm>
      </p:grpSpPr>
      <p:sp>
        <p:nvSpPr>
          <p:cNvPr id="148" name="Google Shape;148;p28"/>
          <p:cNvSpPr/>
          <p:nvPr/>
        </p:nvSpPr>
        <p:spPr>
          <a:xfrm>
            <a:off x="1" y="0"/>
            <a:ext cx="12192000" cy="1439693"/>
          </a:xfrm>
          <a:prstGeom prst="rect">
            <a:avLst/>
          </a:prstGeom>
          <a:solidFill>
            <a:schemeClr val="dk2"/>
          </a:solidFill>
          <a:ln>
            <a:noFill/>
          </a:ln>
        </p:spPr>
        <p:txBody>
          <a:bodyPr spcFirstLastPara="1" wrap="square" lIns="182875" tIns="146300" rIns="182875" bIns="146300" anchor="t" anchorCtr="0">
            <a:noAutofit/>
          </a:bodyPr>
          <a:lstStyle/>
          <a:p>
            <a:pPr marL="0" marR="0" lvl="0" indent="0" algn="l" rtl="0">
              <a:spcBef>
                <a:spcPts val="0"/>
              </a:spcBef>
              <a:spcAft>
                <a:spcPts val="0"/>
              </a:spcAft>
              <a:buNone/>
            </a:pPr>
            <a:endParaRPr sz="2000">
              <a:solidFill>
                <a:srgbClr val="FFFFFF"/>
              </a:solidFill>
              <a:latin typeface="Quattrocento Sans"/>
              <a:ea typeface="Quattrocento Sans"/>
              <a:cs typeface="Quattrocento Sans"/>
              <a:sym typeface="Quattrocento Sans"/>
            </a:endParaRPr>
          </a:p>
        </p:txBody>
      </p:sp>
      <p:sp>
        <p:nvSpPr>
          <p:cNvPr id="149" name="Google Shape;149;p28"/>
          <p:cNvSpPr txBox="1">
            <a:spLocks noGrp="1"/>
          </p:cNvSpPr>
          <p:nvPr>
            <p:ph type="title"/>
          </p:nvPr>
        </p:nvSpPr>
        <p:spPr>
          <a:xfrm>
            <a:off x="588263" y="457200"/>
            <a:ext cx="11018520" cy="553998"/>
          </a:xfrm>
          <a:prstGeom prst="rect">
            <a:avLst/>
          </a:prstGeom>
          <a:noFill/>
          <a:ln>
            <a:noFill/>
          </a:ln>
        </p:spPr>
        <p:txBody>
          <a:bodyPr spcFirstLastPara="1" wrap="square" lIns="0" tIns="0" rIns="0" bIns="0" anchor="ctr" anchorCtr="0">
            <a:spAutoFit/>
          </a:bodyPr>
          <a:lstStyle>
            <a:lvl1pPr lvl="0" algn="l">
              <a:lnSpc>
                <a:spcPct val="100000"/>
              </a:lnSpc>
              <a:spcBef>
                <a:spcPts val="0"/>
              </a:spcBef>
              <a:spcAft>
                <a:spcPts val="0"/>
              </a:spcAft>
              <a:buClr>
                <a:schemeClr val="accent3"/>
              </a:buClr>
              <a:buSzPts val="3600"/>
              <a:buFont typeface="Quattrocento Sans"/>
              <a:buNone/>
              <a:defRPr>
                <a:solidFill>
                  <a:schemeClr val="accent3"/>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50" name="Google Shape;150;p28"/>
          <p:cNvSpPr txBox="1">
            <a:spLocks noGrp="1"/>
          </p:cNvSpPr>
          <p:nvPr>
            <p:ph type="body" idx="1"/>
          </p:nvPr>
        </p:nvSpPr>
        <p:spPr>
          <a:xfrm>
            <a:off x="584200" y="1844675"/>
            <a:ext cx="2532063" cy="615553"/>
          </a:xfrm>
          <a:prstGeom prst="rect">
            <a:avLst/>
          </a:prstGeom>
          <a:noFill/>
          <a:ln>
            <a:noFill/>
          </a:ln>
        </p:spPr>
        <p:txBody>
          <a:bodyPr spcFirstLastPara="1" wrap="square" lIns="0" tIns="0" rIns="0" bIns="0" anchor="t" anchorCtr="0">
            <a:spAutoFit/>
          </a:bodyPr>
          <a:lstStyle>
            <a:lvl1pPr marL="457200" lvl="0" indent="-228600" algn="l">
              <a:lnSpc>
                <a:spcPct val="100000"/>
              </a:lnSpc>
              <a:spcBef>
                <a:spcPts val="0"/>
              </a:spcBef>
              <a:spcAft>
                <a:spcPts val="0"/>
              </a:spcAft>
              <a:buClr>
                <a:schemeClr val="dk1"/>
              </a:buClr>
              <a:buSzPts val="1800"/>
              <a:buNone/>
              <a:defRPr sz="2000">
                <a:solidFill>
                  <a:schemeClr val="dk1"/>
                </a:solidFill>
                <a:latin typeface="Quattrocento Sans"/>
                <a:ea typeface="Quattrocento Sans"/>
                <a:cs typeface="Quattrocento Sans"/>
                <a:sym typeface="Quattrocento Sans"/>
              </a:defRPr>
            </a:lvl1pPr>
            <a:lvl2pPr marL="914400" lvl="1" indent="-331469" algn="l">
              <a:lnSpc>
                <a:spcPct val="100000"/>
              </a:lnSpc>
              <a:spcBef>
                <a:spcPts val="360"/>
              </a:spcBef>
              <a:spcAft>
                <a:spcPts val="0"/>
              </a:spcAft>
              <a:buClr>
                <a:schemeClr val="dk1"/>
              </a:buClr>
              <a:buSzPts val="1620"/>
              <a:buChar char="·"/>
              <a:defRPr/>
            </a:lvl2pPr>
            <a:lvl3pPr marL="1371600" lvl="2" indent="-331469" algn="l">
              <a:lnSpc>
                <a:spcPct val="100000"/>
              </a:lnSpc>
              <a:spcBef>
                <a:spcPts val="360"/>
              </a:spcBef>
              <a:spcAft>
                <a:spcPts val="0"/>
              </a:spcAft>
              <a:buClr>
                <a:schemeClr val="dk1"/>
              </a:buClr>
              <a:buSzPts val="1620"/>
              <a:buChar char="·"/>
              <a:defRPr/>
            </a:lvl3pPr>
            <a:lvl4pPr marL="1828800" lvl="3" indent="-331469" algn="l">
              <a:lnSpc>
                <a:spcPct val="100000"/>
              </a:lnSpc>
              <a:spcBef>
                <a:spcPts val="360"/>
              </a:spcBef>
              <a:spcAft>
                <a:spcPts val="0"/>
              </a:spcAft>
              <a:buClr>
                <a:schemeClr val="dk1"/>
              </a:buClr>
              <a:buSzPts val="1620"/>
              <a:buChar char="·"/>
              <a:defRPr/>
            </a:lvl4pPr>
            <a:lvl5pPr marL="2286000" lvl="4" indent="-331470" algn="l">
              <a:lnSpc>
                <a:spcPct val="100000"/>
              </a:lnSpc>
              <a:spcBef>
                <a:spcPts val="360"/>
              </a:spcBef>
              <a:spcAft>
                <a:spcPts val="0"/>
              </a:spcAft>
              <a:buClr>
                <a:schemeClr val="dk1"/>
              </a:buClr>
              <a:buSzPts val="162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151" name="Google Shape;151;p28"/>
          <p:cNvSpPr txBox="1">
            <a:spLocks noGrp="1"/>
          </p:cNvSpPr>
          <p:nvPr>
            <p:ph type="body" idx="2"/>
          </p:nvPr>
        </p:nvSpPr>
        <p:spPr>
          <a:xfrm>
            <a:off x="584200" y="2689515"/>
            <a:ext cx="2532063" cy="1698927"/>
          </a:xfrm>
          <a:prstGeom prst="rect">
            <a:avLst/>
          </a:prstGeom>
          <a:noFill/>
          <a:ln>
            <a:noFill/>
          </a:ln>
        </p:spPr>
        <p:txBody>
          <a:bodyPr spcFirstLastPara="1" wrap="square" lIns="0" tIns="0" rIns="0" bIns="0" anchor="t" anchorCtr="0">
            <a:spAutoFit/>
          </a:bodyPr>
          <a:lstStyle>
            <a:lvl1pPr marL="457200" lvl="0" indent="-331470" algn="l">
              <a:lnSpc>
                <a:spcPct val="100000"/>
              </a:lnSpc>
              <a:spcBef>
                <a:spcPts val="360"/>
              </a:spcBef>
              <a:spcAft>
                <a:spcPts val="0"/>
              </a:spcAft>
              <a:buClr>
                <a:schemeClr val="dk1"/>
              </a:buClr>
              <a:buSzPts val="1620"/>
              <a:buChar char="·"/>
              <a:defRPr sz="1800"/>
            </a:lvl1pPr>
            <a:lvl2pPr marL="914400" lvl="1" indent="-320040" algn="l">
              <a:lnSpc>
                <a:spcPct val="100000"/>
              </a:lnSpc>
              <a:spcBef>
                <a:spcPts val="320"/>
              </a:spcBef>
              <a:spcAft>
                <a:spcPts val="0"/>
              </a:spcAft>
              <a:buClr>
                <a:schemeClr val="dk1"/>
              </a:buClr>
              <a:buSzPts val="1440"/>
              <a:buChar char="·"/>
              <a:defRPr sz="1600"/>
            </a:lvl2pPr>
            <a:lvl3pPr marL="1371600" lvl="2" indent="-320039" algn="l">
              <a:lnSpc>
                <a:spcPct val="100000"/>
              </a:lnSpc>
              <a:spcBef>
                <a:spcPts val="320"/>
              </a:spcBef>
              <a:spcAft>
                <a:spcPts val="0"/>
              </a:spcAft>
              <a:buClr>
                <a:schemeClr val="dk1"/>
              </a:buClr>
              <a:buSzPts val="1440"/>
              <a:buChar char="·"/>
              <a:defRPr/>
            </a:lvl3pPr>
            <a:lvl4pPr marL="1828800" lvl="3" indent="-308610" algn="l">
              <a:lnSpc>
                <a:spcPct val="100000"/>
              </a:lnSpc>
              <a:spcBef>
                <a:spcPts val="280"/>
              </a:spcBef>
              <a:spcAft>
                <a:spcPts val="0"/>
              </a:spcAft>
              <a:buClr>
                <a:schemeClr val="dk1"/>
              </a:buClr>
              <a:buSzPts val="1260"/>
              <a:buChar char="·"/>
              <a:defRPr/>
            </a:lvl4pPr>
            <a:lvl5pPr marL="2286000" lvl="4" indent="-308610" algn="l">
              <a:lnSpc>
                <a:spcPct val="100000"/>
              </a:lnSpc>
              <a:spcBef>
                <a:spcPts val="280"/>
              </a:spcBef>
              <a:spcAft>
                <a:spcPts val="0"/>
              </a:spcAft>
              <a:buClr>
                <a:schemeClr val="dk1"/>
              </a:buClr>
              <a:buSzPts val="126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152" name="Google Shape;152;p28"/>
          <p:cNvSpPr txBox="1">
            <a:spLocks noGrp="1"/>
          </p:cNvSpPr>
          <p:nvPr>
            <p:ph type="body" idx="3"/>
          </p:nvPr>
        </p:nvSpPr>
        <p:spPr>
          <a:xfrm>
            <a:off x="3413125" y="1844675"/>
            <a:ext cx="2533650" cy="615553"/>
          </a:xfrm>
          <a:prstGeom prst="rect">
            <a:avLst/>
          </a:prstGeom>
          <a:noFill/>
          <a:ln>
            <a:noFill/>
          </a:ln>
        </p:spPr>
        <p:txBody>
          <a:bodyPr spcFirstLastPara="1" wrap="square" lIns="0" tIns="0" rIns="0" bIns="0" anchor="t" anchorCtr="0">
            <a:spAutoFit/>
          </a:bodyPr>
          <a:lstStyle>
            <a:lvl1pPr marL="457200" lvl="0" indent="-228600" algn="l">
              <a:lnSpc>
                <a:spcPct val="100000"/>
              </a:lnSpc>
              <a:spcBef>
                <a:spcPts val="0"/>
              </a:spcBef>
              <a:spcAft>
                <a:spcPts val="0"/>
              </a:spcAft>
              <a:buClr>
                <a:schemeClr val="dk1"/>
              </a:buClr>
              <a:buSzPts val="1800"/>
              <a:buNone/>
              <a:defRPr sz="2000">
                <a:solidFill>
                  <a:schemeClr val="dk1"/>
                </a:solidFill>
                <a:latin typeface="Quattrocento Sans"/>
                <a:ea typeface="Quattrocento Sans"/>
                <a:cs typeface="Quattrocento Sans"/>
                <a:sym typeface="Quattrocento Sans"/>
              </a:defRPr>
            </a:lvl1pPr>
            <a:lvl2pPr marL="914400" lvl="1" indent="-331469" algn="l">
              <a:lnSpc>
                <a:spcPct val="100000"/>
              </a:lnSpc>
              <a:spcBef>
                <a:spcPts val="360"/>
              </a:spcBef>
              <a:spcAft>
                <a:spcPts val="0"/>
              </a:spcAft>
              <a:buClr>
                <a:schemeClr val="dk1"/>
              </a:buClr>
              <a:buSzPts val="1620"/>
              <a:buChar char="·"/>
              <a:defRPr/>
            </a:lvl2pPr>
            <a:lvl3pPr marL="1371600" lvl="2" indent="-331469" algn="l">
              <a:lnSpc>
                <a:spcPct val="100000"/>
              </a:lnSpc>
              <a:spcBef>
                <a:spcPts val="360"/>
              </a:spcBef>
              <a:spcAft>
                <a:spcPts val="0"/>
              </a:spcAft>
              <a:buClr>
                <a:schemeClr val="dk1"/>
              </a:buClr>
              <a:buSzPts val="1620"/>
              <a:buChar char="·"/>
              <a:defRPr/>
            </a:lvl3pPr>
            <a:lvl4pPr marL="1828800" lvl="3" indent="-331469" algn="l">
              <a:lnSpc>
                <a:spcPct val="100000"/>
              </a:lnSpc>
              <a:spcBef>
                <a:spcPts val="360"/>
              </a:spcBef>
              <a:spcAft>
                <a:spcPts val="0"/>
              </a:spcAft>
              <a:buClr>
                <a:schemeClr val="dk1"/>
              </a:buClr>
              <a:buSzPts val="1620"/>
              <a:buChar char="·"/>
              <a:defRPr/>
            </a:lvl4pPr>
            <a:lvl5pPr marL="2286000" lvl="4" indent="-331470" algn="l">
              <a:lnSpc>
                <a:spcPct val="100000"/>
              </a:lnSpc>
              <a:spcBef>
                <a:spcPts val="360"/>
              </a:spcBef>
              <a:spcAft>
                <a:spcPts val="0"/>
              </a:spcAft>
              <a:buClr>
                <a:schemeClr val="dk1"/>
              </a:buClr>
              <a:buSzPts val="162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153" name="Google Shape;153;p28"/>
          <p:cNvSpPr txBox="1">
            <a:spLocks noGrp="1"/>
          </p:cNvSpPr>
          <p:nvPr>
            <p:ph type="body" idx="4"/>
          </p:nvPr>
        </p:nvSpPr>
        <p:spPr>
          <a:xfrm>
            <a:off x="3413125" y="2682875"/>
            <a:ext cx="2532063" cy="1698927"/>
          </a:xfrm>
          <a:prstGeom prst="rect">
            <a:avLst/>
          </a:prstGeom>
          <a:noFill/>
          <a:ln>
            <a:noFill/>
          </a:ln>
        </p:spPr>
        <p:txBody>
          <a:bodyPr spcFirstLastPara="1" wrap="square" lIns="0" tIns="0" rIns="0" bIns="0" anchor="t" anchorCtr="0">
            <a:spAutoFit/>
          </a:bodyPr>
          <a:lstStyle>
            <a:lvl1pPr marL="457200" lvl="0" indent="-331470" algn="l">
              <a:lnSpc>
                <a:spcPct val="100000"/>
              </a:lnSpc>
              <a:spcBef>
                <a:spcPts val="360"/>
              </a:spcBef>
              <a:spcAft>
                <a:spcPts val="0"/>
              </a:spcAft>
              <a:buClr>
                <a:schemeClr val="dk1"/>
              </a:buClr>
              <a:buSzPts val="1620"/>
              <a:buChar char="·"/>
              <a:defRPr sz="1800"/>
            </a:lvl1pPr>
            <a:lvl2pPr marL="914400" lvl="1" indent="-320040" algn="l">
              <a:lnSpc>
                <a:spcPct val="100000"/>
              </a:lnSpc>
              <a:spcBef>
                <a:spcPts val="320"/>
              </a:spcBef>
              <a:spcAft>
                <a:spcPts val="0"/>
              </a:spcAft>
              <a:buClr>
                <a:schemeClr val="dk1"/>
              </a:buClr>
              <a:buSzPts val="1440"/>
              <a:buChar char="·"/>
              <a:defRPr sz="1600"/>
            </a:lvl2pPr>
            <a:lvl3pPr marL="1371600" lvl="2" indent="-320039" algn="l">
              <a:lnSpc>
                <a:spcPct val="100000"/>
              </a:lnSpc>
              <a:spcBef>
                <a:spcPts val="320"/>
              </a:spcBef>
              <a:spcAft>
                <a:spcPts val="0"/>
              </a:spcAft>
              <a:buClr>
                <a:schemeClr val="dk1"/>
              </a:buClr>
              <a:buSzPts val="1440"/>
              <a:buChar char="·"/>
              <a:defRPr/>
            </a:lvl3pPr>
            <a:lvl4pPr marL="1828800" lvl="3" indent="-308610" algn="l">
              <a:lnSpc>
                <a:spcPct val="100000"/>
              </a:lnSpc>
              <a:spcBef>
                <a:spcPts val="280"/>
              </a:spcBef>
              <a:spcAft>
                <a:spcPts val="0"/>
              </a:spcAft>
              <a:buClr>
                <a:schemeClr val="dk1"/>
              </a:buClr>
              <a:buSzPts val="1260"/>
              <a:buChar char="·"/>
              <a:defRPr/>
            </a:lvl4pPr>
            <a:lvl5pPr marL="2286000" lvl="4" indent="-308610" algn="l">
              <a:lnSpc>
                <a:spcPct val="100000"/>
              </a:lnSpc>
              <a:spcBef>
                <a:spcPts val="280"/>
              </a:spcBef>
              <a:spcAft>
                <a:spcPts val="0"/>
              </a:spcAft>
              <a:buClr>
                <a:schemeClr val="dk1"/>
              </a:buClr>
              <a:buSzPts val="126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154" name="Google Shape;154;p28"/>
          <p:cNvSpPr txBox="1">
            <a:spLocks noGrp="1"/>
          </p:cNvSpPr>
          <p:nvPr>
            <p:ph type="body" idx="5"/>
          </p:nvPr>
        </p:nvSpPr>
        <p:spPr>
          <a:xfrm>
            <a:off x="6244208" y="1844675"/>
            <a:ext cx="2532063" cy="615553"/>
          </a:xfrm>
          <a:prstGeom prst="rect">
            <a:avLst/>
          </a:prstGeom>
          <a:noFill/>
          <a:ln>
            <a:noFill/>
          </a:ln>
        </p:spPr>
        <p:txBody>
          <a:bodyPr spcFirstLastPara="1" wrap="square" lIns="0" tIns="0" rIns="0" bIns="0" anchor="t" anchorCtr="0">
            <a:spAutoFit/>
          </a:bodyPr>
          <a:lstStyle>
            <a:lvl1pPr marL="457200" lvl="0" indent="-228600" algn="l">
              <a:lnSpc>
                <a:spcPct val="100000"/>
              </a:lnSpc>
              <a:spcBef>
                <a:spcPts val="0"/>
              </a:spcBef>
              <a:spcAft>
                <a:spcPts val="0"/>
              </a:spcAft>
              <a:buClr>
                <a:schemeClr val="dk1"/>
              </a:buClr>
              <a:buSzPts val="1800"/>
              <a:buNone/>
              <a:defRPr sz="2000">
                <a:solidFill>
                  <a:schemeClr val="dk1"/>
                </a:solidFill>
                <a:latin typeface="Quattrocento Sans"/>
                <a:ea typeface="Quattrocento Sans"/>
                <a:cs typeface="Quattrocento Sans"/>
                <a:sym typeface="Quattrocento Sans"/>
              </a:defRPr>
            </a:lvl1pPr>
            <a:lvl2pPr marL="914400" lvl="1" indent="-331469" algn="l">
              <a:lnSpc>
                <a:spcPct val="100000"/>
              </a:lnSpc>
              <a:spcBef>
                <a:spcPts val="360"/>
              </a:spcBef>
              <a:spcAft>
                <a:spcPts val="0"/>
              </a:spcAft>
              <a:buClr>
                <a:schemeClr val="dk1"/>
              </a:buClr>
              <a:buSzPts val="1620"/>
              <a:buChar char="·"/>
              <a:defRPr/>
            </a:lvl2pPr>
            <a:lvl3pPr marL="1371600" lvl="2" indent="-331469" algn="l">
              <a:lnSpc>
                <a:spcPct val="100000"/>
              </a:lnSpc>
              <a:spcBef>
                <a:spcPts val="360"/>
              </a:spcBef>
              <a:spcAft>
                <a:spcPts val="0"/>
              </a:spcAft>
              <a:buClr>
                <a:schemeClr val="dk1"/>
              </a:buClr>
              <a:buSzPts val="1620"/>
              <a:buChar char="·"/>
              <a:defRPr/>
            </a:lvl3pPr>
            <a:lvl4pPr marL="1828800" lvl="3" indent="-331469" algn="l">
              <a:lnSpc>
                <a:spcPct val="100000"/>
              </a:lnSpc>
              <a:spcBef>
                <a:spcPts val="360"/>
              </a:spcBef>
              <a:spcAft>
                <a:spcPts val="0"/>
              </a:spcAft>
              <a:buClr>
                <a:schemeClr val="dk1"/>
              </a:buClr>
              <a:buSzPts val="1620"/>
              <a:buChar char="·"/>
              <a:defRPr/>
            </a:lvl4pPr>
            <a:lvl5pPr marL="2286000" lvl="4" indent="-331470" algn="l">
              <a:lnSpc>
                <a:spcPct val="100000"/>
              </a:lnSpc>
              <a:spcBef>
                <a:spcPts val="360"/>
              </a:spcBef>
              <a:spcAft>
                <a:spcPts val="0"/>
              </a:spcAft>
              <a:buClr>
                <a:schemeClr val="dk1"/>
              </a:buClr>
              <a:buSzPts val="162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155" name="Google Shape;155;p28"/>
          <p:cNvSpPr txBox="1">
            <a:spLocks noGrp="1"/>
          </p:cNvSpPr>
          <p:nvPr>
            <p:ph type="body" idx="6"/>
          </p:nvPr>
        </p:nvSpPr>
        <p:spPr>
          <a:xfrm>
            <a:off x="6244208" y="2689515"/>
            <a:ext cx="2532063" cy="1698927"/>
          </a:xfrm>
          <a:prstGeom prst="rect">
            <a:avLst/>
          </a:prstGeom>
          <a:noFill/>
          <a:ln>
            <a:noFill/>
          </a:ln>
        </p:spPr>
        <p:txBody>
          <a:bodyPr spcFirstLastPara="1" wrap="square" lIns="0" tIns="0" rIns="0" bIns="0" anchor="t" anchorCtr="0">
            <a:spAutoFit/>
          </a:bodyPr>
          <a:lstStyle>
            <a:lvl1pPr marL="457200" lvl="0" indent="-331470" algn="l">
              <a:lnSpc>
                <a:spcPct val="100000"/>
              </a:lnSpc>
              <a:spcBef>
                <a:spcPts val="360"/>
              </a:spcBef>
              <a:spcAft>
                <a:spcPts val="0"/>
              </a:spcAft>
              <a:buClr>
                <a:schemeClr val="dk1"/>
              </a:buClr>
              <a:buSzPts val="1620"/>
              <a:buChar char="·"/>
              <a:defRPr sz="1800"/>
            </a:lvl1pPr>
            <a:lvl2pPr marL="914400" lvl="1" indent="-320040" algn="l">
              <a:lnSpc>
                <a:spcPct val="100000"/>
              </a:lnSpc>
              <a:spcBef>
                <a:spcPts val="320"/>
              </a:spcBef>
              <a:spcAft>
                <a:spcPts val="0"/>
              </a:spcAft>
              <a:buClr>
                <a:schemeClr val="dk1"/>
              </a:buClr>
              <a:buSzPts val="1440"/>
              <a:buChar char="·"/>
              <a:defRPr sz="1600"/>
            </a:lvl2pPr>
            <a:lvl3pPr marL="1371600" lvl="2" indent="-320039" algn="l">
              <a:lnSpc>
                <a:spcPct val="100000"/>
              </a:lnSpc>
              <a:spcBef>
                <a:spcPts val="320"/>
              </a:spcBef>
              <a:spcAft>
                <a:spcPts val="0"/>
              </a:spcAft>
              <a:buClr>
                <a:schemeClr val="dk1"/>
              </a:buClr>
              <a:buSzPts val="1440"/>
              <a:buChar char="·"/>
              <a:defRPr/>
            </a:lvl3pPr>
            <a:lvl4pPr marL="1828800" lvl="3" indent="-308610" algn="l">
              <a:lnSpc>
                <a:spcPct val="100000"/>
              </a:lnSpc>
              <a:spcBef>
                <a:spcPts val="280"/>
              </a:spcBef>
              <a:spcAft>
                <a:spcPts val="0"/>
              </a:spcAft>
              <a:buClr>
                <a:schemeClr val="dk1"/>
              </a:buClr>
              <a:buSzPts val="1260"/>
              <a:buChar char="·"/>
              <a:defRPr/>
            </a:lvl4pPr>
            <a:lvl5pPr marL="2286000" lvl="4" indent="-308610" algn="l">
              <a:lnSpc>
                <a:spcPct val="100000"/>
              </a:lnSpc>
              <a:spcBef>
                <a:spcPts val="280"/>
              </a:spcBef>
              <a:spcAft>
                <a:spcPts val="0"/>
              </a:spcAft>
              <a:buClr>
                <a:schemeClr val="dk1"/>
              </a:buClr>
              <a:buSzPts val="126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156" name="Google Shape;156;p28"/>
          <p:cNvSpPr txBox="1">
            <a:spLocks noGrp="1"/>
          </p:cNvSpPr>
          <p:nvPr>
            <p:ph type="body" idx="7"/>
          </p:nvPr>
        </p:nvSpPr>
        <p:spPr>
          <a:xfrm>
            <a:off x="9073133" y="1844675"/>
            <a:ext cx="2533650" cy="615553"/>
          </a:xfrm>
          <a:prstGeom prst="rect">
            <a:avLst/>
          </a:prstGeom>
          <a:noFill/>
          <a:ln>
            <a:noFill/>
          </a:ln>
        </p:spPr>
        <p:txBody>
          <a:bodyPr spcFirstLastPara="1" wrap="square" lIns="0" tIns="0" rIns="0" bIns="0" anchor="t" anchorCtr="0">
            <a:spAutoFit/>
          </a:bodyPr>
          <a:lstStyle>
            <a:lvl1pPr marL="457200" lvl="0" indent="-228600" algn="l">
              <a:lnSpc>
                <a:spcPct val="100000"/>
              </a:lnSpc>
              <a:spcBef>
                <a:spcPts val="0"/>
              </a:spcBef>
              <a:spcAft>
                <a:spcPts val="0"/>
              </a:spcAft>
              <a:buClr>
                <a:schemeClr val="dk1"/>
              </a:buClr>
              <a:buSzPts val="1800"/>
              <a:buNone/>
              <a:defRPr sz="2000">
                <a:solidFill>
                  <a:schemeClr val="dk1"/>
                </a:solidFill>
                <a:latin typeface="Quattrocento Sans"/>
                <a:ea typeface="Quattrocento Sans"/>
                <a:cs typeface="Quattrocento Sans"/>
                <a:sym typeface="Quattrocento Sans"/>
              </a:defRPr>
            </a:lvl1pPr>
            <a:lvl2pPr marL="914400" lvl="1" indent="-331469" algn="l">
              <a:lnSpc>
                <a:spcPct val="100000"/>
              </a:lnSpc>
              <a:spcBef>
                <a:spcPts val="360"/>
              </a:spcBef>
              <a:spcAft>
                <a:spcPts val="0"/>
              </a:spcAft>
              <a:buClr>
                <a:schemeClr val="dk1"/>
              </a:buClr>
              <a:buSzPts val="1620"/>
              <a:buChar char="·"/>
              <a:defRPr/>
            </a:lvl2pPr>
            <a:lvl3pPr marL="1371600" lvl="2" indent="-331469" algn="l">
              <a:lnSpc>
                <a:spcPct val="100000"/>
              </a:lnSpc>
              <a:spcBef>
                <a:spcPts val="360"/>
              </a:spcBef>
              <a:spcAft>
                <a:spcPts val="0"/>
              </a:spcAft>
              <a:buClr>
                <a:schemeClr val="dk1"/>
              </a:buClr>
              <a:buSzPts val="1620"/>
              <a:buChar char="·"/>
              <a:defRPr/>
            </a:lvl3pPr>
            <a:lvl4pPr marL="1828800" lvl="3" indent="-331469" algn="l">
              <a:lnSpc>
                <a:spcPct val="100000"/>
              </a:lnSpc>
              <a:spcBef>
                <a:spcPts val="360"/>
              </a:spcBef>
              <a:spcAft>
                <a:spcPts val="0"/>
              </a:spcAft>
              <a:buClr>
                <a:schemeClr val="dk1"/>
              </a:buClr>
              <a:buSzPts val="1620"/>
              <a:buChar char="·"/>
              <a:defRPr/>
            </a:lvl4pPr>
            <a:lvl5pPr marL="2286000" lvl="4" indent="-331470" algn="l">
              <a:lnSpc>
                <a:spcPct val="100000"/>
              </a:lnSpc>
              <a:spcBef>
                <a:spcPts val="360"/>
              </a:spcBef>
              <a:spcAft>
                <a:spcPts val="0"/>
              </a:spcAft>
              <a:buClr>
                <a:schemeClr val="dk1"/>
              </a:buClr>
              <a:buSzPts val="162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157" name="Google Shape;157;p28"/>
          <p:cNvSpPr txBox="1">
            <a:spLocks noGrp="1"/>
          </p:cNvSpPr>
          <p:nvPr>
            <p:ph type="body" idx="8"/>
          </p:nvPr>
        </p:nvSpPr>
        <p:spPr>
          <a:xfrm>
            <a:off x="9073133" y="2682875"/>
            <a:ext cx="2532063" cy="1698927"/>
          </a:xfrm>
          <a:prstGeom prst="rect">
            <a:avLst/>
          </a:prstGeom>
          <a:noFill/>
          <a:ln>
            <a:noFill/>
          </a:ln>
        </p:spPr>
        <p:txBody>
          <a:bodyPr spcFirstLastPara="1" wrap="square" lIns="0" tIns="0" rIns="0" bIns="0" anchor="t" anchorCtr="0">
            <a:spAutoFit/>
          </a:bodyPr>
          <a:lstStyle>
            <a:lvl1pPr marL="457200" lvl="0" indent="-331470" algn="l">
              <a:lnSpc>
                <a:spcPct val="100000"/>
              </a:lnSpc>
              <a:spcBef>
                <a:spcPts val="360"/>
              </a:spcBef>
              <a:spcAft>
                <a:spcPts val="0"/>
              </a:spcAft>
              <a:buClr>
                <a:schemeClr val="dk1"/>
              </a:buClr>
              <a:buSzPts val="1620"/>
              <a:buChar char="·"/>
              <a:defRPr sz="1800"/>
            </a:lvl1pPr>
            <a:lvl2pPr marL="914400" lvl="1" indent="-320040" algn="l">
              <a:lnSpc>
                <a:spcPct val="100000"/>
              </a:lnSpc>
              <a:spcBef>
                <a:spcPts val="320"/>
              </a:spcBef>
              <a:spcAft>
                <a:spcPts val="0"/>
              </a:spcAft>
              <a:buClr>
                <a:schemeClr val="dk1"/>
              </a:buClr>
              <a:buSzPts val="1440"/>
              <a:buChar char="·"/>
              <a:defRPr sz="1600"/>
            </a:lvl2pPr>
            <a:lvl3pPr marL="1371600" lvl="2" indent="-320039" algn="l">
              <a:lnSpc>
                <a:spcPct val="100000"/>
              </a:lnSpc>
              <a:spcBef>
                <a:spcPts val="320"/>
              </a:spcBef>
              <a:spcAft>
                <a:spcPts val="0"/>
              </a:spcAft>
              <a:buClr>
                <a:schemeClr val="dk1"/>
              </a:buClr>
              <a:buSzPts val="1440"/>
              <a:buChar char="·"/>
              <a:defRPr/>
            </a:lvl3pPr>
            <a:lvl4pPr marL="1828800" lvl="3" indent="-308610" algn="l">
              <a:lnSpc>
                <a:spcPct val="100000"/>
              </a:lnSpc>
              <a:spcBef>
                <a:spcPts val="280"/>
              </a:spcBef>
              <a:spcAft>
                <a:spcPts val="0"/>
              </a:spcAft>
              <a:buClr>
                <a:schemeClr val="dk1"/>
              </a:buClr>
              <a:buSzPts val="1260"/>
              <a:buChar char="·"/>
              <a:defRPr/>
            </a:lvl4pPr>
            <a:lvl5pPr marL="2286000" lvl="4" indent="-308610" algn="l">
              <a:lnSpc>
                <a:spcPct val="100000"/>
              </a:lnSpc>
              <a:spcBef>
                <a:spcPts val="280"/>
              </a:spcBef>
              <a:spcAft>
                <a:spcPts val="0"/>
              </a:spcAft>
              <a:buClr>
                <a:schemeClr val="dk1"/>
              </a:buClr>
              <a:buSzPts val="126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Tree>
  </p:cSld>
  <p:clrMapOvr>
    <a:masterClrMapping/>
  </p:clrMapOvr>
  <p:transition>
    <p:fade/>
  </p:transition>
  <p:extLst>
    <p:ext uri="{DCECCB84-F9BA-43D5-87BE-67443E8EF086}">
      <p15:sldGuideLst xmlns:p15="http://schemas.microsoft.com/office/powerpoint/2012/main">
        <p15:guide id="1" orient="horz" pos="906">
          <p15:clr>
            <a:srgbClr val="5ACBF0"/>
          </p15:clr>
        </p15:guide>
        <p15:guide id="2" orient="horz" pos="288">
          <p15:clr>
            <a:srgbClr val="5ACBF0"/>
          </p15:clr>
        </p15:guide>
        <p15:guide id="3" pos="1963">
          <p15:clr>
            <a:srgbClr val="5ACBF0"/>
          </p15:clr>
        </p15:guide>
        <p15:guide id="4" pos="2150">
          <p15:clr>
            <a:srgbClr val="5ACBF0"/>
          </p15:clr>
        </p15:guide>
        <p15:guide id="5" pos="3746">
          <p15:clr>
            <a:srgbClr val="5ACBF0"/>
          </p15:clr>
        </p15:guide>
        <p15:guide id="6" pos="3934">
          <p15:clr>
            <a:srgbClr val="5ACBF0"/>
          </p15:clr>
        </p15:guide>
        <p15:guide id="7" pos="5530">
          <p15:clr>
            <a:srgbClr val="5ACBF0"/>
          </p15:clr>
        </p15:guide>
        <p15:guide id="8" pos="5716">
          <p15:clr>
            <a:srgbClr val="5ACBF0"/>
          </p15:clr>
        </p15:guide>
        <p15:guide id="9" orient="horz" pos="1162">
          <p15:clr>
            <a:srgbClr val="5ACBF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Header Line Title and Content">
  <p:cSld name="Header Line Title and Content">
    <p:spTree>
      <p:nvGrpSpPr>
        <p:cNvPr id="1" name="Shape 158"/>
        <p:cNvGrpSpPr/>
        <p:nvPr/>
      </p:nvGrpSpPr>
      <p:grpSpPr>
        <a:xfrm>
          <a:off x="0" y="0"/>
          <a:ext cx="0" cy="0"/>
          <a:chOff x="0" y="0"/>
          <a:chExt cx="0" cy="0"/>
        </a:xfrm>
      </p:grpSpPr>
      <p:sp>
        <p:nvSpPr>
          <p:cNvPr id="159" name="Google Shape;159;p29"/>
          <p:cNvSpPr txBox="1">
            <a:spLocks noGrp="1"/>
          </p:cNvSpPr>
          <p:nvPr>
            <p:ph type="title"/>
          </p:nvPr>
        </p:nvSpPr>
        <p:spPr>
          <a:xfrm>
            <a:off x="588263" y="457200"/>
            <a:ext cx="11018520" cy="553998"/>
          </a:xfrm>
          <a:prstGeom prst="rect">
            <a:avLst/>
          </a:prstGeom>
          <a:noFill/>
          <a:ln>
            <a:noFill/>
          </a:ln>
        </p:spPr>
        <p:txBody>
          <a:bodyPr spcFirstLastPara="1" wrap="square" lIns="0" tIns="0" rIns="0" bIns="0" anchor="ctr" anchorCtr="0">
            <a:spAutoFit/>
          </a:bodyPr>
          <a:lstStyle>
            <a:lvl1pPr lvl="0" algn="l">
              <a:lnSpc>
                <a:spcPct val="100000"/>
              </a:lnSpc>
              <a:spcBef>
                <a:spcPts val="0"/>
              </a:spcBef>
              <a:spcAft>
                <a:spcPts val="0"/>
              </a:spcAft>
              <a:buClr>
                <a:schemeClr val="dk1"/>
              </a:buClr>
              <a:buSzPts val="3600"/>
              <a:buFont typeface="Quattrocento Sans"/>
              <a:buNone/>
              <a:defRPr>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60" name="Google Shape;160;p29"/>
          <p:cNvSpPr txBox="1">
            <a:spLocks noGrp="1"/>
          </p:cNvSpPr>
          <p:nvPr>
            <p:ph type="body" idx="1"/>
          </p:nvPr>
        </p:nvSpPr>
        <p:spPr>
          <a:xfrm>
            <a:off x="584200" y="1435100"/>
            <a:ext cx="11018838" cy="4833938"/>
          </a:xfrm>
          <a:prstGeom prst="rect">
            <a:avLst/>
          </a:prstGeom>
          <a:noFill/>
          <a:ln>
            <a:noFill/>
          </a:ln>
        </p:spPr>
        <p:txBody>
          <a:bodyPr spcFirstLastPara="1" wrap="square" lIns="0" tIns="0" rIns="0" bIns="0" anchor="t" anchorCtr="0">
            <a:spAutoFit/>
          </a:bodyPr>
          <a:lstStyle>
            <a:lvl1pPr marL="457200" lvl="0" indent="-388620" algn="l">
              <a:lnSpc>
                <a:spcPct val="100000"/>
              </a:lnSpc>
              <a:spcBef>
                <a:spcPts val="560"/>
              </a:spcBef>
              <a:spcAft>
                <a:spcPts val="0"/>
              </a:spcAft>
              <a:buClr>
                <a:schemeClr val="dk1"/>
              </a:buClr>
              <a:buSzPts val="2520"/>
              <a:buChar char="·"/>
              <a:defRPr>
                <a:solidFill>
                  <a:schemeClr val="dk1"/>
                </a:solidFill>
              </a:defRPr>
            </a:lvl1pPr>
            <a:lvl2pPr marL="914400" lvl="1" indent="-342900" algn="l">
              <a:lnSpc>
                <a:spcPct val="100000"/>
              </a:lnSpc>
              <a:spcBef>
                <a:spcPts val="400"/>
              </a:spcBef>
              <a:spcAft>
                <a:spcPts val="0"/>
              </a:spcAft>
              <a:buClr>
                <a:schemeClr val="dk1"/>
              </a:buClr>
              <a:buSzPts val="1800"/>
              <a:buChar char="·"/>
              <a:defRPr>
                <a:solidFill>
                  <a:schemeClr val="dk1"/>
                </a:solidFill>
              </a:defRPr>
            </a:lvl2pPr>
            <a:lvl3pPr marL="1371600" lvl="2" indent="-320039" algn="l">
              <a:lnSpc>
                <a:spcPct val="100000"/>
              </a:lnSpc>
              <a:spcBef>
                <a:spcPts val="320"/>
              </a:spcBef>
              <a:spcAft>
                <a:spcPts val="0"/>
              </a:spcAft>
              <a:buClr>
                <a:schemeClr val="dk1"/>
              </a:buClr>
              <a:buSzPts val="1440"/>
              <a:buChar char="·"/>
              <a:defRPr>
                <a:solidFill>
                  <a:schemeClr val="dk1"/>
                </a:solidFill>
              </a:defRPr>
            </a:lvl3pPr>
            <a:lvl4pPr marL="1828800" lvl="3" indent="-308610" algn="l">
              <a:lnSpc>
                <a:spcPct val="100000"/>
              </a:lnSpc>
              <a:spcBef>
                <a:spcPts val="280"/>
              </a:spcBef>
              <a:spcAft>
                <a:spcPts val="0"/>
              </a:spcAft>
              <a:buClr>
                <a:schemeClr val="dk1"/>
              </a:buClr>
              <a:buSzPts val="1260"/>
              <a:buChar char="·"/>
              <a:defRPr>
                <a:solidFill>
                  <a:schemeClr val="dk1"/>
                </a:solidFill>
              </a:defRPr>
            </a:lvl4pPr>
            <a:lvl5pPr marL="2286000" lvl="4" indent="-308610" algn="l">
              <a:lnSpc>
                <a:spcPct val="100000"/>
              </a:lnSpc>
              <a:spcBef>
                <a:spcPts val="280"/>
              </a:spcBef>
              <a:spcAft>
                <a:spcPts val="0"/>
              </a:spcAft>
              <a:buClr>
                <a:schemeClr val="dk1"/>
              </a:buClr>
              <a:buSzPts val="1260"/>
              <a:buChar char="·"/>
              <a:defRPr>
                <a:solidFill>
                  <a:schemeClr val="dk1"/>
                </a:solidFill>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161" name="Google Shape;161;p29"/>
          <p:cNvSpPr txBox="1"/>
          <p:nvPr/>
        </p:nvSpPr>
        <p:spPr>
          <a:xfrm>
            <a:off x="12355721" y="-203944"/>
            <a:ext cx="577081" cy="153888"/>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00">
                <a:solidFill>
                  <a:srgbClr val="A3A3A3"/>
                </a:solidFill>
                <a:latin typeface="Quattrocento Sans"/>
                <a:ea typeface="Quattrocento Sans"/>
                <a:cs typeface="Quattrocento Sans"/>
                <a:sym typeface="Quattrocento Sans"/>
              </a:rPr>
              <a:t>ELT layout</a:t>
            </a:r>
            <a:endParaRPr/>
          </a:p>
        </p:txBody>
      </p:sp>
      <p:cxnSp>
        <p:nvCxnSpPr>
          <p:cNvPr id="162" name="Google Shape;162;p29"/>
          <p:cNvCxnSpPr/>
          <p:nvPr/>
        </p:nvCxnSpPr>
        <p:spPr>
          <a:xfrm>
            <a:off x="584200" y="1219200"/>
            <a:ext cx="11025188" cy="0"/>
          </a:xfrm>
          <a:prstGeom prst="straightConnector1">
            <a:avLst/>
          </a:prstGeom>
          <a:noFill/>
          <a:ln w="25400" cap="flat" cmpd="sng">
            <a:solidFill>
              <a:schemeClr val="dk2"/>
            </a:solidFill>
            <a:prstDash val="solid"/>
            <a:round/>
            <a:headEnd type="none" w="sm" len="sm"/>
            <a:tailEnd type="none" w="sm" len="sm"/>
          </a:ln>
        </p:spPr>
      </p:cxnSp>
    </p:spTree>
  </p:cSld>
  <p:clrMapOvr>
    <a:masterClrMapping/>
  </p:clrMapOvr>
  <p:transition>
    <p:fade/>
  </p:transition>
  <p:extLst>
    <p:ext uri="{DCECCB84-F9BA-43D5-87BE-67443E8EF086}">
      <p15:sldGuideLst xmlns:p15="http://schemas.microsoft.com/office/powerpoint/2012/main">
        <p15:guide id="1" orient="horz" pos="1272">
          <p15:clr>
            <a:srgbClr val="5ACBF0"/>
          </p15:clr>
        </p15:guide>
        <p15:guide id="2" orient="horz" pos="288">
          <p15:clr>
            <a:srgbClr val="5ACBF0"/>
          </p15:clr>
        </p15:guide>
        <p15:guide id="3" orient="horz" pos="904">
          <p15:clr>
            <a:srgbClr val="5ACBF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Header Line Two Column Bullet text">
  <p:cSld name="Header Line Two Column Bullet text">
    <p:spTree>
      <p:nvGrpSpPr>
        <p:cNvPr id="1" name="Shape 163"/>
        <p:cNvGrpSpPr/>
        <p:nvPr/>
      </p:nvGrpSpPr>
      <p:grpSpPr>
        <a:xfrm>
          <a:off x="0" y="0"/>
          <a:ext cx="0" cy="0"/>
          <a:chOff x="0" y="0"/>
          <a:chExt cx="0" cy="0"/>
        </a:xfrm>
      </p:grpSpPr>
      <p:sp>
        <p:nvSpPr>
          <p:cNvPr id="164" name="Google Shape;164;p30"/>
          <p:cNvSpPr txBox="1">
            <a:spLocks noGrp="1"/>
          </p:cNvSpPr>
          <p:nvPr>
            <p:ph type="title"/>
          </p:nvPr>
        </p:nvSpPr>
        <p:spPr>
          <a:xfrm>
            <a:off x="588263" y="457200"/>
            <a:ext cx="11018520" cy="553998"/>
          </a:xfrm>
          <a:prstGeom prst="rect">
            <a:avLst/>
          </a:prstGeom>
          <a:noFill/>
          <a:ln>
            <a:noFill/>
          </a:ln>
        </p:spPr>
        <p:txBody>
          <a:bodyPr spcFirstLastPara="1" wrap="square" lIns="0" tIns="0" rIns="0" bIns="0" anchor="ctr" anchorCtr="0">
            <a:spAutoFit/>
          </a:bodyPr>
          <a:lstStyle>
            <a:lvl1pPr lvl="0" algn="l">
              <a:lnSpc>
                <a:spcPct val="100000"/>
              </a:lnSpc>
              <a:spcBef>
                <a:spcPts val="0"/>
              </a:spcBef>
              <a:spcAft>
                <a:spcPts val="0"/>
              </a:spcAft>
              <a:buClr>
                <a:schemeClr val="dk1"/>
              </a:buClr>
              <a:buSzPts val="3600"/>
              <a:buFont typeface="Quattrocento Sans"/>
              <a:buNone/>
              <a:defRPr>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65" name="Google Shape;165;p30"/>
          <p:cNvSpPr txBox="1">
            <a:spLocks noGrp="1"/>
          </p:cNvSpPr>
          <p:nvPr>
            <p:ph type="body" idx="1"/>
          </p:nvPr>
        </p:nvSpPr>
        <p:spPr>
          <a:xfrm>
            <a:off x="584200" y="1435100"/>
            <a:ext cx="5211763" cy="4833937"/>
          </a:xfrm>
          <a:prstGeom prst="rect">
            <a:avLst/>
          </a:prstGeom>
          <a:noFill/>
          <a:ln>
            <a:noFill/>
          </a:ln>
        </p:spPr>
        <p:txBody>
          <a:bodyPr spcFirstLastPara="1" wrap="square" lIns="0" tIns="0" rIns="0" bIns="0" anchor="t" anchorCtr="0">
            <a:spAutoFit/>
          </a:bodyPr>
          <a:lstStyle>
            <a:lvl1pPr marL="457200" lvl="0" indent="-331470" algn="l">
              <a:lnSpc>
                <a:spcPct val="100000"/>
              </a:lnSpc>
              <a:spcBef>
                <a:spcPts val="360"/>
              </a:spcBef>
              <a:spcAft>
                <a:spcPts val="0"/>
              </a:spcAft>
              <a:buClr>
                <a:schemeClr val="dk1"/>
              </a:buClr>
              <a:buSzPts val="1620"/>
              <a:buChar char="·"/>
              <a:defRPr/>
            </a:lvl1pPr>
            <a:lvl2pPr marL="914400" lvl="1" indent="-331469" algn="l">
              <a:lnSpc>
                <a:spcPct val="100000"/>
              </a:lnSpc>
              <a:spcBef>
                <a:spcPts val="360"/>
              </a:spcBef>
              <a:spcAft>
                <a:spcPts val="0"/>
              </a:spcAft>
              <a:buClr>
                <a:schemeClr val="dk1"/>
              </a:buClr>
              <a:buSzPts val="1620"/>
              <a:buChar char="·"/>
              <a:defRPr/>
            </a:lvl2pPr>
            <a:lvl3pPr marL="1371600" lvl="2" indent="-331469" algn="l">
              <a:lnSpc>
                <a:spcPct val="100000"/>
              </a:lnSpc>
              <a:spcBef>
                <a:spcPts val="360"/>
              </a:spcBef>
              <a:spcAft>
                <a:spcPts val="0"/>
              </a:spcAft>
              <a:buClr>
                <a:schemeClr val="dk1"/>
              </a:buClr>
              <a:buSzPts val="1620"/>
              <a:buChar char="·"/>
              <a:defRPr/>
            </a:lvl3pPr>
            <a:lvl4pPr marL="1828800" lvl="3" indent="-331469" algn="l">
              <a:lnSpc>
                <a:spcPct val="100000"/>
              </a:lnSpc>
              <a:spcBef>
                <a:spcPts val="360"/>
              </a:spcBef>
              <a:spcAft>
                <a:spcPts val="0"/>
              </a:spcAft>
              <a:buClr>
                <a:schemeClr val="dk1"/>
              </a:buClr>
              <a:buSzPts val="1620"/>
              <a:buChar char="·"/>
              <a:defRPr/>
            </a:lvl4pPr>
            <a:lvl5pPr marL="2286000" lvl="4" indent="-331470" algn="l">
              <a:lnSpc>
                <a:spcPct val="100000"/>
              </a:lnSpc>
              <a:spcBef>
                <a:spcPts val="360"/>
              </a:spcBef>
              <a:spcAft>
                <a:spcPts val="0"/>
              </a:spcAft>
              <a:buClr>
                <a:schemeClr val="dk1"/>
              </a:buClr>
              <a:buSzPts val="162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166" name="Google Shape;166;p30"/>
          <p:cNvSpPr txBox="1">
            <a:spLocks noGrp="1"/>
          </p:cNvSpPr>
          <p:nvPr>
            <p:ph type="body" idx="2"/>
          </p:nvPr>
        </p:nvSpPr>
        <p:spPr>
          <a:xfrm>
            <a:off x="6389688" y="1435100"/>
            <a:ext cx="5219700" cy="4833937"/>
          </a:xfrm>
          <a:prstGeom prst="rect">
            <a:avLst/>
          </a:prstGeom>
          <a:noFill/>
          <a:ln>
            <a:noFill/>
          </a:ln>
        </p:spPr>
        <p:txBody>
          <a:bodyPr spcFirstLastPara="1" wrap="square" lIns="0" tIns="0" rIns="0" bIns="0" anchor="t" anchorCtr="0">
            <a:spAutoFit/>
          </a:bodyPr>
          <a:lstStyle>
            <a:lvl1pPr marL="457200" lvl="0" indent="-331470" algn="l">
              <a:lnSpc>
                <a:spcPct val="100000"/>
              </a:lnSpc>
              <a:spcBef>
                <a:spcPts val="360"/>
              </a:spcBef>
              <a:spcAft>
                <a:spcPts val="0"/>
              </a:spcAft>
              <a:buClr>
                <a:schemeClr val="dk1"/>
              </a:buClr>
              <a:buSzPts val="1620"/>
              <a:buChar char="·"/>
              <a:defRPr/>
            </a:lvl1pPr>
            <a:lvl2pPr marL="914400" lvl="1" indent="-331469" algn="l">
              <a:lnSpc>
                <a:spcPct val="100000"/>
              </a:lnSpc>
              <a:spcBef>
                <a:spcPts val="360"/>
              </a:spcBef>
              <a:spcAft>
                <a:spcPts val="0"/>
              </a:spcAft>
              <a:buClr>
                <a:schemeClr val="dk1"/>
              </a:buClr>
              <a:buSzPts val="1620"/>
              <a:buChar char="·"/>
              <a:defRPr/>
            </a:lvl2pPr>
            <a:lvl3pPr marL="1371600" lvl="2" indent="-331469" algn="l">
              <a:lnSpc>
                <a:spcPct val="100000"/>
              </a:lnSpc>
              <a:spcBef>
                <a:spcPts val="360"/>
              </a:spcBef>
              <a:spcAft>
                <a:spcPts val="0"/>
              </a:spcAft>
              <a:buClr>
                <a:schemeClr val="dk1"/>
              </a:buClr>
              <a:buSzPts val="1620"/>
              <a:buChar char="·"/>
              <a:defRPr/>
            </a:lvl3pPr>
            <a:lvl4pPr marL="1828800" lvl="3" indent="-331469" algn="l">
              <a:lnSpc>
                <a:spcPct val="100000"/>
              </a:lnSpc>
              <a:spcBef>
                <a:spcPts val="360"/>
              </a:spcBef>
              <a:spcAft>
                <a:spcPts val="0"/>
              </a:spcAft>
              <a:buClr>
                <a:schemeClr val="dk1"/>
              </a:buClr>
              <a:buSzPts val="1620"/>
              <a:buChar char="·"/>
              <a:defRPr/>
            </a:lvl4pPr>
            <a:lvl5pPr marL="2286000" lvl="4" indent="-331470" algn="l">
              <a:lnSpc>
                <a:spcPct val="100000"/>
              </a:lnSpc>
              <a:spcBef>
                <a:spcPts val="360"/>
              </a:spcBef>
              <a:spcAft>
                <a:spcPts val="0"/>
              </a:spcAft>
              <a:buClr>
                <a:schemeClr val="dk1"/>
              </a:buClr>
              <a:buSzPts val="162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167" name="Google Shape;167;p30"/>
          <p:cNvSpPr txBox="1"/>
          <p:nvPr/>
        </p:nvSpPr>
        <p:spPr>
          <a:xfrm>
            <a:off x="12355721" y="-203944"/>
            <a:ext cx="577081" cy="153888"/>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00">
                <a:solidFill>
                  <a:srgbClr val="A3A3A3"/>
                </a:solidFill>
                <a:latin typeface="Quattrocento Sans"/>
                <a:ea typeface="Quattrocento Sans"/>
                <a:cs typeface="Quattrocento Sans"/>
                <a:sym typeface="Quattrocento Sans"/>
              </a:rPr>
              <a:t>ELT layout</a:t>
            </a:r>
            <a:endParaRPr/>
          </a:p>
        </p:txBody>
      </p:sp>
      <p:cxnSp>
        <p:nvCxnSpPr>
          <p:cNvPr id="168" name="Google Shape;168;p30"/>
          <p:cNvCxnSpPr/>
          <p:nvPr/>
        </p:nvCxnSpPr>
        <p:spPr>
          <a:xfrm>
            <a:off x="584200" y="1219200"/>
            <a:ext cx="11025188" cy="0"/>
          </a:xfrm>
          <a:prstGeom prst="straightConnector1">
            <a:avLst/>
          </a:prstGeom>
          <a:noFill/>
          <a:ln w="25400" cap="flat" cmpd="sng">
            <a:solidFill>
              <a:schemeClr val="dk2"/>
            </a:solidFill>
            <a:prstDash val="solid"/>
            <a:round/>
            <a:headEnd type="none" w="sm" len="sm"/>
            <a:tailEnd type="none" w="sm" len="sm"/>
          </a:ln>
        </p:spPr>
      </p:cxnSp>
    </p:spTree>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904">
          <p15:clr>
            <a:srgbClr val="5ACBF0"/>
          </p15:clr>
        </p15:guide>
        <p15:guide id="3" pos="3660">
          <p15:clr>
            <a:srgbClr val="5ACBF0"/>
          </p15:clr>
        </p15:guide>
        <p15:guide id="4" pos="4024">
          <p15:clr>
            <a:srgbClr val="5ACBF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Header Line Two Column Non-bulleted text">
  <p:cSld name="Header Line Two Column Non-bulleted text">
    <p:spTree>
      <p:nvGrpSpPr>
        <p:cNvPr id="1" name="Shape 169"/>
        <p:cNvGrpSpPr/>
        <p:nvPr/>
      </p:nvGrpSpPr>
      <p:grpSpPr>
        <a:xfrm>
          <a:off x="0" y="0"/>
          <a:ext cx="0" cy="0"/>
          <a:chOff x="0" y="0"/>
          <a:chExt cx="0" cy="0"/>
        </a:xfrm>
      </p:grpSpPr>
      <p:sp>
        <p:nvSpPr>
          <p:cNvPr id="170" name="Google Shape;170;p31"/>
          <p:cNvSpPr txBox="1">
            <a:spLocks noGrp="1"/>
          </p:cNvSpPr>
          <p:nvPr>
            <p:ph type="title"/>
          </p:nvPr>
        </p:nvSpPr>
        <p:spPr>
          <a:xfrm>
            <a:off x="588263" y="457200"/>
            <a:ext cx="11018520" cy="553998"/>
          </a:xfrm>
          <a:prstGeom prst="rect">
            <a:avLst/>
          </a:prstGeom>
          <a:noFill/>
          <a:ln>
            <a:noFill/>
          </a:ln>
        </p:spPr>
        <p:txBody>
          <a:bodyPr spcFirstLastPara="1" wrap="square" lIns="0" tIns="0" rIns="0" bIns="0" anchor="ctr" anchorCtr="0">
            <a:spAutoFit/>
          </a:bodyPr>
          <a:lstStyle>
            <a:lvl1pPr lvl="0" algn="l">
              <a:lnSpc>
                <a:spcPct val="100000"/>
              </a:lnSpc>
              <a:spcBef>
                <a:spcPts val="0"/>
              </a:spcBef>
              <a:spcAft>
                <a:spcPts val="0"/>
              </a:spcAft>
              <a:buClr>
                <a:schemeClr val="dk1"/>
              </a:buClr>
              <a:buSzPts val="3600"/>
              <a:buFont typeface="Quattrocento Sans"/>
              <a:buNone/>
              <a:defRPr>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1" name="Google Shape;171;p31"/>
          <p:cNvSpPr txBox="1">
            <a:spLocks noGrp="1"/>
          </p:cNvSpPr>
          <p:nvPr>
            <p:ph type="body" idx="1"/>
          </p:nvPr>
        </p:nvSpPr>
        <p:spPr>
          <a:xfrm>
            <a:off x="584200" y="1435100"/>
            <a:ext cx="5212080" cy="1649682"/>
          </a:xfrm>
          <a:prstGeom prst="rect">
            <a:avLst/>
          </a:prstGeom>
          <a:noFill/>
          <a:ln>
            <a:noFill/>
          </a:ln>
        </p:spPr>
        <p:txBody>
          <a:bodyPr spcFirstLastPara="1" wrap="square" lIns="0" tIns="0" rIns="0" bIns="0" anchor="t" anchorCtr="0">
            <a:spAutoFit/>
          </a:bodyPr>
          <a:lstStyle>
            <a:lvl1pPr marL="457200" lvl="0" indent="-228600" algn="l">
              <a:lnSpc>
                <a:spcPct val="100000"/>
              </a:lnSpc>
              <a:spcBef>
                <a:spcPts val="1224"/>
              </a:spcBef>
              <a:spcAft>
                <a:spcPts val="0"/>
              </a:spcAft>
              <a:buClr>
                <a:schemeClr val="dk1"/>
              </a:buClr>
              <a:buSzPts val="2520"/>
              <a:buFont typeface="Noto Sans Symbols"/>
              <a:buNone/>
              <a:defRPr sz="2800" b="0">
                <a:latin typeface="Quattrocento Sans"/>
                <a:ea typeface="Quattrocento Sans"/>
                <a:cs typeface="Quattrocento Sans"/>
                <a:sym typeface="Quattrocento Sans"/>
              </a:defRPr>
            </a:lvl1pPr>
            <a:lvl2pPr marL="914400" lvl="1" indent="-228600" algn="l">
              <a:lnSpc>
                <a:spcPct val="100000"/>
              </a:lnSpc>
              <a:spcBef>
                <a:spcPts val="400"/>
              </a:spcBef>
              <a:spcAft>
                <a:spcPts val="0"/>
              </a:spcAft>
              <a:buClr>
                <a:schemeClr val="dk1"/>
              </a:buClr>
              <a:buSzPts val="1800"/>
              <a:buFont typeface="Noto Sans Symbols"/>
              <a:buNone/>
              <a:defRPr sz="2000" b="0"/>
            </a:lvl2pPr>
            <a:lvl3pPr marL="1371600" lvl="2" indent="-228600" algn="l">
              <a:lnSpc>
                <a:spcPct val="100000"/>
              </a:lnSpc>
              <a:spcBef>
                <a:spcPts val="320"/>
              </a:spcBef>
              <a:spcAft>
                <a:spcPts val="0"/>
              </a:spcAft>
              <a:buClr>
                <a:schemeClr val="dk1"/>
              </a:buClr>
              <a:buSzPts val="1440"/>
              <a:buFont typeface="Noto Sans Symbols"/>
              <a:buNone/>
              <a:defRPr sz="1600" b="0"/>
            </a:lvl3pPr>
            <a:lvl4pPr marL="1828800" lvl="3" indent="-228600" algn="l">
              <a:lnSpc>
                <a:spcPct val="100000"/>
              </a:lnSpc>
              <a:spcBef>
                <a:spcPts val="280"/>
              </a:spcBef>
              <a:spcAft>
                <a:spcPts val="0"/>
              </a:spcAft>
              <a:buClr>
                <a:schemeClr val="dk1"/>
              </a:buClr>
              <a:buSzPts val="1260"/>
              <a:buFont typeface="Noto Sans Symbols"/>
              <a:buNone/>
              <a:defRPr sz="1400" b="0"/>
            </a:lvl4pPr>
            <a:lvl5pPr marL="2286000" lvl="4" indent="-228600" algn="l">
              <a:lnSpc>
                <a:spcPct val="100000"/>
              </a:lnSpc>
              <a:spcBef>
                <a:spcPts val="280"/>
              </a:spcBef>
              <a:spcAft>
                <a:spcPts val="0"/>
              </a:spcAft>
              <a:buClr>
                <a:schemeClr val="dk1"/>
              </a:buClr>
              <a:buSzPts val="1260"/>
              <a:buFont typeface="Noto Sans Symbols"/>
              <a:buNone/>
              <a:defRPr sz="1400" b="0"/>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172" name="Google Shape;172;p31"/>
          <p:cNvSpPr txBox="1">
            <a:spLocks noGrp="1"/>
          </p:cNvSpPr>
          <p:nvPr>
            <p:ph type="body" idx="2"/>
          </p:nvPr>
        </p:nvSpPr>
        <p:spPr>
          <a:xfrm>
            <a:off x="6397171" y="1435100"/>
            <a:ext cx="5212080" cy="1649682"/>
          </a:xfrm>
          <a:prstGeom prst="rect">
            <a:avLst/>
          </a:prstGeom>
          <a:noFill/>
          <a:ln>
            <a:noFill/>
          </a:ln>
        </p:spPr>
        <p:txBody>
          <a:bodyPr spcFirstLastPara="1" wrap="square" lIns="0" tIns="0" rIns="0" bIns="0" anchor="t" anchorCtr="0">
            <a:spAutoFit/>
          </a:bodyPr>
          <a:lstStyle>
            <a:lvl1pPr marL="457200" lvl="0" indent="-228600" algn="l">
              <a:lnSpc>
                <a:spcPct val="100000"/>
              </a:lnSpc>
              <a:spcBef>
                <a:spcPts val="1224"/>
              </a:spcBef>
              <a:spcAft>
                <a:spcPts val="0"/>
              </a:spcAft>
              <a:buClr>
                <a:schemeClr val="dk1"/>
              </a:buClr>
              <a:buSzPts val="2520"/>
              <a:buFont typeface="Noto Sans Symbols"/>
              <a:buNone/>
              <a:defRPr sz="2800" b="0">
                <a:latin typeface="Quattrocento Sans"/>
                <a:ea typeface="Quattrocento Sans"/>
                <a:cs typeface="Quattrocento Sans"/>
                <a:sym typeface="Quattrocento Sans"/>
              </a:defRPr>
            </a:lvl1pPr>
            <a:lvl2pPr marL="914400" lvl="1" indent="-228600" algn="l">
              <a:lnSpc>
                <a:spcPct val="100000"/>
              </a:lnSpc>
              <a:spcBef>
                <a:spcPts val="400"/>
              </a:spcBef>
              <a:spcAft>
                <a:spcPts val="0"/>
              </a:spcAft>
              <a:buClr>
                <a:schemeClr val="dk1"/>
              </a:buClr>
              <a:buSzPts val="1800"/>
              <a:buFont typeface="Noto Sans Symbols"/>
              <a:buNone/>
              <a:defRPr sz="2000" b="0"/>
            </a:lvl2pPr>
            <a:lvl3pPr marL="1371600" lvl="2" indent="-228600" algn="l">
              <a:lnSpc>
                <a:spcPct val="100000"/>
              </a:lnSpc>
              <a:spcBef>
                <a:spcPts val="320"/>
              </a:spcBef>
              <a:spcAft>
                <a:spcPts val="0"/>
              </a:spcAft>
              <a:buClr>
                <a:schemeClr val="dk1"/>
              </a:buClr>
              <a:buSzPts val="1440"/>
              <a:buFont typeface="Noto Sans Symbols"/>
              <a:buNone/>
              <a:defRPr sz="1600" b="0"/>
            </a:lvl3pPr>
            <a:lvl4pPr marL="1828800" lvl="3" indent="-228600" algn="l">
              <a:lnSpc>
                <a:spcPct val="100000"/>
              </a:lnSpc>
              <a:spcBef>
                <a:spcPts val="280"/>
              </a:spcBef>
              <a:spcAft>
                <a:spcPts val="0"/>
              </a:spcAft>
              <a:buClr>
                <a:schemeClr val="dk1"/>
              </a:buClr>
              <a:buSzPts val="1260"/>
              <a:buFont typeface="Noto Sans Symbols"/>
              <a:buNone/>
              <a:defRPr sz="1400" b="0"/>
            </a:lvl4pPr>
            <a:lvl5pPr marL="2286000" lvl="4" indent="-228600" algn="l">
              <a:lnSpc>
                <a:spcPct val="100000"/>
              </a:lnSpc>
              <a:spcBef>
                <a:spcPts val="280"/>
              </a:spcBef>
              <a:spcAft>
                <a:spcPts val="0"/>
              </a:spcAft>
              <a:buClr>
                <a:schemeClr val="dk1"/>
              </a:buClr>
              <a:buSzPts val="1260"/>
              <a:buFont typeface="Noto Sans Symbols"/>
              <a:buNone/>
              <a:defRPr sz="1400" b="0"/>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cxnSp>
        <p:nvCxnSpPr>
          <p:cNvPr id="173" name="Google Shape;173;p31"/>
          <p:cNvCxnSpPr/>
          <p:nvPr/>
        </p:nvCxnSpPr>
        <p:spPr>
          <a:xfrm>
            <a:off x="584200" y="1219200"/>
            <a:ext cx="11025188" cy="0"/>
          </a:xfrm>
          <a:prstGeom prst="straightConnector1">
            <a:avLst/>
          </a:prstGeom>
          <a:noFill/>
          <a:ln w="25400" cap="flat" cmpd="sng">
            <a:solidFill>
              <a:schemeClr val="dk2"/>
            </a:solidFill>
            <a:prstDash val="solid"/>
            <a:round/>
            <a:headEnd type="none" w="sm" len="sm"/>
            <a:tailEnd type="none" w="sm" len="sm"/>
          </a:ln>
        </p:spPr>
      </p:cxnSp>
    </p:spTree>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904">
          <p15:clr>
            <a:srgbClr val="5ACBF0"/>
          </p15:clr>
        </p15:guide>
        <p15:guide id="3" pos="3656">
          <p15:clr>
            <a:srgbClr val="5ACBF0"/>
          </p15:clr>
        </p15:guide>
        <p15:guide id="4" pos="4024">
          <p15:clr>
            <a:srgbClr val="5ACBF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1_Header Background Two Column Content with Subheads">
  <p:cSld name="1_Header Background Two Column Content with Subheads">
    <p:spTree>
      <p:nvGrpSpPr>
        <p:cNvPr id="1" name="Shape 174"/>
        <p:cNvGrpSpPr/>
        <p:nvPr/>
      </p:nvGrpSpPr>
      <p:grpSpPr>
        <a:xfrm>
          <a:off x="0" y="0"/>
          <a:ext cx="0" cy="0"/>
          <a:chOff x="0" y="0"/>
          <a:chExt cx="0" cy="0"/>
        </a:xfrm>
      </p:grpSpPr>
      <p:sp>
        <p:nvSpPr>
          <p:cNvPr id="175" name="Google Shape;175;p32"/>
          <p:cNvSpPr txBox="1">
            <a:spLocks noGrp="1"/>
          </p:cNvSpPr>
          <p:nvPr>
            <p:ph type="title"/>
          </p:nvPr>
        </p:nvSpPr>
        <p:spPr>
          <a:xfrm>
            <a:off x="588263" y="457200"/>
            <a:ext cx="11018520" cy="553998"/>
          </a:xfrm>
          <a:prstGeom prst="rect">
            <a:avLst/>
          </a:prstGeom>
          <a:noFill/>
          <a:ln>
            <a:noFill/>
          </a:ln>
        </p:spPr>
        <p:txBody>
          <a:bodyPr spcFirstLastPara="1" wrap="square" lIns="0" tIns="0" rIns="0" bIns="0" anchor="ctr" anchorCtr="0">
            <a:spAutoFit/>
          </a:bodyPr>
          <a:lstStyle>
            <a:lvl1pPr lvl="0" algn="l">
              <a:lnSpc>
                <a:spcPct val="100000"/>
              </a:lnSpc>
              <a:spcBef>
                <a:spcPts val="0"/>
              </a:spcBef>
              <a:spcAft>
                <a:spcPts val="0"/>
              </a:spcAft>
              <a:buClr>
                <a:schemeClr val="dk1"/>
              </a:buClr>
              <a:buSzPts val="3600"/>
              <a:buFont typeface="Quattrocento Sans"/>
              <a:buNone/>
              <a:defRPr>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6" name="Google Shape;176;p32"/>
          <p:cNvSpPr txBox="1">
            <a:spLocks noGrp="1"/>
          </p:cNvSpPr>
          <p:nvPr>
            <p:ph type="body" idx="1"/>
          </p:nvPr>
        </p:nvSpPr>
        <p:spPr>
          <a:xfrm>
            <a:off x="584200" y="1443174"/>
            <a:ext cx="5219700" cy="430887"/>
          </a:xfrm>
          <a:prstGeom prst="rect">
            <a:avLst/>
          </a:prstGeom>
          <a:noFill/>
          <a:ln>
            <a:noFill/>
          </a:ln>
        </p:spPr>
        <p:txBody>
          <a:bodyPr spcFirstLastPara="1" wrap="square" lIns="0" tIns="0" rIns="0" bIns="0" anchor="t" anchorCtr="0">
            <a:spAutoFit/>
          </a:bodyPr>
          <a:lstStyle>
            <a:lvl1pPr marL="457200" lvl="0" indent="-228600" algn="l">
              <a:lnSpc>
                <a:spcPct val="100000"/>
              </a:lnSpc>
              <a:spcBef>
                <a:spcPts val="0"/>
              </a:spcBef>
              <a:spcAft>
                <a:spcPts val="0"/>
              </a:spcAft>
              <a:buClr>
                <a:schemeClr val="dk1"/>
              </a:buClr>
              <a:buSzPts val="2520"/>
              <a:buNone/>
              <a:defRPr sz="2800">
                <a:solidFill>
                  <a:schemeClr val="dk1"/>
                </a:solidFill>
                <a:latin typeface="Quattrocento Sans"/>
                <a:ea typeface="Quattrocento Sans"/>
                <a:cs typeface="Quattrocento Sans"/>
                <a:sym typeface="Quattrocento Sans"/>
              </a:defRPr>
            </a:lvl1pPr>
            <a:lvl2pPr marL="914400" lvl="1" indent="-331469" algn="l">
              <a:lnSpc>
                <a:spcPct val="100000"/>
              </a:lnSpc>
              <a:spcBef>
                <a:spcPts val="360"/>
              </a:spcBef>
              <a:spcAft>
                <a:spcPts val="0"/>
              </a:spcAft>
              <a:buClr>
                <a:schemeClr val="dk1"/>
              </a:buClr>
              <a:buSzPts val="1620"/>
              <a:buChar char="·"/>
              <a:defRPr/>
            </a:lvl2pPr>
            <a:lvl3pPr marL="1371600" lvl="2" indent="-331469" algn="l">
              <a:lnSpc>
                <a:spcPct val="100000"/>
              </a:lnSpc>
              <a:spcBef>
                <a:spcPts val="360"/>
              </a:spcBef>
              <a:spcAft>
                <a:spcPts val="0"/>
              </a:spcAft>
              <a:buClr>
                <a:schemeClr val="dk1"/>
              </a:buClr>
              <a:buSzPts val="1620"/>
              <a:buChar char="·"/>
              <a:defRPr/>
            </a:lvl3pPr>
            <a:lvl4pPr marL="1828800" lvl="3" indent="-331469" algn="l">
              <a:lnSpc>
                <a:spcPct val="100000"/>
              </a:lnSpc>
              <a:spcBef>
                <a:spcPts val="360"/>
              </a:spcBef>
              <a:spcAft>
                <a:spcPts val="0"/>
              </a:spcAft>
              <a:buClr>
                <a:schemeClr val="dk1"/>
              </a:buClr>
              <a:buSzPts val="1620"/>
              <a:buChar char="·"/>
              <a:defRPr/>
            </a:lvl4pPr>
            <a:lvl5pPr marL="2286000" lvl="4" indent="-331470" algn="l">
              <a:lnSpc>
                <a:spcPct val="100000"/>
              </a:lnSpc>
              <a:spcBef>
                <a:spcPts val="360"/>
              </a:spcBef>
              <a:spcAft>
                <a:spcPts val="0"/>
              </a:spcAft>
              <a:buClr>
                <a:schemeClr val="dk1"/>
              </a:buClr>
              <a:buSzPts val="162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177" name="Google Shape;177;p32"/>
          <p:cNvSpPr txBox="1">
            <a:spLocks noGrp="1"/>
          </p:cNvSpPr>
          <p:nvPr>
            <p:ph type="body" idx="2"/>
          </p:nvPr>
        </p:nvSpPr>
        <p:spPr>
          <a:xfrm>
            <a:off x="588963" y="2087699"/>
            <a:ext cx="5214937" cy="3773352"/>
          </a:xfrm>
          <a:prstGeom prst="rect">
            <a:avLst/>
          </a:prstGeom>
          <a:noFill/>
          <a:ln>
            <a:noFill/>
          </a:ln>
        </p:spPr>
        <p:txBody>
          <a:bodyPr spcFirstLastPara="1" wrap="square" lIns="0" tIns="0" rIns="0" bIns="0" anchor="t" anchorCtr="0">
            <a:spAutoFit/>
          </a:bodyPr>
          <a:lstStyle>
            <a:lvl1pPr marL="457200" lvl="0" indent="-365760" algn="l">
              <a:lnSpc>
                <a:spcPct val="100000"/>
              </a:lnSpc>
              <a:spcBef>
                <a:spcPts val="480"/>
              </a:spcBef>
              <a:spcAft>
                <a:spcPts val="0"/>
              </a:spcAft>
              <a:buClr>
                <a:schemeClr val="dk1"/>
              </a:buClr>
              <a:buSzPts val="2160"/>
              <a:buChar char="·"/>
              <a:defRPr sz="2400"/>
            </a:lvl1pPr>
            <a:lvl2pPr marL="914400" lvl="1" indent="-331469" algn="l">
              <a:lnSpc>
                <a:spcPct val="100000"/>
              </a:lnSpc>
              <a:spcBef>
                <a:spcPts val="360"/>
              </a:spcBef>
              <a:spcAft>
                <a:spcPts val="0"/>
              </a:spcAft>
              <a:buClr>
                <a:schemeClr val="dk1"/>
              </a:buClr>
              <a:buSzPts val="1620"/>
              <a:buChar char="·"/>
              <a:defRPr/>
            </a:lvl2pPr>
            <a:lvl3pPr marL="1371600" lvl="2" indent="-331469" algn="l">
              <a:lnSpc>
                <a:spcPct val="100000"/>
              </a:lnSpc>
              <a:spcBef>
                <a:spcPts val="360"/>
              </a:spcBef>
              <a:spcAft>
                <a:spcPts val="0"/>
              </a:spcAft>
              <a:buClr>
                <a:schemeClr val="dk1"/>
              </a:buClr>
              <a:buSzPts val="1620"/>
              <a:buChar char="·"/>
              <a:defRPr/>
            </a:lvl3pPr>
            <a:lvl4pPr marL="1828800" lvl="3" indent="-331469" algn="l">
              <a:lnSpc>
                <a:spcPct val="100000"/>
              </a:lnSpc>
              <a:spcBef>
                <a:spcPts val="360"/>
              </a:spcBef>
              <a:spcAft>
                <a:spcPts val="0"/>
              </a:spcAft>
              <a:buClr>
                <a:schemeClr val="dk1"/>
              </a:buClr>
              <a:buSzPts val="1620"/>
              <a:buChar char="·"/>
              <a:defRPr/>
            </a:lvl4pPr>
            <a:lvl5pPr marL="2286000" lvl="4" indent="-331470" algn="l">
              <a:lnSpc>
                <a:spcPct val="100000"/>
              </a:lnSpc>
              <a:spcBef>
                <a:spcPts val="360"/>
              </a:spcBef>
              <a:spcAft>
                <a:spcPts val="0"/>
              </a:spcAft>
              <a:buClr>
                <a:schemeClr val="dk1"/>
              </a:buClr>
              <a:buSzPts val="162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178" name="Google Shape;178;p32"/>
          <p:cNvSpPr txBox="1">
            <a:spLocks noGrp="1"/>
          </p:cNvSpPr>
          <p:nvPr>
            <p:ph type="body" idx="3"/>
          </p:nvPr>
        </p:nvSpPr>
        <p:spPr>
          <a:xfrm>
            <a:off x="6397625" y="1436688"/>
            <a:ext cx="5219700" cy="430887"/>
          </a:xfrm>
          <a:prstGeom prst="rect">
            <a:avLst/>
          </a:prstGeom>
          <a:noFill/>
          <a:ln>
            <a:noFill/>
          </a:ln>
        </p:spPr>
        <p:txBody>
          <a:bodyPr spcFirstLastPara="1" wrap="square" lIns="0" tIns="0" rIns="0" bIns="0" anchor="t" anchorCtr="0">
            <a:spAutoFit/>
          </a:bodyPr>
          <a:lstStyle>
            <a:lvl1pPr marL="457200" lvl="0" indent="-228600" algn="l">
              <a:lnSpc>
                <a:spcPct val="100000"/>
              </a:lnSpc>
              <a:spcBef>
                <a:spcPts val="0"/>
              </a:spcBef>
              <a:spcAft>
                <a:spcPts val="0"/>
              </a:spcAft>
              <a:buClr>
                <a:schemeClr val="dk1"/>
              </a:buClr>
              <a:buSzPts val="2520"/>
              <a:buNone/>
              <a:defRPr sz="2800">
                <a:solidFill>
                  <a:schemeClr val="dk1"/>
                </a:solidFill>
                <a:latin typeface="Quattrocento Sans"/>
                <a:ea typeface="Quattrocento Sans"/>
                <a:cs typeface="Quattrocento Sans"/>
                <a:sym typeface="Quattrocento Sans"/>
              </a:defRPr>
            </a:lvl1pPr>
            <a:lvl2pPr marL="914400" lvl="1" indent="-331469" algn="l">
              <a:lnSpc>
                <a:spcPct val="100000"/>
              </a:lnSpc>
              <a:spcBef>
                <a:spcPts val="360"/>
              </a:spcBef>
              <a:spcAft>
                <a:spcPts val="0"/>
              </a:spcAft>
              <a:buClr>
                <a:schemeClr val="dk1"/>
              </a:buClr>
              <a:buSzPts val="1620"/>
              <a:buChar char="·"/>
              <a:defRPr/>
            </a:lvl2pPr>
            <a:lvl3pPr marL="1371600" lvl="2" indent="-331469" algn="l">
              <a:lnSpc>
                <a:spcPct val="100000"/>
              </a:lnSpc>
              <a:spcBef>
                <a:spcPts val="360"/>
              </a:spcBef>
              <a:spcAft>
                <a:spcPts val="0"/>
              </a:spcAft>
              <a:buClr>
                <a:schemeClr val="dk1"/>
              </a:buClr>
              <a:buSzPts val="1620"/>
              <a:buChar char="·"/>
              <a:defRPr/>
            </a:lvl3pPr>
            <a:lvl4pPr marL="1828800" lvl="3" indent="-331469" algn="l">
              <a:lnSpc>
                <a:spcPct val="100000"/>
              </a:lnSpc>
              <a:spcBef>
                <a:spcPts val="360"/>
              </a:spcBef>
              <a:spcAft>
                <a:spcPts val="0"/>
              </a:spcAft>
              <a:buClr>
                <a:schemeClr val="dk1"/>
              </a:buClr>
              <a:buSzPts val="1620"/>
              <a:buChar char="·"/>
              <a:defRPr/>
            </a:lvl4pPr>
            <a:lvl5pPr marL="2286000" lvl="4" indent="-331470" algn="l">
              <a:lnSpc>
                <a:spcPct val="100000"/>
              </a:lnSpc>
              <a:spcBef>
                <a:spcPts val="360"/>
              </a:spcBef>
              <a:spcAft>
                <a:spcPts val="0"/>
              </a:spcAft>
              <a:buClr>
                <a:schemeClr val="dk1"/>
              </a:buClr>
              <a:buSzPts val="162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179" name="Google Shape;179;p32"/>
          <p:cNvSpPr txBox="1">
            <a:spLocks noGrp="1"/>
          </p:cNvSpPr>
          <p:nvPr>
            <p:ph type="body" idx="4"/>
          </p:nvPr>
        </p:nvSpPr>
        <p:spPr>
          <a:xfrm>
            <a:off x="6394451" y="2081213"/>
            <a:ext cx="5214937" cy="3779838"/>
          </a:xfrm>
          <a:prstGeom prst="rect">
            <a:avLst/>
          </a:prstGeom>
          <a:noFill/>
          <a:ln>
            <a:noFill/>
          </a:ln>
        </p:spPr>
        <p:txBody>
          <a:bodyPr spcFirstLastPara="1" wrap="square" lIns="0" tIns="0" rIns="0" bIns="0" anchor="t" anchorCtr="0">
            <a:spAutoFit/>
          </a:bodyPr>
          <a:lstStyle>
            <a:lvl1pPr marL="457200" lvl="0" indent="-365760" algn="l">
              <a:lnSpc>
                <a:spcPct val="100000"/>
              </a:lnSpc>
              <a:spcBef>
                <a:spcPts val="480"/>
              </a:spcBef>
              <a:spcAft>
                <a:spcPts val="0"/>
              </a:spcAft>
              <a:buClr>
                <a:schemeClr val="dk1"/>
              </a:buClr>
              <a:buSzPts val="2160"/>
              <a:buChar char="·"/>
              <a:defRPr sz="2400"/>
            </a:lvl1pPr>
            <a:lvl2pPr marL="914400" lvl="1" indent="-331469" algn="l">
              <a:lnSpc>
                <a:spcPct val="100000"/>
              </a:lnSpc>
              <a:spcBef>
                <a:spcPts val="360"/>
              </a:spcBef>
              <a:spcAft>
                <a:spcPts val="0"/>
              </a:spcAft>
              <a:buClr>
                <a:schemeClr val="dk1"/>
              </a:buClr>
              <a:buSzPts val="1620"/>
              <a:buChar char="·"/>
              <a:defRPr/>
            </a:lvl2pPr>
            <a:lvl3pPr marL="1371600" lvl="2" indent="-331469" algn="l">
              <a:lnSpc>
                <a:spcPct val="100000"/>
              </a:lnSpc>
              <a:spcBef>
                <a:spcPts val="360"/>
              </a:spcBef>
              <a:spcAft>
                <a:spcPts val="0"/>
              </a:spcAft>
              <a:buClr>
                <a:schemeClr val="dk1"/>
              </a:buClr>
              <a:buSzPts val="1620"/>
              <a:buChar char="·"/>
              <a:defRPr/>
            </a:lvl3pPr>
            <a:lvl4pPr marL="1828800" lvl="3" indent="-331469" algn="l">
              <a:lnSpc>
                <a:spcPct val="100000"/>
              </a:lnSpc>
              <a:spcBef>
                <a:spcPts val="360"/>
              </a:spcBef>
              <a:spcAft>
                <a:spcPts val="0"/>
              </a:spcAft>
              <a:buClr>
                <a:schemeClr val="dk1"/>
              </a:buClr>
              <a:buSzPts val="1620"/>
              <a:buChar char="·"/>
              <a:defRPr/>
            </a:lvl4pPr>
            <a:lvl5pPr marL="2286000" lvl="4" indent="-331470" algn="l">
              <a:lnSpc>
                <a:spcPct val="100000"/>
              </a:lnSpc>
              <a:spcBef>
                <a:spcPts val="360"/>
              </a:spcBef>
              <a:spcAft>
                <a:spcPts val="0"/>
              </a:spcAft>
              <a:buClr>
                <a:schemeClr val="dk1"/>
              </a:buClr>
              <a:buSzPts val="162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cxnSp>
        <p:nvCxnSpPr>
          <p:cNvPr id="180" name="Google Shape;180;p32"/>
          <p:cNvCxnSpPr/>
          <p:nvPr/>
        </p:nvCxnSpPr>
        <p:spPr>
          <a:xfrm>
            <a:off x="584200" y="1219200"/>
            <a:ext cx="11025188" cy="0"/>
          </a:xfrm>
          <a:prstGeom prst="straightConnector1">
            <a:avLst/>
          </a:prstGeom>
          <a:noFill/>
          <a:ln w="25400" cap="flat" cmpd="sng">
            <a:solidFill>
              <a:schemeClr val="dk2"/>
            </a:solidFill>
            <a:prstDash val="solid"/>
            <a:round/>
            <a:headEnd type="none" w="sm" len="sm"/>
            <a:tailEnd type="none" w="sm" len="sm"/>
          </a:ln>
        </p:spPr>
      </p:cxnSp>
    </p:spTree>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162">
          <p15:clr>
            <a:srgbClr val="5ACBF0"/>
          </p15:clr>
        </p15:guide>
        <p15:guide id="3" pos="3656">
          <p15:clr>
            <a:srgbClr val="5ACBF0"/>
          </p15:clr>
        </p15:guide>
        <p15:guide id="4" pos="4024">
          <p15:clr>
            <a:srgbClr val="5ACBF0"/>
          </p15:clr>
        </p15:guide>
        <p15:guide id="5" orient="horz" pos="905">
          <p15:clr>
            <a:srgbClr val="5ACBF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Header Line Three Column Bullet with Subtitles">
  <p:cSld name="Header Line Three Column Bullet with Subtitles">
    <p:spTree>
      <p:nvGrpSpPr>
        <p:cNvPr id="1" name="Shape 181"/>
        <p:cNvGrpSpPr/>
        <p:nvPr/>
      </p:nvGrpSpPr>
      <p:grpSpPr>
        <a:xfrm>
          <a:off x="0" y="0"/>
          <a:ext cx="0" cy="0"/>
          <a:chOff x="0" y="0"/>
          <a:chExt cx="0" cy="0"/>
        </a:xfrm>
      </p:grpSpPr>
      <p:sp>
        <p:nvSpPr>
          <p:cNvPr id="182" name="Google Shape;182;p33"/>
          <p:cNvSpPr txBox="1">
            <a:spLocks noGrp="1"/>
          </p:cNvSpPr>
          <p:nvPr>
            <p:ph type="title"/>
          </p:nvPr>
        </p:nvSpPr>
        <p:spPr>
          <a:xfrm>
            <a:off x="588263" y="457200"/>
            <a:ext cx="11018520" cy="553998"/>
          </a:xfrm>
          <a:prstGeom prst="rect">
            <a:avLst/>
          </a:prstGeom>
          <a:noFill/>
          <a:ln>
            <a:noFill/>
          </a:ln>
        </p:spPr>
        <p:txBody>
          <a:bodyPr spcFirstLastPara="1" wrap="square" lIns="0" tIns="0" rIns="0" bIns="0" anchor="ctr" anchorCtr="0">
            <a:spAutoFit/>
          </a:bodyPr>
          <a:lstStyle>
            <a:lvl1pPr lvl="0" algn="l">
              <a:lnSpc>
                <a:spcPct val="100000"/>
              </a:lnSpc>
              <a:spcBef>
                <a:spcPts val="0"/>
              </a:spcBef>
              <a:spcAft>
                <a:spcPts val="0"/>
              </a:spcAft>
              <a:buClr>
                <a:schemeClr val="dk1"/>
              </a:buClr>
              <a:buSzPts val="3600"/>
              <a:buFont typeface="Quattrocento Sans"/>
              <a:buNone/>
              <a:defRPr>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83" name="Google Shape;183;p33"/>
          <p:cNvSpPr txBox="1">
            <a:spLocks noGrp="1"/>
          </p:cNvSpPr>
          <p:nvPr>
            <p:ph type="body" idx="1"/>
          </p:nvPr>
        </p:nvSpPr>
        <p:spPr>
          <a:xfrm>
            <a:off x="585217" y="1438275"/>
            <a:ext cx="3264408" cy="677108"/>
          </a:xfrm>
          <a:prstGeom prst="rect">
            <a:avLst/>
          </a:prstGeom>
          <a:noFill/>
          <a:ln>
            <a:noFill/>
          </a:ln>
        </p:spPr>
        <p:txBody>
          <a:bodyPr spcFirstLastPara="1" wrap="square" lIns="0" tIns="0" rIns="0" bIns="0" anchor="t" anchorCtr="0">
            <a:spAutoFit/>
          </a:bodyPr>
          <a:lstStyle>
            <a:lvl1pPr marL="457200" lvl="0" indent="-228600" algn="l">
              <a:lnSpc>
                <a:spcPct val="100000"/>
              </a:lnSpc>
              <a:spcBef>
                <a:spcPts val="0"/>
              </a:spcBef>
              <a:spcAft>
                <a:spcPts val="0"/>
              </a:spcAft>
              <a:buClr>
                <a:schemeClr val="dk1"/>
              </a:buClr>
              <a:buSzPts val="1980"/>
              <a:buNone/>
              <a:defRPr sz="2200">
                <a:solidFill>
                  <a:schemeClr val="dk1"/>
                </a:solidFill>
                <a:latin typeface="Quattrocento Sans"/>
                <a:ea typeface="Quattrocento Sans"/>
                <a:cs typeface="Quattrocento Sans"/>
                <a:sym typeface="Quattrocento Sans"/>
              </a:defRPr>
            </a:lvl1pPr>
            <a:lvl2pPr marL="914400" lvl="1" indent="-331469" algn="l">
              <a:lnSpc>
                <a:spcPct val="100000"/>
              </a:lnSpc>
              <a:spcBef>
                <a:spcPts val="360"/>
              </a:spcBef>
              <a:spcAft>
                <a:spcPts val="0"/>
              </a:spcAft>
              <a:buClr>
                <a:schemeClr val="dk1"/>
              </a:buClr>
              <a:buSzPts val="1620"/>
              <a:buChar char="·"/>
              <a:defRPr/>
            </a:lvl2pPr>
            <a:lvl3pPr marL="1371600" lvl="2" indent="-331469" algn="l">
              <a:lnSpc>
                <a:spcPct val="100000"/>
              </a:lnSpc>
              <a:spcBef>
                <a:spcPts val="360"/>
              </a:spcBef>
              <a:spcAft>
                <a:spcPts val="0"/>
              </a:spcAft>
              <a:buClr>
                <a:schemeClr val="dk1"/>
              </a:buClr>
              <a:buSzPts val="1620"/>
              <a:buChar char="·"/>
              <a:defRPr/>
            </a:lvl3pPr>
            <a:lvl4pPr marL="1828800" lvl="3" indent="-331469" algn="l">
              <a:lnSpc>
                <a:spcPct val="100000"/>
              </a:lnSpc>
              <a:spcBef>
                <a:spcPts val="360"/>
              </a:spcBef>
              <a:spcAft>
                <a:spcPts val="0"/>
              </a:spcAft>
              <a:buClr>
                <a:schemeClr val="dk1"/>
              </a:buClr>
              <a:buSzPts val="1620"/>
              <a:buChar char="·"/>
              <a:defRPr/>
            </a:lvl4pPr>
            <a:lvl5pPr marL="2286000" lvl="4" indent="-331470" algn="l">
              <a:lnSpc>
                <a:spcPct val="100000"/>
              </a:lnSpc>
              <a:spcBef>
                <a:spcPts val="360"/>
              </a:spcBef>
              <a:spcAft>
                <a:spcPts val="0"/>
              </a:spcAft>
              <a:buClr>
                <a:schemeClr val="dk1"/>
              </a:buClr>
              <a:buSzPts val="162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184" name="Google Shape;184;p33"/>
          <p:cNvSpPr txBox="1">
            <a:spLocks noGrp="1"/>
          </p:cNvSpPr>
          <p:nvPr>
            <p:ph type="body" idx="2"/>
          </p:nvPr>
        </p:nvSpPr>
        <p:spPr>
          <a:xfrm>
            <a:off x="585217" y="2390775"/>
            <a:ext cx="3264408" cy="1760482"/>
          </a:xfrm>
          <a:prstGeom prst="rect">
            <a:avLst/>
          </a:prstGeom>
          <a:noFill/>
          <a:ln>
            <a:noFill/>
          </a:ln>
        </p:spPr>
        <p:txBody>
          <a:bodyPr spcFirstLastPara="1" wrap="square" lIns="0" tIns="0" rIns="0" bIns="0" anchor="t" anchorCtr="0">
            <a:spAutoFit/>
          </a:bodyPr>
          <a:lstStyle>
            <a:lvl1pPr marL="457200" lvl="0" indent="-342900" algn="l">
              <a:lnSpc>
                <a:spcPct val="100000"/>
              </a:lnSpc>
              <a:spcBef>
                <a:spcPts val="400"/>
              </a:spcBef>
              <a:spcAft>
                <a:spcPts val="0"/>
              </a:spcAft>
              <a:buClr>
                <a:schemeClr val="dk1"/>
              </a:buClr>
              <a:buSzPts val="1800"/>
              <a:buChar char="·"/>
              <a:defRPr sz="2000"/>
            </a:lvl1pPr>
            <a:lvl2pPr marL="914400" lvl="1" indent="-331469" algn="l">
              <a:lnSpc>
                <a:spcPct val="100000"/>
              </a:lnSpc>
              <a:spcBef>
                <a:spcPts val="360"/>
              </a:spcBef>
              <a:spcAft>
                <a:spcPts val="0"/>
              </a:spcAft>
              <a:buClr>
                <a:schemeClr val="dk1"/>
              </a:buClr>
              <a:buSzPts val="1620"/>
              <a:buChar char="·"/>
              <a:defRPr sz="1800"/>
            </a:lvl2pPr>
            <a:lvl3pPr marL="1371600" lvl="2" indent="-320039" algn="l">
              <a:lnSpc>
                <a:spcPct val="100000"/>
              </a:lnSpc>
              <a:spcBef>
                <a:spcPts val="320"/>
              </a:spcBef>
              <a:spcAft>
                <a:spcPts val="0"/>
              </a:spcAft>
              <a:buClr>
                <a:schemeClr val="dk1"/>
              </a:buClr>
              <a:buSzPts val="1440"/>
              <a:buChar char="·"/>
              <a:defRPr/>
            </a:lvl3pPr>
            <a:lvl4pPr marL="1828800" lvl="3" indent="-308610" algn="l">
              <a:lnSpc>
                <a:spcPct val="100000"/>
              </a:lnSpc>
              <a:spcBef>
                <a:spcPts val="280"/>
              </a:spcBef>
              <a:spcAft>
                <a:spcPts val="0"/>
              </a:spcAft>
              <a:buClr>
                <a:schemeClr val="dk1"/>
              </a:buClr>
              <a:buSzPts val="1260"/>
              <a:buChar char="·"/>
              <a:defRPr/>
            </a:lvl4pPr>
            <a:lvl5pPr marL="2286000" lvl="4" indent="-308610" algn="l">
              <a:lnSpc>
                <a:spcPct val="100000"/>
              </a:lnSpc>
              <a:spcBef>
                <a:spcPts val="280"/>
              </a:spcBef>
              <a:spcAft>
                <a:spcPts val="0"/>
              </a:spcAft>
              <a:buClr>
                <a:schemeClr val="dk1"/>
              </a:buClr>
              <a:buSzPts val="126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185" name="Google Shape;185;p33"/>
          <p:cNvSpPr txBox="1">
            <a:spLocks noGrp="1"/>
          </p:cNvSpPr>
          <p:nvPr>
            <p:ph type="body" idx="3"/>
          </p:nvPr>
        </p:nvSpPr>
        <p:spPr>
          <a:xfrm>
            <a:off x="4463796" y="1438275"/>
            <a:ext cx="3264408" cy="677108"/>
          </a:xfrm>
          <a:prstGeom prst="rect">
            <a:avLst/>
          </a:prstGeom>
          <a:noFill/>
          <a:ln>
            <a:noFill/>
          </a:ln>
        </p:spPr>
        <p:txBody>
          <a:bodyPr spcFirstLastPara="1" wrap="square" lIns="0" tIns="0" rIns="0" bIns="0" anchor="t" anchorCtr="0">
            <a:spAutoFit/>
          </a:bodyPr>
          <a:lstStyle>
            <a:lvl1pPr marL="457200" lvl="0" indent="-228600" algn="l">
              <a:lnSpc>
                <a:spcPct val="100000"/>
              </a:lnSpc>
              <a:spcBef>
                <a:spcPts val="0"/>
              </a:spcBef>
              <a:spcAft>
                <a:spcPts val="0"/>
              </a:spcAft>
              <a:buClr>
                <a:schemeClr val="dk1"/>
              </a:buClr>
              <a:buSzPts val="1980"/>
              <a:buNone/>
              <a:defRPr sz="2200">
                <a:solidFill>
                  <a:schemeClr val="dk1"/>
                </a:solidFill>
                <a:latin typeface="Quattrocento Sans"/>
                <a:ea typeface="Quattrocento Sans"/>
                <a:cs typeface="Quattrocento Sans"/>
                <a:sym typeface="Quattrocento Sans"/>
              </a:defRPr>
            </a:lvl1pPr>
            <a:lvl2pPr marL="914400" lvl="1" indent="-331469" algn="l">
              <a:lnSpc>
                <a:spcPct val="100000"/>
              </a:lnSpc>
              <a:spcBef>
                <a:spcPts val="360"/>
              </a:spcBef>
              <a:spcAft>
                <a:spcPts val="0"/>
              </a:spcAft>
              <a:buClr>
                <a:schemeClr val="dk1"/>
              </a:buClr>
              <a:buSzPts val="1620"/>
              <a:buChar char="·"/>
              <a:defRPr/>
            </a:lvl2pPr>
            <a:lvl3pPr marL="1371600" lvl="2" indent="-331469" algn="l">
              <a:lnSpc>
                <a:spcPct val="100000"/>
              </a:lnSpc>
              <a:spcBef>
                <a:spcPts val="360"/>
              </a:spcBef>
              <a:spcAft>
                <a:spcPts val="0"/>
              </a:spcAft>
              <a:buClr>
                <a:schemeClr val="dk1"/>
              </a:buClr>
              <a:buSzPts val="1620"/>
              <a:buChar char="·"/>
              <a:defRPr/>
            </a:lvl3pPr>
            <a:lvl4pPr marL="1828800" lvl="3" indent="-331469" algn="l">
              <a:lnSpc>
                <a:spcPct val="100000"/>
              </a:lnSpc>
              <a:spcBef>
                <a:spcPts val="360"/>
              </a:spcBef>
              <a:spcAft>
                <a:spcPts val="0"/>
              </a:spcAft>
              <a:buClr>
                <a:schemeClr val="dk1"/>
              </a:buClr>
              <a:buSzPts val="1620"/>
              <a:buChar char="·"/>
              <a:defRPr/>
            </a:lvl4pPr>
            <a:lvl5pPr marL="2286000" lvl="4" indent="-331470" algn="l">
              <a:lnSpc>
                <a:spcPct val="100000"/>
              </a:lnSpc>
              <a:spcBef>
                <a:spcPts val="360"/>
              </a:spcBef>
              <a:spcAft>
                <a:spcPts val="0"/>
              </a:spcAft>
              <a:buClr>
                <a:schemeClr val="dk1"/>
              </a:buClr>
              <a:buSzPts val="162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186" name="Google Shape;186;p33"/>
          <p:cNvSpPr txBox="1">
            <a:spLocks noGrp="1"/>
          </p:cNvSpPr>
          <p:nvPr>
            <p:ph type="body" idx="4"/>
          </p:nvPr>
        </p:nvSpPr>
        <p:spPr>
          <a:xfrm>
            <a:off x="4463796" y="2384135"/>
            <a:ext cx="3264408" cy="1760482"/>
          </a:xfrm>
          <a:prstGeom prst="rect">
            <a:avLst/>
          </a:prstGeom>
          <a:noFill/>
          <a:ln>
            <a:noFill/>
          </a:ln>
        </p:spPr>
        <p:txBody>
          <a:bodyPr spcFirstLastPara="1" wrap="square" lIns="0" tIns="0" rIns="0" bIns="0" anchor="t" anchorCtr="0">
            <a:spAutoFit/>
          </a:bodyPr>
          <a:lstStyle>
            <a:lvl1pPr marL="457200" lvl="0" indent="-342900" algn="l">
              <a:lnSpc>
                <a:spcPct val="100000"/>
              </a:lnSpc>
              <a:spcBef>
                <a:spcPts val="400"/>
              </a:spcBef>
              <a:spcAft>
                <a:spcPts val="0"/>
              </a:spcAft>
              <a:buClr>
                <a:schemeClr val="dk1"/>
              </a:buClr>
              <a:buSzPts val="1800"/>
              <a:buChar char="·"/>
              <a:defRPr sz="2000"/>
            </a:lvl1pPr>
            <a:lvl2pPr marL="914400" lvl="1" indent="-331469" algn="l">
              <a:lnSpc>
                <a:spcPct val="100000"/>
              </a:lnSpc>
              <a:spcBef>
                <a:spcPts val="360"/>
              </a:spcBef>
              <a:spcAft>
                <a:spcPts val="0"/>
              </a:spcAft>
              <a:buClr>
                <a:schemeClr val="dk1"/>
              </a:buClr>
              <a:buSzPts val="1620"/>
              <a:buChar char="·"/>
              <a:defRPr sz="1800"/>
            </a:lvl2pPr>
            <a:lvl3pPr marL="1371600" lvl="2" indent="-320039" algn="l">
              <a:lnSpc>
                <a:spcPct val="100000"/>
              </a:lnSpc>
              <a:spcBef>
                <a:spcPts val="320"/>
              </a:spcBef>
              <a:spcAft>
                <a:spcPts val="0"/>
              </a:spcAft>
              <a:buClr>
                <a:schemeClr val="dk1"/>
              </a:buClr>
              <a:buSzPts val="1440"/>
              <a:buChar char="·"/>
              <a:defRPr/>
            </a:lvl3pPr>
            <a:lvl4pPr marL="1828800" lvl="3" indent="-308610" algn="l">
              <a:lnSpc>
                <a:spcPct val="100000"/>
              </a:lnSpc>
              <a:spcBef>
                <a:spcPts val="280"/>
              </a:spcBef>
              <a:spcAft>
                <a:spcPts val="0"/>
              </a:spcAft>
              <a:buClr>
                <a:schemeClr val="dk1"/>
              </a:buClr>
              <a:buSzPts val="1260"/>
              <a:buChar char="·"/>
              <a:defRPr/>
            </a:lvl4pPr>
            <a:lvl5pPr marL="2286000" lvl="4" indent="-308610" algn="l">
              <a:lnSpc>
                <a:spcPct val="100000"/>
              </a:lnSpc>
              <a:spcBef>
                <a:spcPts val="280"/>
              </a:spcBef>
              <a:spcAft>
                <a:spcPts val="0"/>
              </a:spcAft>
              <a:buClr>
                <a:schemeClr val="dk1"/>
              </a:buClr>
              <a:buSzPts val="126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187" name="Google Shape;187;p33"/>
          <p:cNvSpPr txBox="1">
            <a:spLocks noGrp="1"/>
          </p:cNvSpPr>
          <p:nvPr>
            <p:ph type="body" idx="5"/>
          </p:nvPr>
        </p:nvSpPr>
        <p:spPr>
          <a:xfrm>
            <a:off x="8342375" y="1438275"/>
            <a:ext cx="3264408" cy="677108"/>
          </a:xfrm>
          <a:prstGeom prst="rect">
            <a:avLst/>
          </a:prstGeom>
          <a:noFill/>
          <a:ln>
            <a:noFill/>
          </a:ln>
        </p:spPr>
        <p:txBody>
          <a:bodyPr spcFirstLastPara="1" wrap="square" lIns="0" tIns="0" rIns="0" bIns="0" anchor="t" anchorCtr="0">
            <a:spAutoFit/>
          </a:bodyPr>
          <a:lstStyle>
            <a:lvl1pPr marL="457200" lvl="0" indent="-228600" algn="l">
              <a:lnSpc>
                <a:spcPct val="100000"/>
              </a:lnSpc>
              <a:spcBef>
                <a:spcPts val="0"/>
              </a:spcBef>
              <a:spcAft>
                <a:spcPts val="0"/>
              </a:spcAft>
              <a:buClr>
                <a:schemeClr val="dk1"/>
              </a:buClr>
              <a:buSzPts val="1980"/>
              <a:buNone/>
              <a:defRPr sz="2200">
                <a:solidFill>
                  <a:schemeClr val="dk1"/>
                </a:solidFill>
                <a:latin typeface="Quattrocento Sans"/>
                <a:ea typeface="Quattrocento Sans"/>
                <a:cs typeface="Quattrocento Sans"/>
                <a:sym typeface="Quattrocento Sans"/>
              </a:defRPr>
            </a:lvl1pPr>
            <a:lvl2pPr marL="914400" lvl="1" indent="-331469" algn="l">
              <a:lnSpc>
                <a:spcPct val="100000"/>
              </a:lnSpc>
              <a:spcBef>
                <a:spcPts val="360"/>
              </a:spcBef>
              <a:spcAft>
                <a:spcPts val="0"/>
              </a:spcAft>
              <a:buClr>
                <a:schemeClr val="dk1"/>
              </a:buClr>
              <a:buSzPts val="1620"/>
              <a:buChar char="·"/>
              <a:defRPr/>
            </a:lvl2pPr>
            <a:lvl3pPr marL="1371600" lvl="2" indent="-331469" algn="l">
              <a:lnSpc>
                <a:spcPct val="100000"/>
              </a:lnSpc>
              <a:spcBef>
                <a:spcPts val="360"/>
              </a:spcBef>
              <a:spcAft>
                <a:spcPts val="0"/>
              </a:spcAft>
              <a:buClr>
                <a:schemeClr val="dk1"/>
              </a:buClr>
              <a:buSzPts val="1620"/>
              <a:buChar char="·"/>
              <a:defRPr/>
            </a:lvl3pPr>
            <a:lvl4pPr marL="1828800" lvl="3" indent="-331469" algn="l">
              <a:lnSpc>
                <a:spcPct val="100000"/>
              </a:lnSpc>
              <a:spcBef>
                <a:spcPts val="360"/>
              </a:spcBef>
              <a:spcAft>
                <a:spcPts val="0"/>
              </a:spcAft>
              <a:buClr>
                <a:schemeClr val="dk1"/>
              </a:buClr>
              <a:buSzPts val="1620"/>
              <a:buChar char="·"/>
              <a:defRPr/>
            </a:lvl4pPr>
            <a:lvl5pPr marL="2286000" lvl="4" indent="-331470" algn="l">
              <a:lnSpc>
                <a:spcPct val="100000"/>
              </a:lnSpc>
              <a:spcBef>
                <a:spcPts val="360"/>
              </a:spcBef>
              <a:spcAft>
                <a:spcPts val="0"/>
              </a:spcAft>
              <a:buClr>
                <a:schemeClr val="dk1"/>
              </a:buClr>
              <a:buSzPts val="162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188" name="Google Shape;188;p33"/>
          <p:cNvSpPr txBox="1">
            <a:spLocks noGrp="1"/>
          </p:cNvSpPr>
          <p:nvPr>
            <p:ph type="body" idx="6"/>
          </p:nvPr>
        </p:nvSpPr>
        <p:spPr>
          <a:xfrm>
            <a:off x="8342375" y="2390775"/>
            <a:ext cx="3264408" cy="1760482"/>
          </a:xfrm>
          <a:prstGeom prst="rect">
            <a:avLst/>
          </a:prstGeom>
          <a:noFill/>
          <a:ln>
            <a:noFill/>
          </a:ln>
        </p:spPr>
        <p:txBody>
          <a:bodyPr spcFirstLastPara="1" wrap="square" lIns="0" tIns="0" rIns="0" bIns="0" anchor="t" anchorCtr="0">
            <a:spAutoFit/>
          </a:bodyPr>
          <a:lstStyle>
            <a:lvl1pPr marL="457200" lvl="0" indent="-342900" algn="l">
              <a:lnSpc>
                <a:spcPct val="100000"/>
              </a:lnSpc>
              <a:spcBef>
                <a:spcPts val="400"/>
              </a:spcBef>
              <a:spcAft>
                <a:spcPts val="0"/>
              </a:spcAft>
              <a:buClr>
                <a:schemeClr val="dk1"/>
              </a:buClr>
              <a:buSzPts val="1800"/>
              <a:buChar char="·"/>
              <a:defRPr sz="2000"/>
            </a:lvl1pPr>
            <a:lvl2pPr marL="914400" lvl="1" indent="-331469" algn="l">
              <a:lnSpc>
                <a:spcPct val="100000"/>
              </a:lnSpc>
              <a:spcBef>
                <a:spcPts val="360"/>
              </a:spcBef>
              <a:spcAft>
                <a:spcPts val="0"/>
              </a:spcAft>
              <a:buClr>
                <a:schemeClr val="dk1"/>
              </a:buClr>
              <a:buSzPts val="1620"/>
              <a:buChar char="·"/>
              <a:defRPr sz="1800"/>
            </a:lvl2pPr>
            <a:lvl3pPr marL="1371600" lvl="2" indent="-320039" algn="l">
              <a:lnSpc>
                <a:spcPct val="100000"/>
              </a:lnSpc>
              <a:spcBef>
                <a:spcPts val="320"/>
              </a:spcBef>
              <a:spcAft>
                <a:spcPts val="0"/>
              </a:spcAft>
              <a:buClr>
                <a:schemeClr val="dk1"/>
              </a:buClr>
              <a:buSzPts val="1440"/>
              <a:buChar char="·"/>
              <a:defRPr/>
            </a:lvl3pPr>
            <a:lvl4pPr marL="1828800" lvl="3" indent="-308610" algn="l">
              <a:lnSpc>
                <a:spcPct val="100000"/>
              </a:lnSpc>
              <a:spcBef>
                <a:spcPts val="280"/>
              </a:spcBef>
              <a:spcAft>
                <a:spcPts val="0"/>
              </a:spcAft>
              <a:buClr>
                <a:schemeClr val="dk1"/>
              </a:buClr>
              <a:buSzPts val="1260"/>
              <a:buChar char="·"/>
              <a:defRPr/>
            </a:lvl4pPr>
            <a:lvl5pPr marL="2286000" lvl="4" indent="-308610" algn="l">
              <a:lnSpc>
                <a:spcPct val="100000"/>
              </a:lnSpc>
              <a:spcBef>
                <a:spcPts val="280"/>
              </a:spcBef>
              <a:spcAft>
                <a:spcPts val="0"/>
              </a:spcAft>
              <a:buClr>
                <a:schemeClr val="dk1"/>
              </a:buClr>
              <a:buSzPts val="126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cxnSp>
        <p:nvCxnSpPr>
          <p:cNvPr id="189" name="Google Shape;189;p33"/>
          <p:cNvCxnSpPr/>
          <p:nvPr/>
        </p:nvCxnSpPr>
        <p:spPr>
          <a:xfrm>
            <a:off x="584200" y="1219200"/>
            <a:ext cx="11025188" cy="0"/>
          </a:xfrm>
          <a:prstGeom prst="straightConnector1">
            <a:avLst/>
          </a:prstGeom>
          <a:noFill/>
          <a:ln w="25400" cap="flat" cmpd="sng">
            <a:solidFill>
              <a:schemeClr val="dk2"/>
            </a:solidFill>
            <a:prstDash val="solid"/>
            <a:round/>
            <a:headEnd type="none" w="sm" len="sm"/>
            <a:tailEnd type="none" w="sm" len="sm"/>
          </a:ln>
        </p:spPr>
      </p:cxnSp>
    </p:spTree>
  </p:cSld>
  <p:clrMapOvr>
    <a:masterClrMapping/>
  </p:clrMapOvr>
  <p:transition>
    <p:fade/>
  </p:transition>
  <p:extLst>
    <p:ext uri="{DCECCB84-F9BA-43D5-87BE-67443E8EF086}">
      <p15:sldGuideLst xmlns:p15="http://schemas.microsoft.com/office/powerpoint/2012/main">
        <p15:guide id="1" orient="horz" pos="906">
          <p15:clr>
            <a:srgbClr val="5ACBF0"/>
          </p15:clr>
        </p15:guide>
        <p15:guide id="2" orient="horz" pos="288">
          <p15:clr>
            <a:srgbClr val="5ACBF0"/>
          </p15:clr>
        </p15:guide>
        <p15:guide id="3" pos="2430">
          <p15:clr>
            <a:srgbClr val="5ACBF0"/>
          </p15:clr>
        </p15:guide>
        <p15:guide id="4" pos="2811">
          <p15:clr>
            <a:srgbClr val="5ACBF0"/>
          </p15:clr>
        </p15:guide>
        <p15:guide id="5" pos="4871">
          <p15:clr>
            <a:srgbClr val="5ACBF0"/>
          </p15:clr>
        </p15:guide>
        <p15:guide id="6" pos="5251">
          <p15:clr>
            <a:srgbClr val="5ACBF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Header Line Four Column Bullet with Subtitles">
  <p:cSld name="Header Line Four Column Bullet with Subtitles">
    <p:spTree>
      <p:nvGrpSpPr>
        <p:cNvPr id="1" name="Shape 190"/>
        <p:cNvGrpSpPr/>
        <p:nvPr/>
      </p:nvGrpSpPr>
      <p:grpSpPr>
        <a:xfrm>
          <a:off x="0" y="0"/>
          <a:ext cx="0" cy="0"/>
          <a:chOff x="0" y="0"/>
          <a:chExt cx="0" cy="0"/>
        </a:xfrm>
      </p:grpSpPr>
      <p:sp>
        <p:nvSpPr>
          <p:cNvPr id="191" name="Google Shape;191;p34"/>
          <p:cNvSpPr txBox="1">
            <a:spLocks noGrp="1"/>
          </p:cNvSpPr>
          <p:nvPr>
            <p:ph type="title"/>
          </p:nvPr>
        </p:nvSpPr>
        <p:spPr>
          <a:xfrm>
            <a:off x="588263" y="457200"/>
            <a:ext cx="11018520" cy="553998"/>
          </a:xfrm>
          <a:prstGeom prst="rect">
            <a:avLst/>
          </a:prstGeom>
          <a:noFill/>
          <a:ln>
            <a:noFill/>
          </a:ln>
        </p:spPr>
        <p:txBody>
          <a:bodyPr spcFirstLastPara="1" wrap="square" lIns="0" tIns="0" rIns="0" bIns="0" anchor="ctr" anchorCtr="0">
            <a:spAutoFit/>
          </a:bodyPr>
          <a:lstStyle>
            <a:lvl1pPr lvl="0" algn="l">
              <a:lnSpc>
                <a:spcPct val="100000"/>
              </a:lnSpc>
              <a:spcBef>
                <a:spcPts val="0"/>
              </a:spcBef>
              <a:spcAft>
                <a:spcPts val="0"/>
              </a:spcAft>
              <a:buClr>
                <a:schemeClr val="dk1"/>
              </a:buClr>
              <a:buSzPts val="3600"/>
              <a:buFont typeface="Quattrocento Sans"/>
              <a:buNone/>
              <a:defRPr>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2" name="Google Shape;192;p34"/>
          <p:cNvSpPr txBox="1">
            <a:spLocks noGrp="1"/>
          </p:cNvSpPr>
          <p:nvPr>
            <p:ph type="body" idx="1"/>
          </p:nvPr>
        </p:nvSpPr>
        <p:spPr>
          <a:xfrm>
            <a:off x="584200" y="1438275"/>
            <a:ext cx="2532063" cy="615553"/>
          </a:xfrm>
          <a:prstGeom prst="rect">
            <a:avLst/>
          </a:prstGeom>
          <a:noFill/>
          <a:ln>
            <a:noFill/>
          </a:ln>
        </p:spPr>
        <p:txBody>
          <a:bodyPr spcFirstLastPara="1" wrap="square" lIns="0" tIns="0" rIns="0" bIns="0" anchor="t" anchorCtr="0">
            <a:spAutoFit/>
          </a:bodyPr>
          <a:lstStyle>
            <a:lvl1pPr marL="457200" lvl="0" indent="-228600" algn="l">
              <a:lnSpc>
                <a:spcPct val="100000"/>
              </a:lnSpc>
              <a:spcBef>
                <a:spcPts val="0"/>
              </a:spcBef>
              <a:spcAft>
                <a:spcPts val="0"/>
              </a:spcAft>
              <a:buClr>
                <a:schemeClr val="dk1"/>
              </a:buClr>
              <a:buSzPts val="1800"/>
              <a:buNone/>
              <a:defRPr sz="2000">
                <a:solidFill>
                  <a:schemeClr val="dk1"/>
                </a:solidFill>
                <a:latin typeface="Quattrocento Sans"/>
                <a:ea typeface="Quattrocento Sans"/>
                <a:cs typeface="Quattrocento Sans"/>
                <a:sym typeface="Quattrocento Sans"/>
              </a:defRPr>
            </a:lvl1pPr>
            <a:lvl2pPr marL="914400" lvl="1" indent="-331469" algn="l">
              <a:lnSpc>
                <a:spcPct val="100000"/>
              </a:lnSpc>
              <a:spcBef>
                <a:spcPts val="360"/>
              </a:spcBef>
              <a:spcAft>
                <a:spcPts val="0"/>
              </a:spcAft>
              <a:buClr>
                <a:schemeClr val="dk1"/>
              </a:buClr>
              <a:buSzPts val="1620"/>
              <a:buChar char="·"/>
              <a:defRPr/>
            </a:lvl2pPr>
            <a:lvl3pPr marL="1371600" lvl="2" indent="-331469" algn="l">
              <a:lnSpc>
                <a:spcPct val="100000"/>
              </a:lnSpc>
              <a:spcBef>
                <a:spcPts val="360"/>
              </a:spcBef>
              <a:spcAft>
                <a:spcPts val="0"/>
              </a:spcAft>
              <a:buClr>
                <a:schemeClr val="dk1"/>
              </a:buClr>
              <a:buSzPts val="1620"/>
              <a:buChar char="·"/>
              <a:defRPr/>
            </a:lvl3pPr>
            <a:lvl4pPr marL="1828800" lvl="3" indent="-331469" algn="l">
              <a:lnSpc>
                <a:spcPct val="100000"/>
              </a:lnSpc>
              <a:spcBef>
                <a:spcPts val="360"/>
              </a:spcBef>
              <a:spcAft>
                <a:spcPts val="0"/>
              </a:spcAft>
              <a:buClr>
                <a:schemeClr val="dk1"/>
              </a:buClr>
              <a:buSzPts val="1620"/>
              <a:buChar char="·"/>
              <a:defRPr/>
            </a:lvl4pPr>
            <a:lvl5pPr marL="2286000" lvl="4" indent="-331470" algn="l">
              <a:lnSpc>
                <a:spcPct val="100000"/>
              </a:lnSpc>
              <a:spcBef>
                <a:spcPts val="360"/>
              </a:spcBef>
              <a:spcAft>
                <a:spcPts val="0"/>
              </a:spcAft>
              <a:buClr>
                <a:schemeClr val="dk1"/>
              </a:buClr>
              <a:buSzPts val="162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193" name="Google Shape;193;p34"/>
          <p:cNvSpPr txBox="1">
            <a:spLocks noGrp="1"/>
          </p:cNvSpPr>
          <p:nvPr>
            <p:ph type="body" idx="2"/>
          </p:nvPr>
        </p:nvSpPr>
        <p:spPr>
          <a:xfrm>
            <a:off x="584200" y="2283115"/>
            <a:ext cx="2532063" cy="1698927"/>
          </a:xfrm>
          <a:prstGeom prst="rect">
            <a:avLst/>
          </a:prstGeom>
          <a:noFill/>
          <a:ln>
            <a:noFill/>
          </a:ln>
        </p:spPr>
        <p:txBody>
          <a:bodyPr spcFirstLastPara="1" wrap="square" lIns="0" tIns="0" rIns="0" bIns="0" anchor="t" anchorCtr="0">
            <a:spAutoFit/>
          </a:bodyPr>
          <a:lstStyle>
            <a:lvl1pPr marL="457200" lvl="0" indent="-331470" algn="l">
              <a:lnSpc>
                <a:spcPct val="100000"/>
              </a:lnSpc>
              <a:spcBef>
                <a:spcPts val="360"/>
              </a:spcBef>
              <a:spcAft>
                <a:spcPts val="0"/>
              </a:spcAft>
              <a:buClr>
                <a:schemeClr val="dk1"/>
              </a:buClr>
              <a:buSzPts val="1620"/>
              <a:buChar char="·"/>
              <a:defRPr sz="1800"/>
            </a:lvl1pPr>
            <a:lvl2pPr marL="914400" lvl="1" indent="-320040" algn="l">
              <a:lnSpc>
                <a:spcPct val="100000"/>
              </a:lnSpc>
              <a:spcBef>
                <a:spcPts val="320"/>
              </a:spcBef>
              <a:spcAft>
                <a:spcPts val="0"/>
              </a:spcAft>
              <a:buClr>
                <a:schemeClr val="dk1"/>
              </a:buClr>
              <a:buSzPts val="1440"/>
              <a:buChar char="·"/>
              <a:defRPr sz="1600"/>
            </a:lvl2pPr>
            <a:lvl3pPr marL="1371600" lvl="2" indent="-320039" algn="l">
              <a:lnSpc>
                <a:spcPct val="100000"/>
              </a:lnSpc>
              <a:spcBef>
                <a:spcPts val="320"/>
              </a:spcBef>
              <a:spcAft>
                <a:spcPts val="0"/>
              </a:spcAft>
              <a:buClr>
                <a:schemeClr val="dk1"/>
              </a:buClr>
              <a:buSzPts val="1440"/>
              <a:buChar char="·"/>
              <a:defRPr/>
            </a:lvl3pPr>
            <a:lvl4pPr marL="1828800" lvl="3" indent="-308610" algn="l">
              <a:lnSpc>
                <a:spcPct val="100000"/>
              </a:lnSpc>
              <a:spcBef>
                <a:spcPts val="280"/>
              </a:spcBef>
              <a:spcAft>
                <a:spcPts val="0"/>
              </a:spcAft>
              <a:buClr>
                <a:schemeClr val="dk1"/>
              </a:buClr>
              <a:buSzPts val="1260"/>
              <a:buChar char="·"/>
              <a:defRPr/>
            </a:lvl4pPr>
            <a:lvl5pPr marL="2286000" lvl="4" indent="-308610" algn="l">
              <a:lnSpc>
                <a:spcPct val="100000"/>
              </a:lnSpc>
              <a:spcBef>
                <a:spcPts val="280"/>
              </a:spcBef>
              <a:spcAft>
                <a:spcPts val="0"/>
              </a:spcAft>
              <a:buClr>
                <a:schemeClr val="dk1"/>
              </a:buClr>
              <a:buSzPts val="126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194" name="Google Shape;194;p34"/>
          <p:cNvSpPr txBox="1">
            <a:spLocks noGrp="1"/>
          </p:cNvSpPr>
          <p:nvPr>
            <p:ph type="body" idx="3"/>
          </p:nvPr>
        </p:nvSpPr>
        <p:spPr>
          <a:xfrm>
            <a:off x="3413125" y="1438275"/>
            <a:ext cx="2533650" cy="615553"/>
          </a:xfrm>
          <a:prstGeom prst="rect">
            <a:avLst/>
          </a:prstGeom>
          <a:noFill/>
          <a:ln>
            <a:noFill/>
          </a:ln>
        </p:spPr>
        <p:txBody>
          <a:bodyPr spcFirstLastPara="1" wrap="square" lIns="0" tIns="0" rIns="0" bIns="0" anchor="t" anchorCtr="0">
            <a:spAutoFit/>
          </a:bodyPr>
          <a:lstStyle>
            <a:lvl1pPr marL="457200" lvl="0" indent="-228600" algn="l">
              <a:lnSpc>
                <a:spcPct val="100000"/>
              </a:lnSpc>
              <a:spcBef>
                <a:spcPts val="0"/>
              </a:spcBef>
              <a:spcAft>
                <a:spcPts val="0"/>
              </a:spcAft>
              <a:buClr>
                <a:schemeClr val="dk1"/>
              </a:buClr>
              <a:buSzPts val="1800"/>
              <a:buNone/>
              <a:defRPr sz="2000">
                <a:solidFill>
                  <a:schemeClr val="dk1"/>
                </a:solidFill>
                <a:latin typeface="Quattrocento Sans"/>
                <a:ea typeface="Quattrocento Sans"/>
                <a:cs typeface="Quattrocento Sans"/>
                <a:sym typeface="Quattrocento Sans"/>
              </a:defRPr>
            </a:lvl1pPr>
            <a:lvl2pPr marL="914400" lvl="1" indent="-331469" algn="l">
              <a:lnSpc>
                <a:spcPct val="100000"/>
              </a:lnSpc>
              <a:spcBef>
                <a:spcPts val="360"/>
              </a:spcBef>
              <a:spcAft>
                <a:spcPts val="0"/>
              </a:spcAft>
              <a:buClr>
                <a:schemeClr val="dk1"/>
              </a:buClr>
              <a:buSzPts val="1620"/>
              <a:buChar char="·"/>
              <a:defRPr/>
            </a:lvl2pPr>
            <a:lvl3pPr marL="1371600" lvl="2" indent="-331469" algn="l">
              <a:lnSpc>
                <a:spcPct val="100000"/>
              </a:lnSpc>
              <a:spcBef>
                <a:spcPts val="360"/>
              </a:spcBef>
              <a:spcAft>
                <a:spcPts val="0"/>
              </a:spcAft>
              <a:buClr>
                <a:schemeClr val="dk1"/>
              </a:buClr>
              <a:buSzPts val="1620"/>
              <a:buChar char="·"/>
              <a:defRPr/>
            </a:lvl3pPr>
            <a:lvl4pPr marL="1828800" lvl="3" indent="-331469" algn="l">
              <a:lnSpc>
                <a:spcPct val="100000"/>
              </a:lnSpc>
              <a:spcBef>
                <a:spcPts val="360"/>
              </a:spcBef>
              <a:spcAft>
                <a:spcPts val="0"/>
              </a:spcAft>
              <a:buClr>
                <a:schemeClr val="dk1"/>
              </a:buClr>
              <a:buSzPts val="1620"/>
              <a:buChar char="·"/>
              <a:defRPr/>
            </a:lvl4pPr>
            <a:lvl5pPr marL="2286000" lvl="4" indent="-331470" algn="l">
              <a:lnSpc>
                <a:spcPct val="100000"/>
              </a:lnSpc>
              <a:spcBef>
                <a:spcPts val="360"/>
              </a:spcBef>
              <a:spcAft>
                <a:spcPts val="0"/>
              </a:spcAft>
              <a:buClr>
                <a:schemeClr val="dk1"/>
              </a:buClr>
              <a:buSzPts val="162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195" name="Google Shape;195;p34"/>
          <p:cNvSpPr txBox="1">
            <a:spLocks noGrp="1"/>
          </p:cNvSpPr>
          <p:nvPr>
            <p:ph type="body" idx="4"/>
          </p:nvPr>
        </p:nvSpPr>
        <p:spPr>
          <a:xfrm>
            <a:off x="3413125" y="2276475"/>
            <a:ext cx="2532063" cy="1698927"/>
          </a:xfrm>
          <a:prstGeom prst="rect">
            <a:avLst/>
          </a:prstGeom>
          <a:noFill/>
          <a:ln>
            <a:noFill/>
          </a:ln>
        </p:spPr>
        <p:txBody>
          <a:bodyPr spcFirstLastPara="1" wrap="square" lIns="0" tIns="0" rIns="0" bIns="0" anchor="t" anchorCtr="0">
            <a:spAutoFit/>
          </a:bodyPr>
          <a:lstStyle>
            <a:lvl1pPr marL="457200" lvl="0" indent="-331470" algn="l">
              <a:lnSpc>
                <a:spcPct val="100000"/>
              </a:lnSpc>
              <a:spcBef>
                <a:spcPts val="360"/>
              </a:spcBef>
              <a:spcAft>
                <a:spcPts val="0"/>
              </a:spcAft>
              <a:buClr>
                <a:schemeClr val="dk1"/>
              </a:buClr>
              <a:buSzPts val="1620"/>
              <a:buChar char="·"/>
              <a:defRPr sz="1800"/>
            </a:lvl1pPr>
            <a:lvl2pPr marL="914400" lvl="1" indent="-320040" algn="l">
              <a:lnSpc>
                <a:spcPct val="100000"/>
              </a:lnSpc>
              <a:spcBef>
                <a:spcPts val="320"/>
              </a:spcBef>
              <a:spcAft>
                <a:spcPts val="0"/>
              </a:spcAft>
              <a:buClr>
                <a:schemeClr val="dk1"/>
              </a:buClr>
              <a:buSzPts val="1440"/>
              <a:buChar char="·"/>
              <a:defRPr sz="1600"/>
            </a:lvl2pPr>
            <a:lvl3pPr marL="1371600" lvl="2" indent="-320039" algn="l">
              <a:lnSpc>
                <a:spcPct val="100000"/>
              </a:lnSpc>
              <a:spcBef>
                <a:spcPts val="320"/>
              </a:spcBef>
              <a:spcAft>
                <a:spcPts val="0"/>
              </a:spcAft>
              <a:buClr>
                <a:schemeClr val="dk1"/>
              </a:buClr>
              <a:buSzPts val="1440"/>
              <a:buChar char="·"/>
              <a:defRPr/>
            </a:lvl3pPr>
            <a:lvl4pPr marL="1828800" lvl="3" indent="-308610" algn="l">
              <a:lnSpc>
                <a:spcPct val="100000"/>
              </a:lnSpc>
              <a:spcBef>
                <a:spcPts val="280"/>
              </a:spcBef>
              <a:spcAft>
                <a:spcPts val="0"/>
              </a:spcAft>
              <a:buClr>
                <a:schemeClr val="dk1"/>
              </a:buClr>
              <a:buSzPts val="1260"/>
              <a:buChar char="·"/>
              <a:defRPr/>
            </a:lvl4pPr>
            <a:lvl5pPr marL="2286000" lvl="4" indent="-308610" algn="l">
              <a:lnSpc>
                <a:spcPct val="100000"/>
              </a:lnSpc>
              <a:spcBef>
                <a:spcPts val="280"/>
              </a:spcBef>
              <a:spcAft>
                <a:spcPts val="0"/>
              </a:spcAft>
              <a:buClr>
                <a:schemeClr val="dk1"/>
              </a:buClr>
              <a:buSzPts val="126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196" name="Google Shape;196;p34"/>
          <p:cNvSpPr txBox="1">
            <a:spLocks noGrp="1"/>
          </p:cNvSpPr>
          <p:nvPr>
            <p:ph type="body" idx="5"/>
          </p:nvPr>
        </p:nvSpPr>
        <p:spPr>
          <a:xfrm>
            <a:off x="6244208" y="1438275"/>
            <a:ext cx="2532063" cy="615553"/>
          </a:xfrm>
          <a:prstGeom prst="rect">
            <a:avLst/>
          </a:prstGeom>
          <a:noFill/>
          <a:ln>
            <a:noFill/>
          </a:ln>
        </p:spPr>
        <p:txBody>
          <a:bodyPr spcFirstLastPara="1" wrap="square" lIns="0" tIns="0" rIns="0" bIns="0" anchor="t" anchorCtr="0">
            <a:spAutoFit/>
          </a:bodyPr>
          <a:lstStyle>
            <a:lvl1pPr marL="457200" lvl="0" indent="-228600" algn="l">
              <a:lnSpc>
                <a:spcPct val="100000"/>
              </a:lnSpc>
              <a:spcBef>
                <a:spcPts val="0"/>
              </a:spcBef>
              <a:spcAft>
                <a:spcPts val="0"/>
              </a:spcAft>
              <a:buClr>
                <a:schemeClr val="dk1"/>
              </a:buClr>
              <a:buSzPts val="1800"/>
              <a:buNone/>
              <a:defRPr sz="2000">
                <a:solidFill>
                  <a:schemeClr val="dk1"/>
                </a:solidFill>
                <a:latin typeface="Quattrocento Sans"/>
                <a:ea typeface="Quattrocento Sans"/>
                <a:cs typeface="Quattrocento Sans"/>
                <a:sym typeface="Quattrocento Sans"/>
              </a:defRPr>
            </a:lvl1pPr>
            <a:lvl2pPr marL="914400" lvl="1" indent="-331469" algn="l">
              <a:lnSpc>
                <a:spcPct val="100000"/>
              </a:lnSpc>
              <a:spcBef>
                <a:spcPts val="360"/>
              </a:spcBef>
              <a:spcAft>
                <a:spcPts val="0"/>
              </a:spcAft>
              <a:buClr>
                <a:schemeClr val="dk1"/>
              </a:buClr>
              <a:buSzPts val="1620"/>
              <a:buChar char="·"/>
              <a:defRPr/>
            </a:lvl2pPr>
            <a:lvl3pPr marL="1371600" lvl="2" indent="-331469" algn="l">
              <a:lnSpc>
                <a:spcPct val="100000"/>
              </a:lnSpc>
              <a:spcBef>
                <a:spcPts val="360"/>
              </a:spcBef>
              <a:spcAft>
                <a:spcPts val="0"/>
              </a:spcAft>
              <a:buClr>
                <a:schemeClr val="dk1"/>
              </a:buClr>
              <a:buSzPts val="1620"/>
              <a:buChar char="·"/>
              <a:defRPr/>
            </a:lvl3pPr>
            <a:lvl4pPr marL="1828800" lvl="3" indent="-331469" algn="l">
              <a:lnSpc>
                <a:spcPct val="100000"/>
              </a:lnSpc>
              <a:spcBef>
                <a:spcPts val="360"/>
              </a:spcBef>
              <a:spcAft>
                <a:spcPts val="0"/>
              </a:spcAft>
              <a:buClr>
                <a:schemeClr val="dk1"/>
              </a:buClr>
              <a:buSzPts val="1620"/>
              <a:buChar char="·"/>
              <a:defRPr/>
            </a:lvl4pPr>
            <a:lvl5pPr marL="2286000" lvl="4" indent="-331470" algn="l">
              <a:lnSpc>
                <a:spcPct val="100000"/>
              </a:lnSpc>
              <a:spcBef>
                <a:spcPts val="360"/>
              </a:spcBef>
              <a:spcAft>
                <a:spcPts val="0"/>
              </a:spcAft>
              <a:buClr>
                <a:schemeClr val="dk1"/>
              </a:buClr>
              <a:buSzPts val="162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197" name="Google Shape;197;p34"/>
          <p:cNvSpPr txBox="1">
            <a:spLocks noGrp="1"/>
          </p:cNvSpPr>
          <p:nvPr>
            <p:ph type="body" idx="6"/>
          </p:nvPr>
        </p:nvSpPr>
        <p:spPr>
          <a:xfrm>
            <a:off x="6244208" y="2283115"/>
            <a:ext cx="2532063" cy="1698927"/>
          </a:xfrm>
          <a:prstGeom prst="rect">
            <a:avLst/>
          </a:prstGeom>
          <a:noFill/>
          <a:ln>
            <a:noFill/>
          </a:ln>
        </p:spPr>
        <p:txBody>
          <a:bodyPr spcFirstLastPara="1" wrap="square" lIns="0" tIns="0" rIns="0" bIns="0" anchor="t" anchorCtr="0">
            <a:spAutoFit/>
          </a:bodyPr>
          <a:lstStyle>
            <a:lvl1pPr marL="457200" lvl="0" indent="-331470" algn="l">
              <a:lnSpc>
                <a:spcPct val="100000"/>
              </a:lnSpc>
              <a:spcBef>
                <a:spcPts val="360"/>
              </a:spcBef>
              <a:spcAft>
                <a:spcPts val="0"/>
              </a:spcAft>
              <a:buClr>
                <a:schemeClr val="dk1"/>
              </a:buClr>
              <a:buSzPts val="1620"/>
              <a:buChar char="·"/>
              <a:defRPr sz="1800"/>
            </a:lvl1pPr>
            <a:lvl2pPr marL="914400" lvl="1" indent="-320040" algn="l">
              <a:lnSpc>
                <a:spcPct val="100000"/>
              </a:lnSpc>
              <a:spcBef>
                <a:spcPts val="320"/>
              </a:spcBef>
              <a:spcAft>
                <a:spcPts val="0"/>
              </a:spcAft>
              <a:buClr>
                <a:schemeClr val="dk1"/>
              </a:buClr>
              <a:buSzPts val="1440"/>
              <a:buChar char="·"/>
              <a:defRPr sz="1600"/>
            </a:lvl2pPr>
            <a:lvl3pPr marL="1371600" lvl="2" indent="-320039" algn="l">
              <a:lnSpc>
                <a:spcPct val="100000"/>
              </a:lnSpc>
              <a:spcBef>
                <a:spcPts val="320"/>
              </a:spcBef>
              <a:spcAft>
                <a:spcPts val="0"/>
              </a:spcAft>
              <a:buClr>
                <a:schemeClr val="dk1"/>
              </a:buClr>
              <a:buSzPts val="1440"/>
              <a:buChar char="·"/>
              <a:defRPr/>
            </a:lvl3pPr>
            <a:lvl4pPr marL="1828800" lvl="3" indent="-308610" algn="l">
              <a:lnSpc>
                <a:spcPct val="100000"/>
              </a:lnSpc>
              <a:spcBef>
                <a:spcPts val="280"/>
              </a:spcBef>
              <a:spcAft>
                <a:spcPts val="0"/>
              </a:spcAft>
              <a:buClr>
                <a:schemeClr val="dk1"/>
              </a:buClr>
              <a:buSzPts val="1260"/>
              <a:buChar char="·"/>
              <a:defRPr/>
            </a:lvl4pPr>
            <a:lvl5pPr marL="2286000" lvl="4" indent="-308610" algn="l">
              <a:lnSpc>
                <a:spcPct val="100000"/>
              </a:lnSpc>
              <a:spcBef>
                <a:spcPts val="280"/>
              </a:spcBef>
              <a:spcAft>
                <a:spcPts val="0"/>
              </a:spcAft>
              <a:buClr>
                <a:schemeClr val="dk1"/>
              </a:buClr>
              <a:buSzPts val="126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198" name="Google Shape;198;p34"/>
          <p:cNvSpPr txBox="1">
            <a:spLocks noGrp="1"/>
          </p:cNvSpPr>
          <p:nvPr>
            <p:ph type="body" idx="7"/>
          </p:nvPr>
        </p:nvSpPr>
        <p:spPr>
          <a:xfrm>
            <a:off x="9073133" y="1438275"/>
            <a:ext cx="2533650" cy="615553"/>
          </a:xfrm>
          <a:prstGeom prst="rect">
            <a:avLst/>
          </a:prstGeom>
          <a:noFill/>
          <a:ln>
            <a:noFill/>
          </a:ln>
        </p:spPr>
        <p:txBody>
          <a:bodyPr spcFirstLastPara="1" wrap="square" lIns="0" tIns="0" rIns="0" bIns="0" anchor="t" anchorCtr="0">
            <a:spAutoFit/>
          </a:bodyPr>
          <a:lstStyle>
            <a:lvl1pPr marL="457200" lvl="0" indent="-228600" algn="l">
              <a:lnSpc>
                <a:spcPct val="100000"/>
              </a:lnSpc>
              <a:spcBef>
                <a:spcPts val="0"/>
              </a:spcBef>
              <a:spcAft>
                <a:spcPts val="0"/>
              </a:spcAft>
              <a:buClr>
                <a:schemeClr val="dk1"/>
              </a:buClr>
              <a:buSzPts val="1800"/>
              <a:buNone/>
              <a:defRPr sz="2000">
                <a:solidFill>
                  <a:schemeClr val="dk1"/>
                </a:solidFill>
                <a:latin typeface="Quattrocento Sans"/>
                <a:ea typeface="Quattrocento Sans"/>
                <a:cs typeface="Quattrocento Sans"/>
                <a:sym typeface="Quattrocento Sans"/>
              </a:defRPr>
            </a:lvl1pPr>
            <a:lvl2pPr marL="914400" lvl="1" indent="-331469" algn="l">
              <a:lnSpc>
                <a:spcPct val="100000"/>
              </a:lnSpc>
              <a:spcBef>
                <a:spcPts val="360"/>
              </a:spcBef>
              <a:spcAft>
                <a:spcPts val="0"/>
              </a:spcAft>
              <a:buClr>
                <a:schemeClr val="dk1"/>
              </a:buClr>
              <a:buSzPts val="1620"/>
              <a:buChar char="·"/>
              <a:defRPr/>
            </a:lvl2pPr>
            <a:lvl3pPr marL="1371600" lvl="2" indent="-331469" algn="l">
              <a:lnSpc>
                <a:spcPct val="100000"/>
              </a:lnSpc>
              <a:spcBef>
                <a:spcPts val="360"/>
              </a:spcBef>
              <a:spcAft>
                <a:spcPts val="0"/>
              </a:spcAft>
              <a:buClr>
                <a:schemeClr val="dk1"/>
              </a:buClr>
              <a:buSzPts val="1620"/>
              <a:buChar char="·"/>
              <a:defRPr/>
            </a:lvl3pPr>
            <a:lvl4pPr marL="1828800" lvl="3" indent="-331469" algn="l">
              <a:lnSpc>
                <a:spcPct val="100000"/>
              </a:lnSpc>
              <a:spcBef>
                <a:spcPts val="360"/>
              </a:spcBef>
              <a:spcAft>
                <a:spcPts val="0"/>
              </a:spcAft>
              <a:buClr>
                <a:schemeClr val="dk1"/>
              </a:buClr>
              <a:buSzPts val="1620"/>
              <a:buChar char="·"/>
              <a:defRPr/>
            </a:lvl4pPr>
            <a:lvl5pPr marL="2286000" lvl="4" indent="-331470" algn="l">
              <a:lnSpc>
                <a:spcPct val="100000"/>
              </a:lnSpc>
              <a:spcBef>
                <a:spcPts val="360"/>
              </a:spcBef>
              <a:spcAft>
                <a:spcPts val="0"/>
              </a:spcAft>
              <a:buClr>
                <a:schemeClr val="dk1"/>
              </a:buClr>
              <a:buSzPts val="162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199" name="Google Shape;199;p34"/>
          <p:cNvSpPr txBox="1">
            <a:spLocks noGrp="1"/>
          </p:cNvSpPr>
          <p:nvPr>
            <p:ph type="body" idx="8"/>
          </p:nvPr>
        </p:nvSpPr>
        <p:spPr>
          <a:xfrm>
            <a:off x="9073133" y="2276475"/>
            <a:ext cx="2532063" cy="1698927"/>
          </a:xfrm>
          <a:prstGeom prst="rect">
            <a:avLst/>
          </a:prstGeom>
          <a:noFill/>
          <a:ln>
            <a:noFill/>
          </a:ln>
        </p:spPr>
        <p:txBody>
          <a:bodyPr spcFirstLastPara="1" wrap="square" lIns="0" tIns="0" rIns="0" bIns="0" anchor="t" anchorCtr="0">
            <a:spAutoFit/>
          </a:bodyPr>
          <a:lstStyle>
            <a:lvl1pPr marL="457200" lvl="0" indent="-331470" algn="l">
              <a:lnSpc>
                <a:spcPct val="100000"/>
              </a:lnSpc>
              <a:spcBef>
                <a:spcPts val="360"/>
              </a:spcBef>
              <a:spcAft>
                <a:spcPts val="0"/>
              </a:spcAft>
              <a:buClr>
                <a:schemeClr val="dk1"/>
              </a:buClr>
              <a:buSzPts val="1620"/>
              <a:buChar char="·"/>
              <a:defRPr sz="1800"/>
            </a:lvl1pPr>
            <a:lvl2pPr marL="914400" lvl="1" indent="-320040" algn="l">
              <a:lnSpc>
                <a:spcPct val="100000"/>
              </a:lnSpc>
              <a:spcBef>
                <a:spcPts val="320"/>
              </a:spcBef>
              <a:spcAft>
                <a:spcPts val="0"/>
              </a:spcAft>
              <a:buClr>
                <a:schemeClr val="dk1"/>
              </a:buClr>
              <a:buSzPts val="1440"/>
              <a:buChar char="·"/>
              <a:defRPr sz="1600"/>
            </a:lvl2pPr>
            <a:lvl3pPr marL="1371600" lvl="2" indent="-320039" algn="l">
              <a:lnSpc>
                <a:spcPct val="100000"/>
              </a:lnSpc>
              <a:spcBef>
                <a:spcPts val="320"/>
              </a:spcBef>
              <a:spcAft>
                <a:spcPts val="0"/>
              </a:spcAft>
              <a:buClr>
                <a:schemeClr val="dk1"/>
              </a:buClr>
              <a:buSzPts val="1440"/>
              <a:buChar char="·"/>
              <a:defRPr/>
            </a:lvl3pPr>
            <a:lvl4pPr marL="1828800" lvl="3" indent="-308610" algn="l">
              <a:lnSpc>
                <a:spcPct val="100000"/>
              </a:lnSpc>
              <a:spcBef>
                <a:spcPts val="280"/>
              </a:spcBef>
              <a:spcAft>
                <a:spcPts val="0"/>
              </a:spcAft>
              <a:buClr>
                <a:schemeClr val="dk1"/>
              </a:buClr>
              <a:buSzPts val="1260"/>
              <a:buChar char="·"/>
              <a:defRPr/>
            </a:lvl4pPr>
            <a:lvl5pPr marL="2286000" lvl="4" indent="-308610" algn="l">
              <a:lnSpc>
                <a:spcPct val="100000"/>
              </a:lnSpc>
              <a:spcBef>
                <a:spcPts val="280"/>
              </a:spcBef>
              <a:spcAft>
                <a:spcPts val="0"/>
              </a:spcAft>
              <a:buClr>
                <a:schemeClr val="dk1"/>
              </a:buClr>
              <a:buSzPts val="126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cxnSp>
        <p:nvCxnSpPr>
          <p:cNvPr id="200" name="Google Shape;200;p34"/>
          <p:cNvCxnSpPr/>
          <p:nvPr/>
        </p:nvCxnSpPr>
        <p:spPr>
          <a:xfrm>
            <a:off x="584200" y="1219200"/>
            <a:ext cx="11025188" cy="0"/>
          </a:xfrm>
          <a:prstGeom prst="straightConnector1">
            <a:avLst/>
          </a:prstGeom>
          <a:noFill/>
          <a:ln w="25400" cap="flat" cmpd="sng">
            <a:solidFill>
              <a:schemeClr val="dk2"/>
            </a:solidFill>
            <a:prstDash val="solid"/>
            <a:round/>
            <a:headEnd type="none" w="sm" len="sm"/>
            <a:tailEnd type="none" w="sm" len="sm"/>
          </a:ln>
        </p:spPr>
      </p:cxnSp>
    </p:spTree>
  </p:cSld>
  <p:clrMapOvr>
    <a:masterClrMapping/>
  </p:clrMapOvr>
  <p:transition>
    <p:fade/>
  </p:transition>
  <p:extLst>
    <p:ext uri="{DCECCB84-F9BA-43D5-87BE-67443E8EF086}">
      <p15:sldGuideLst xmlns:p15="http://schemas.microsoft.com/office/powerpoint/2012/main">
        <p15:guide id="1" orient="horz" pos="906">
          <p15:clr>
            <a:srgbClr val="5ACBF0"/>
          </p15:clr>
        </p15:guide>
        <p15:guide id="2" orient="horz" pos="288">
          <p15:clr>
            <a:srgbClr val="5ACBF0"/>
          </p15:clr>
        </p15:guide>
        <p15:guide id="3" pos="1963">
          <p15:clr>
            <a:srgbClr val="5ACBF0"/>
          </p15:clr>
        </p15:guide>
        <p15:guide id="4" pos="2150">
          <p15:clr>
            <a:srgbClr val="5ACBF0"/>
          </p15:clr>
        </p15:guide>
        <p15:guide id="5" pos="3746">
          <p15:clr>
            <a:srgbClr val="5ACBF0"/>
          </p15:clr>
        </p15:guide>
        <p15:guide id="6" pos="3934">
          <p15:clr>
            <a:srgbClr val="5ACBF0"/>
          </p15:clr>
        </p15:guide>
        <p15:guide id="7" pos="5530">
          <p15:clr>
            <a:srgbClr val="5ACBF0"/>
          </p15:clr>
        </p15:guide>
        <p15:guide id="8" pos="5716">
          <p15:clr>
            <a:srgbClr val="5ACBF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matchingName="Header Line Four Columns">
  <p:cSld name="Header Line Four Columns">
    <p:spTree>
      <p:nvGrpSpPr>
        <p:cNvPr id="1" name="Shape 201"/>
        <p:cNvGrpSpPr/>
        <p:nvPr/>
      </p:nvGrpSpPr>
      <p:grpSpPr>
        <a:xfrm>
          <a:off x="0" y="0"/>
          <a:ext cx="0" cy="0"/>
          <a:chOff x="0" y="0"/>
          <a:chExt cx="0" cy="0"/>
        </a:xfrm>
      </p:grpSpPr>
      <p:sp>
        <p:nvSpPr>
          <p:cNvPr id="202" name="Google Shape;202;p35"/>
          <p:cNvSpPr txBox="1">
            <a:spLocks noGrp="1"/>
          </p:cNvSpPr>
          <p:nvPr>
            <p:ph type="title"/>
          </p:nvPr>
        </p:nvSpPr>
        <p:spPr>
          <a:xfrm>
            <a:off x="588263" y="457200"/>
            <a:ext cx="11018520" cy="553998"/>
          </a:xfrm>
          <a:prstGeom prst="rect">
            <a:avLst/>
          </a:prstGeom>
          <a:noFill/>
          <a:ln>
            <a:noFill/>
          </a:ln>
        </p:spPr>
        <p:txBody>
          <a:bodyPr spcFirstLastPara="1" wrap="square" lIns="0" tIns="0" rIns="0" bIns="0" anchor="ctr" anchorCtr="0">
            <a:spAutoFit/>
          </a:bodyPr>
          <a:lstStyle>
            <a:lvl1pPr lvl="0" algn="l">
              <a:lnSpc>
                <a:spcPct val="100000"/>
              </a:lnSpc>
              <a:spcBef>
                <a:spcPts val="0"/>
              </a:spcBef>
              <a:spcAft>
                <a:spcPts val="0"/>
              </a:spcAft>
              <a:buClr>
                <a:schemeClr val="dk1"/>
              </a:buClr>
              <a:buSzPts val="3600"/>
              <a:buFont typeface="Quattrocento Sans"/>
              <a:buNone/>
              <a:defRPr>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cxnSp>
        <p:nvCxnSpPr>
          <p:cNvPr id="203" name="Google Shape;203;p35"/>
          <p:cNvCxnSpPr/>
          <p:nvPr/>
        </p:nvCxnSpPr>
        <p:spPr>
          <a:xfrm>
            <a:off x="584200" y="1219200"/>
            <a:ext cx="11025188" cy="0"/>
          </a:xfrm>
          <a:prstGeom prst="straightConnector1">
            <a:avLst/>
          </a:prstGeom>
          <a:noFill/>
          <a:ln w="25400" cap="flat" cmpd="sng">
            <a:solidFill>
              <a:schemeClr val="dk2"/>
            </a:solidFill>
            <a:prstDash val="solid"/>
            <a:round/>
            <a:headEnd type="none" w="sm" len="sm"/>
            <a:tailEnd type="none" w="sm" len="sm"/>
          </a:ln>
        </p:spPr>
      </p:cxnSp>
    </p:spTree>
  </p:cSld>
  <p:clrMapOvr>
    <a:masterClrMapping/>
  </p:clrMapOvr>
  <p:transition>
    <p:fade/>
  </p:transition>
  <p:extLst>
    <p:ext uri="{DCECCB84-F9BA-43D5-87BE-67443E8EF086}">
      <p15:sldGuideLst xmlns:p15="http://schemas.microsoft.com/office/powerpoint/2012/main">
        <p15:guide id="1" orient="horz" pos="906">
          <p15:clr>
            <a:srgbClr val="5ACBF0"/>
          </p15:clr>
        </p15:guide>
        <p15:guide id="2" orient="horz" pos="288">
          <p15:clr>
            <a:srgbClr val="5ACBF0"/>
          </p15:clr>
        </p15:guide>
        <p15:guide id="3" pos="1963">
          <p15:clr>
            <a:srgbClr val="5ACBF0"/>
          </p15:clr>
        </p15:guide>
        <p15:guide id="4" pos="2150">
          <p15:clr>
            <a:srgbClr val="5ACBF0"/>
          </p15:clr>
        </p15:guide>
        <p15:guide id="5" pos="3746">
          <p15:clr>
            <a:srgbClr val="5ACBF0"/>
          </p15:clr>
        </p15:guide>
        <p15:guide id="6" pos="3934">
          <p15:clr>
            <a:srgbClr val="5ACBF0"/>
          </p15:clr>
        </p15:guide>
        <p15:guide id="7" pos="5530">
          <p15:clr>
            <a:srgbClr val="5ACBF0"/>
          </p15:clr>
        </p15:guide>
        <p15:guide id="8" pos="5716">
          <p15:clr>
            <a:srgbClr val="5ACBF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matchingName="Header Line Blank">
  <p:cSld name="Header Line Blank">
    <p:spTree>
      <p:nvGrpSpPr>
        <p:cNvPr id="1" name="Shape 204"/>
        <p:cNvGrpSpPr/>
        <p:nvPr/>
      </p:nvGrpSpPr>
      <p:grpSpPr>
        <a:xfrm>
          <a:off x="0" y="0"/>
          <a:ext cx="0" cy="0"/>
          <a:chOff x="0" y="0"/>
          <a:chExt cx="0" cy="0"/>
        </a:xfrm>
      </p:grpSpPr>
      <p:sp>
        <p:nvSpPr>
          <p:cNvPr id="205" name="Google Shape;205;p36"/>
          <p:cNvSpPr txBox="1">
            <a:spLocks noGrp="1"/>
          </p:cNvSpPr>
          <p:nvPr>
            <p:ph type="title"/>
          </p:nvPr>
        </p:nvSpPr>
        <p:spPr>
          <a:xfrm>
            <a:off x="588263" y="457200"/>
            <a:ext cx="11018520" cy="553998"/>
          </a:xfrm>
          <a:prstGeom prst="rect">
            <a:avLst/>
          </a:prstGeom>
          <a:noFill/>
          <a:ln>
            <a:noFill/>
          </a:ln>
        </p:spPr>
        <p:txBody>
          <a:bodyPr spcFirstLastPara="1" wrap="square" lIns="0" tIns="0" rIns="0" bIns="0" anchor="ctr" anchorCtr="0">
            <a:spAutoFit/>
          </a:bodyPr>
          <a:lstStyle>
            <a:lvl1pPr lvl="0" algn="l">
              <a:lnSpc>
                <a:spcPct val="100000"/>
              </a:lnSpc>
              <a:spcBef>
                <a:spcPts val="0"/>
              </a:spcBef>
              <a:spcAft>
                <a:spcPts val="0"/>
              </a:spcAft>
              <a:buClr>
                <a:schemeClr val="dk1"/>
              </a:buClr>
              <a:buSzPts val="3600"/>
              <a:buFont typeface="Quattrocento Sans"/>
              <a:buNone/>
              <a:defRPr>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cxnSp>
        <p:nvCxnSpPr>
          <p:cNvPr id="206" name="Google Shape;206;p36"/>
          <p:cNvCxnSpPr/>
          <p:nvPr/>
        </p:nvCxnSpPr>
        <p:spPr>
          <a:xfrm>
            <a:off x="584200" y="1219200"/>
            <a:ext cx="11025188" cy="0"/>
          </a:xfrm>
          <a:prstGeom prst="straightConnector1">
            <a:avLst/>
          </a:prstGeom>
          <a:noFill/>
          <a:ln w="25400" cap="flat" cmpd="sng">
            <a:solidFill>
              <a:schemeClr val="dk2"/>
            </a:solidFill>
            <a:prstDash val="solid"/>
            <a:round/>
            <a:headEnd type="none" w="sm" len="sm"/>
            <a:tailEnd type="none" w="sm" len="sm"/>
          </a:ln>
        </p:spPr>
      </p:cxnSp>
    </p:spTree>
  </p:cSld>
  <p:clrMapOvr>
    <a:masterClrMapping/>
  </p:clrMapOvr>
  <p:transition>
    <p:fade/>
  </p:transition>
  <p:extLst>
    <p:ext uri="{DCECCB84-F9BA-43D5-87BE-67443E8EF086}">
      <p15:sldGuideLst xmlns:p15="http://schemas.microsoft.com/office/powerpoint/2012/main">
        <p15:guide id="1" pos="779">
          <p15:clr>
            <a:srgbClr val="A4A3A4"/>
          </p15:clr>
        </p15:guide>
        <p15:guide id="2" pos="962">
          <p15:clr>
            <a:srgbClr val="A4A3A4"/>
          </p15:clr>
        </p15:guide>
        <p15:guide id="3" pos="1373">
          <p15:clr>
            <a:srgbClr val="A4A3A4"/>
          </p15:clr>
        </p15:guide>
        <p15:guide id="4" pos="1556">
          <p15:clr>
            <a:srgbClr val="A4A3A4"/>
          </p15:clr>
        </p15:guide>
        <p15:guide id="5" pos="1967">
          <p15:clr>
            <a:srgbClr val="A4A3A4"/>
          </p15:clr>
        </p15:guide>
        <p15:guide id="6" pos="2150">
          <p15:clr>
            <a:srgbClr val="A4A3A4"/>
          </p15:clr>
        </p15:guide>
        <p15:guide id="7" pos="2561">
          <p15:clr>
            <a:srgbClr val="A4A3A4"/>
          </p15:clr>
        </p15:guide>
        <p15:guide id="8" pos="2744">
          <p15:clr>
            <a:srgbClr val="A4A3A4"/>
          </p15:clr>
        </p15:guide>
        <p15:guide id="9" pos="3161">
          <p15:clr>
            <a:srgbClr val="A4A3A4"/>
          </p15:clr>
        </p15:guide>
        <p15:guide id="10" pos="3348">
          <p15:clr>
            <a:srgbClr val="A4A3A4"/>
          </p15:clr>
        </p15:guide>
        <p15:guide id="11" pos="3754">
          <p15:clr>
            <a:srgbClr val="A4A3A4"/>
          </p15:clr>
        </p15:guide>
        <p15:guide id="12" pos="3931">
          <p15:clr>
            <a:srgbClr val="A4A3A4"/>
          </p15:clr>
        </p15:guide>
        <p15:guide id="13" pos="4342">
          <p15:clr>
            <a:srgbClr val="A4A3A4"/>
          </p15:clr>
        </p15:guide>
        <p15:guide id="14" pos="4531">
          <p15:clr>
            <a:srgbClr val="A4A3A4"/>
          </p15:clr>
        </p15:guide>
        <p15:guide id="15" pos="4937">
          <p15:clr>
            <a:srgbClr val="A4A3A4"/>
          </p15:clr>
        </p15:guide>
        <p15:guide id="16" pos="5120">
          <p15:clr>
            <a:srgbClr val="A4A3A4"/>
          </p15:clr>
        </p15:guide>
        <p15:guide id="17" pos="5529">
          <p15:clr>
            <a:srgbClr val="A4A3A4"/>
          </p15:clr>
        </p15:guide>
        <p15:guide id="18" pos="5714">
          <p15:clr>
            <a:srgbClr val="A4A3A4"/>
          </p15:clr>
        </p15:guide>
        <p15:guide id="19" pos="6123">
          <p15:clr>
            <a:srgbClr val="A4A3A4"/>
          </p15:clr>
        </p15:guide>
        <p15:guide id="20" pos="6308">
          <p15:clr>
            <a:srgbClr val="A4A3A4"/>
          </p15:clr>
        </p15:guide>
        <p15:guide id="21" pos="6717">
          <p15:clr>
            <a:srgbClr val="A4A3A4"/>
          </p15:clr>
        </p15:guide>
        <p15:guide id="22" pos="6900">
          <p15:clr>
            <a:srgbClr val="A4A3A4"/>
          </p15:clr>
        </p15:guide>
        <p15:guide id="23" orient="horz" pos="905">
          <p15:clr>
            <a:srgbClr val="5ACBF0"/>
          </p15:clr>
        </p15:guide>
        <p15:guide id="24" orient="horz" pos="1271">
          <p15:clr>
            <a:srgbClr val="5ACBF0"/>
          </p15:clr>
        </p15:guide>
        <p15:guide id="25" orient="horz" pos="288">
          <p15:clr>
            <a:srgbClr val="5ACBF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matchingName="6_Header Line 12 Months">
  <p:cSld name="6_Header Line 12 Months">
    <p:bg>
      <p:bgPr>
        <a:solidFill>
          <a:schemeClr val="lt1"/>
        </a:solidFill>
        <a:effectLst/>
      </p:bgPr>
    </p:bg>
    <p:spTree>
      <p:nvGrpSpPr>
        <p:cNvPr id="1" name="Shape 207"/>
        <p:cNvGrpSpPr/>
        <p:nvPr/>
      </p:nvGrpSpPr>
      <p:grpSpPr>
        <a:xfrm>
          <a:off x="0" y="0"/>
          <a:ext cx="0" cy="0"/>
          <a:chOff x="0" y="0"/>
          <a:chExt cx="0" cy="0"/>
        </a:xfrm>
      </p:grpSpPr>
      <p:sp>
        <p:nvSpPr>
          <p:cNvPr id="208" name="Google Shape;208;p37"/>
          <p:cNvSpPr txBox="1">
            <a:spLocks noGrp="1"/>
          </p:cNvSpPr>
          <p:nvPr>
            <p:ph type="title"/>
          </p:nvPr>
        </p:nvSpPr>
        <p:spPr>
          <a:xfrm>
            <a:off x="588263" y="457200"/>
            <a:ext cx="11018520" cy="553998"/>
          </a:xfrm>
          <a:prstGeom prst="rect">
            <a:avLst/>
          </a:prstGeom>
          <a:noFill/>
          <a:ln>
            <a:noFill/>
          </a:ln>
        </p:spPr>
        <p:txBody>
          <a:bodyPr spcFirstLastPara="1" wrap="square" lIns="0" tIns="0" rIns="0" bIns="0" anchor="ctr" anchorCtr="0">
            <a:spAutoFit/>
          </a:bodyPr>
          <a:lstStyle>
            <a:lvl1pPr lvl="0" algn="l">
              <a:lnSpc>
                <a:spcPct val="100000"/>
              </a:lnSpc>
              <a:spcBef>
                <a:spcPts val="0"/>
              </a:spcBef>
              <a:spcAft>
                <a:spcPts val="0"/>
              </a:spcAft>
              <a:buClr>
                <a:schemeClr val="dk1"/>
              </a:buClr>
              <a:buSzPts val="3600"/>
              <a:buFont typeface="Quattrocento Sans"/>
              <a:buNone/>
              <a:defRPr>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09" name="Google Shape;209;p37"/>
          <p:cNvSpPr txBox="1"/>
          <p:nvPr/>
        </p:nvSpPr>
        <p:spPr>
          <a:xfrm flipH="1">
            <a:off x="584200" y="1436688"/>
            <a:ext cx="1595438" cy="581025"/>
          </a:xfrm>
          <a:prstGeom prst="rect">
            <a:avLst/>
          </a:prstGeom>
          <a:noFill/>
          <a:ln>
            <a:noFill/>
          </a:ln>
        </p:spPr>
        <p:txBody>
          <a:bodyPr spcFirstLastPara="1" wrap="square" lIns="90000" tIns="0" rIns="0" bIns="0" anchor="t" anchorCtr="0">
            <a:noAutofit/>
          </a:bodyPr>
          <a:lstStyle/>
          <a:p>
            <a:pPr marL="0" marR="0" lvl="0" indent="0" algn="l" rtl="0">
              <a:spcBef>
                <a:spcPts val="0"/>
              </a:spcBef>
              <a:spcAft>
                <a:spcPts val="0"/>
              </a:spcAft>
              <a:buNone/>
            </a:pPr>
            <a:r>
              <a:rPr lang="en-US" sz="3600">
                <a:solidFill>
                  <a:schemeClr val="dk2"/>
                </a:solidFill>
                <a:latin typeface="Quattrocento Sans"/>
                <a:ea typeface="Quattrocento Sans"/>
                <a:cs typeface="Quattrocento Sans"/>
                <a:sym typeface="Quattrocento Sans"/>
              </a:rPr>
              <a:t>1</a:t>
            </a:r>
            <a:endParaRPr/>
          </a:p>
        </p:txBody>
      </p:sp>
      <p:sp>
        <p:nvSpPr>
          <p:cNvPr id="210" name="Google Shape;210;p37"/>
          <p:cNvSpPr txBox="1"/>
          <p:nvPr/>
        </p:nvSpPr>
        <p:spPr>
          <a:xfrm flipH="1">
            <a:off x="2470150" y="1436688"/>
            <a:ext cx="1595438" cy="581025"/>
          </a:xfrm>
          <a:prstGeom prst="rect">
            <a:avLst/>
          </a:prstGeom>
          <a:noFill/>
          <a:ln>
            <a:noFill/>
          </a:ln>
        </p:spPr>
        <p:txBody>
          <a:bodyPr spcFirstLastPara="1" wrap="square" lIns="90000" tIns="0" rIns="0" bIns="0" anchor="t" anchorCtr="0">
            <a:noAutofit/>
          </a:bodyPr>
          <a:lstStyle/>
          <a:p>
            <a:pPr marL="0" marR="0" lvl="0" indent="0" algn="l" rtl="0">
              <a:spcBef>
                <a:spcPts val="0"/>
              </a:spcBef>
              <a:spcAft>
                <a:spcPts val="0"/>
              </a:spcAft>
              <a:buNone/>
            </a:pPr>
            <a:r>
              <a:rPr lang="en-US" sz="3600">
                <a:solidFill>
                  <a:schemeClr val="dk2"/>
                </a:solidFill>
                <a:latin typeface="Quattrocento Sans"/>
                <a:ea typeface="Quattrocento Sans"/>
                <a:cs typeface="Quattrocento Sans"/>
                <a:sym typeface="Quattrocento Sans"/>
              </a:rPr>
              <a:t>2</a:t>
            </a:r>
            <a:endParaRPr/>
          </a:p>
        </p:txBody>
      </p:sp>
      <p:sp>
        <p:nvSpPr>
          <p:cNvPr id="211" name="Google Shape;211;p37"/>
          <p:cNvSpPr txBox="1"/>
          <p:nvPr/>
        </p:nvSpPr>
        <p:spPr>
          <a:xfrm flipH="1">
            <a:off x="4367808" y="1436688"/>
            <a:ext cx="1595438" cy="581025"/>
          </a:xfrm>
          <a:prstGeom prst="rect">
            <a:avLst/>
          </a:prstGeom>
          <a:noFill/>
          <a:ln>
            <a:noFill/>
          </a:ln>
        </p:spPr>
        <p:txBody>
          <a:bodyPr spcFirstLastPara="1" wrap="square" lIns="90000" tIns="0" rIns="0" bIns="0" anchor="t" anchorCtr="0">
            <a:noAutofit/>
          </a:bodyPr>
          <a:lstStyle/>
          <a:p>
            <a:pPr marL="0" marR="0" lvl="0" indent="0" algn="l" rtl="0">
              <a:spcBef>
                <a:spcPts val="0"/>
              </a:spcBef>
              <a:spcAft>
                <a:spcPts val="0"/>
              </a:spcAft>
              <a:buNone/>
            </a:pPr>
            <a:r>
              <a:rPr lang="en-US" sz="3600">
                <a:solidFill>
                  <a:schemeClr val="dk2"/>
                </a:solidFill>
                <a:latin typeface="Quattrocento Sans"/>
                <a:ea typeface="Quattrocento Sans"/>
                <a:cs typeface="Quattrocento Sans"/>
                <a:sym typeface="Quattrocento Sans"/>
              </a:rPr>
              <a:t>3</a:t>
            </a:r>
            <a:endParaRPr/>
          </a:p>
        </p:txBody>
      </p:sp>
      <p:sp>
        <p:nvSpPr>
          <p:cNvPr id="212" name="Google Shape;212;p37"/>
          <p:cNvSpPr txBox="1"/>
          <p:nvPr/>
        </p:nvSpPr>
        <p:spPr>
          <a:xfrm flipH="1">
            <a:off x="6240016" y="1436688"/>
            <a:ext cx="1595438" cy="581025"/>
          </a:xfrm>
          <a:prstGeom prst="rect">
            <a:avLst/>
          </a:prstGeom>
          <a:noFill/>
          <a:ln>
            <a:noFill/>
          </a:ln>
        </p:spPr>
        <p:txBody>
          <a:bodyPr spcFirstLastPara="1" wrap="square" lIns="90000" tIns="0" rIns="0" bIns="0" anchor="t" anchorCtr="0">
            <a:noAutofit/>
          </a:bodyPr>
          <a:lstStyle/>
          <a:p>
            <a:pPr marL="0" marR="0" lvl="0" indent="0" algn="l" rtl="0">
              <a:spcBef>
                <a:spcPts val="0"/>
              </a:spcBef>
              <a:spcAft>
                <a:spcPts val="0"/>
              </a:spcAft>
              <a:buNone/>
            </a:pPr>
            <a:r>
              <a:rPr lang="en-US" sz="3600">
                <a:solidFill>
                  <a:schemeClr val="dk2"/>
                </a:solidFill>
                <a:latin typeface="Quattrocento Sans"/>
                <a:ea typeface="Quattrocento Sans"/>
                <a:cs typeface="Quattrocento Sans"/>
                <a:sym typeface="Quattrocento Sans"/>
              </a:rPr>
              <a:t>4</a:t>
            </a:r>
            <a:endParaRPr/>
          </a:p>
        </p:txBody>
      </p:sp>
      <p:sp>
        <p:nvSpPr>
          <p:cNvPr id="213" name="Google Shape;213;p37"/>
          <p:cNvSpPr txBox="1"/>
          <p:nvPr/>
        </p:nvSpPr>
        <p:spPr>
          <a:xfrm flipH="1">
            <a:off x="8127999" y="1436688"/>
            <a:ext cx="1592262" cy="581025"/>
          </a:xfrm>
          <a:prstGeom prst="rect">
            <a:avLst/>
          </a:prstGeom>
          <a:noFill/>
          <a:ln>
            <a:noFill/>
          </a:ln>
        </p:spPr>
        <p:txBody>
          <a:bodyPr spcFirstLastPara="1" wrap="square" lIns="90000" tIns="0" rIns="0" bIns="0" anchor="t" anchorCtr="0">
            <a:noAutofit/>
          </a:bodyPr>
          <a:lstStyle/>
          <a:p>
            <a:pPr marL="0" marR="0" lvl="0" indent="0" algn="l" rtl="0">
              <a:spcBef>
                <a:spcPts val="0"/>
              </a:spcBef>
              <a:spcAft>
                <a:spcPts val="0"/>
              </a:spcAft>
              <a:buNone/>
            </a:pPr>
            <a:r>
              <a:rPr lang="en-US" sz="3600">
                <a:solidFill>
                  <a:schemeClr val="dk2"/>
                </a:solidFill>
                <a:latin typeface="Quattrocento Sans"/>
                <a:ea typeface="Quattrocento Sans"/>
                <a:cs typeface="Quattrocento Sans"/>
                <a:sym typeface="Quattrocento Sans"/>
              </a:rPr>
              <a:t>5</a:t>
            </a:r>
            <a:endParaRPr/>
          </a:p>
        </p:txBody>
      </p:sp>
      <p:sp>
        <p:nvSpPr>
          <p:cNvPr id="214" name="Google Shape;214;p37"/>
          <p:cNvSpPr txBox="1"/>
          <p:nvPr/>
        </p:nvSpPr>
        <p:spPr>
          <a:xfrm flipH="1">
            <a:off x="10013950" y="1436688"/>
            <a:ext cx="1595438" cy="581025"/>
          </a:xfrm>
          <a:prstGeom prst="rect">
            <a:avLst/>
          </a:prstGeom>
          <a:noFill/>
          <a:ln>
            <a:noFill/>
          </a:ln>
        </p:spPr>
        <p:txBody>
          <a:bodyPr spcFirstLastPara="1" wrap="square" lIns="90000" tIns="0" rIns="0" bIns="0" anchor="t" anchorCtr="0">
            <a:noAutofit/>
          </a:bodyPr>
          <a:lstStyle/>
          <a:p>
            <a:pPr marL="0" marR="0" lvl="0" indent="0" algn="l" rtl="0">
              <a:spcBef>
                <a:spcPts val="0"/>
              </a:spcBef>
              <a:spcAft>
                <a:spcPts val="0"/>
              </a:spcAft>
              <a:buNone/>
            </a:pPr>
            <a:r>
              <a:rPr lang="en-US" sz="3600">
                <a:solidFill>
                  <a:schemeClr val="dk2"/>
                </a:solidFill>
                <a:latin typeface="Quattrocento Sans"/>
                <a:ea typeface="Quattrocento Sans"/>
                <a:cs typeface="Quattrocento Sans"/>
                <a:sym typeface="Quattrocento Sans"/>
              </a:rPr>
              <a:t>6</a:t>
            </a:r>
            <a:endParaRPr/>
          </a:p>
        </p:txBody>
      </p:sp>
      <p:sp>
        <p:nvSpPr>
          <p:cNvPr id="215" name="Google Shape;215;p37"/>
          <p:cNvSpPr txBox="1"/>
          <p:nvPr/>
        </p:nvSpPr>
        <p:spPr>
          <a:xfrm flipH="1">
            <a:off x="584200" y="3789363"/>
            <a:ext cx="1595438" cy="581025"/>
          </a:xfrm>
          <a:prstGeom prst="rect">
            <a:avLst/>
          </a:prstGeom>
          <a:noFill/>
          <a:ln>
            <a:noFill/>
          </a:ln>
        </p:spPr>
        <p:txBody>
          <a:bodyPr spcFirstLastPara="1" wrap="square" lIns="90000" tIns="0" rIns="0" bIns="0" anchor="t" anchorCtr="0">
            <a:noAutofit/>
          </a:bodyPr>
          <a:lstStyle/>
          <a:p>
            <a:pPr marL="0" marR="0" lvl="0" indent="0" algn="l" rtl="0">
              <a:spcBef>
                <a:spcPts val="0"/>
              </a:spcBef>
              <a:spcAft>
                <a:spcPts val="0"/>
              </a:spcAft>
              <a:buNone/>
            </a:pPr>
            <a:r>
              <a:rPr lang="en-US" sz="3600">
                <a:solidFill>
                  <a:schemeClr val="dk2"/>
                </a:solidFill>
                <a:latin typeface="Quattrocento Sans"/>
                <a:ea typeface="Quattrocento Sans"/>
                <a:cs typeface="Quattrocento Sans"/>
                <a:sym typeface="Quattrocento Sans"/>
              </a:rPr>
              <a:t>7</a:t>
            </a:r>
            <a:endParaRPr/>
          </a:p>
        </p:txBody>
      </p:sp>
      <p:sp>
        <p:nvSpPr>
          <p:cNvPr id="216" name="Google Shape;216;p37"/>
          <p:cNvSpPr txBox="1"/>
          <p:nvPr/>
        </p:nvSpPr>
        <p:spPr>
          <a:xfrm flipH="1">
            <a:off x="2470150" y="3789363"/>
            <a:ext cx="1595438" cy="581025"/>
          </a:xfrm>
          <a:prstGeom prst="rect">
            <a:avLst/>
          </a:prstGeom>
          <a:noFill/>
          <a:ln>
            <a:noFill/>
          </a:ln>
        </p:spPr>
        <p:txBody>
          <a:bodyPr spcFirstLastPara="1" wrap="square" lIns="90000" tIns="0" rIns="0" bIns="0" anchor="t" anchorCtr="0">
            <a:noAutofit/>
          </a:bodyPr>
          <a:lstStyle/>
          <a:p>
            <a:pPr marL="0" marR="0" lvl="0" indent="0" algn="l" rtl="0">
              <a:spcBef>
                <a:spcPts val="0"/>
              </a:spcBef>
              <a:spcAft>
                <a:spcPts val="0"/>
              </a:spcAft>
              <a:buNone/>
            </a:pPr>
            <a:r>
              <a:rPr lang="en-US" sz="3600">
                <a:solidFill>
                  <a:schemeClr val="dk2"/>
                </a:solidFill>
                <a:latin typeface="Quattrocento Sans"/>
                <a:ea typeface="Quattrocento Sans"/>
                <a:cs typeface="Quattrocento Sans"/>
                <a:sym typeface="Quattrocento Sans"/>
              </a:rPr>
              <a:t>8</a:t>
            </a:r>
            <a:endParaRPr/>
          </a:p>
        </p:txBody>
      </p:sp>
      <p:sp>
        <p:nvSpPr>
          <p:cNvPr id="217" name="Google Shape;217;p37"/>
          <p:cNvSpPr txBox="1"/>
          <p:nvPr/>
        </p:nvSpPr>
        <p:spPr>
          <a:xfrm flipH="1">
            <a:off x="4367808" y="3789363"/>
            <a:ext cx="1595438" cy="581025"/>
          </a:xfrm>
          <a:prstGeom prst="rect">
            <a:avLst/>
          </a:prstGeom>
          <a:noFill/>
          <a:ln>
            <a:noFill/>
          </a:ln>
        </p:spPr>
        <p:txBody>
          <a:bodyPr spcFirstLastPara="1" wrap="square" lIns="90000" tIns="0" rIns="0" bIns="0" anchor="t" anchorCtr="0">
            <a:noAutofit/>
          </a:bodyPr>
          <a:lstStyle/>
          <a:p>
            <a:pPr marL="0" marR="0" lvl="0" indent="0" algn="l" rtl="0">
              <a:spcBef>
                <a:spcPts val="0"/>
              </a:spcBef>
              <a:spcAft>
                <a:spcPts val="0"/>
              </a:spcAft>
              <a:buNone/>
            </a:pPr>
            <a:r>
              <a:rPr lang="en-US" sz="3600">
                <a:solidFill>
                  <a:schemeClr val="dk2"/>
                </a:solidFill>
                <a:latin typeface="Quattrocento Sans"/>
                <a:ea typeface="Quattrocento Sans"/>
                <a:cs typeface="Quattrocento Sans"/>
                <a:sym typeface="Quattrocento Sans"/>
              </a:rPr>
              <a:t>9</a:t>
            </a:r>
            <a:endParaRPr/>
          </a:p>
        </p:txBody>
      </p:sp>
      <p:sp>
        <p:nvSpPr>
          <p:cNvPr id="218" name="Google Shape;218;p37"/>
          <p:cNvSpPr txBox="1"/>
          <p:nvPr/>
        </p:nvSpPr>
        <p:spPr>
          <a:xfrm flipH="1">
            <a:off x="6240016" y="3789363"/>
            <a:ext cx="1595438" cy="581025"/>
          </a:xfrm>
          <a:prstGeom prst="rect">
            <a:avLst/>
          </a:prstGeom>
          <a:noFill/>
          <a:ln>
            <a:noFill/>
          </a:ln>
        </p:spPr>
        <p:txBody>
          <a:bodyPr spcFirstLastPara="1" wrap="square" lIns="90000" tIns="0" rIns="0" bIns="0" anchor="t" anchorCtr="0">
            <a:noAutofit/>
          </a:bodyPr>
          <a:lstStyle/>
          <a:p>
            <a:pPr marL="0" marR="0" lvl="0" indent="0" algn="l" rtl="0">
              <a:spcBef>
                <a:spcPts val="0"/>
              </a:spcBef>
              <a:spcAft>
                <a:spcPts val="0"/>
              </a:spcAft>
              <a:buNone/>
            </a:pPr>
            <a:r>
              <a:rPr lang="en-US" sz="3600">
                <a:solidFill>
                  <a:schemeClr val="dk2"/>
                </a:solidFill>
                <a:latin typeface="Quattrocento Sans"/>
                <a:ea typeface="Quattrocento Sans"/>
                <a:cs typeface="Quattrocento Sans"/>
                <a:sym typeface="Quattrocento Sans"/>
              </a:rPr>
              <a:t>10</a:t>
            </a:r>
            <a:endParaRPr/>
          </a:p>
        </p:txBody>
      </p:sp>
      <p:sp>
        <p:nvSpPr>
          <p:cNvPr id="219" name="Google Shape;219;p37"/>
          <p:cNvSpPr txBox="1"/>
          <p:nvPr/>
        </p:nvSpPr>
        <p:spPr>
          <a:xfrm flipH="1">
            <a:off x="8127999" y="3789363"/>
            <a:ext cx="1592262" cy="581025"/>
          </a:xfrm>
          <a:prstGeom prst="rect">
            <a:avLst/>
          </a:prstGeom>
          <a:noFill/>
          <a:ln>
            <a:noFill/>
          </a:ln>
        </p:spPr>
        <p:txBody>
          <a:bodyPr spcFirstLastPara="1" wrap="square" lIns="90000" tIns="0" rIns="0" bIns="0" anchor="t" anchorCtr="0">
            <a:noAutofit/>
          </a:bodyPr>
          <a:lstStyle/>
          <a:p>
            <a:pPr marL="0" marR="0" lvl="0" indent="0" algn="l" rtl="0">
              <a:spcBef>
                <a:spcPts val="0"/>
              </a:spcBef>
              <a:spcAft>
                <a:spcPts val="0"/>
              </a:spcAft>
              <a:buNone/>
            </a:pPr>
            <a:r>
              <a:rPr lang="en-US" sz="3600">
                <a:solidFill>
                  <a:schemeClr val="dk2"/>
                </a:solidFill>
                <a:latin typeface="Quattrocento Sans"/>
                <a:ea typeface="Quattrocento Sans"/>
                <a:cs typeface="Quattrocento Sans"/>
                <a:sym typeface="Quattrocento Sans"/>
              </a:rPr>
              <a:t>11</a:t>
            </a:r>
            <a:endParaRPr/>
          </a:p>
        </p:txBody>
      </p:sp>
      <p:sp>
        <p:nvSpPr>
          <p:cNvPr id="220" name="Google Shape;220;p37"/>
          <p:cNvSpPr txBox="1"/>
          <p:nvPr/>
        </p:nvSpPr>
        <p:spPr>
          <a:xfrm flipH="1">
            <a:off x="10013950" y="3789363"/>
            <a:ext cx="1595438" cy="581025"/>
          </a:xfrm>
          <a:prstGeom prst="rect">
            <a:avLst/>
          </a:prstGeom>
          <a:noFill/>
          <a:ln>
            <a:noFill/>
          </a:ln>
        </p:spPr>
        <p:txBody>
          <a:bodyPr spcFirstLastPara="1" wrap="square" lIns="90000" tIns="0" rIns="0" bIns="0" anchor="t" anchorCtr="0">
            <a:noAutofit/>
          </a:bodyPr>
          <a:lstStyle/>
          <a:p>
            <a:pPr marL="0" marR="0" lvl="0" indent="0" algn="l" rtl="0">
              <a:spcBef>
                <a:spcPts val="0"/>
              </a:spcBef>
              <a:spcAft>
                <a:spcPts val="0"/>
              </a:spcAft>
              <a:buNone/>
            </a:pPr>
            <a:r>
              <a:rPr lang="en-US" sz="3600">
                <a:solidFill>
                  <a:schemeClr val="dk2"/>
                </a:solidFill>
                <a:latin typeface="Quattrocento Sans"/>
                <a:ea typeface="Quattrocento Sans"/>
                <a:cs typeface="Quattrocento Sans"/>
                <a:sym typeface="Quattrocento Sans"/>
              </a:rPr>
              <a:t>12</a:t>
            </a:r>
            <a:endParaRPr/>
          </a:p>
        </p:txBody>
      </p:sp>
      <p:sp>
        <p:nvSpPr>
          <p:cNvPr id="221" name="Google Shape;221;p37"/>
          <p:cNvSpPr txBox="1">
            <a:spLocks noGrp="1"/>
          </p:cNvSpPr>
          <p:nvPr>
            <p:ph type="body" idx="1"/>
          </p:nvPr>
        </p:nvSpPr>
        <p:spPr>
          <a:xfrm>
            <a:off x="584200" y="2137143"/>
            <a:ext cx="1595438" cy="646331"/>
          </a:xfrm>
          <a:prstGeom prst="rect">
            <a:avLst/>
          </a:prstGeom>
          <a:noFill/>
          <a:ln>
            <a:noFill/>
          </a:ln>
        </p:spPr>
        <p:txBody>
          <a:bodyPr spcFirstLastPara="1" wrap="square" lIns="90000" tIns="0" rIns="0" bIns="0" anchor="t" anchorCtr="0">
            <a:spAutoFit/>
          </a:bodyPr>
          <a:lstStyle>
            <a:lvl1pPr marL="457200" lvl="0" indent="-308610" algn="l">
              <a:lnSpc>
                <a:spcPct val="100000"/>
              </a:lnSpc>
              <a:spcBef>
                <a:spcPts val="280"/>
              </a:spcBef>
              <a:spcAft>
                <a:spcPts val="0"/>
              </a:spcAft>
              <a:buClr>
                <a:schemeClr val="dk1"/>
              </a:buClr>
              <a:buSzPts val="1260"/>
              <a:buFont typeface="Noto Sans Symbols"/>
              <a:buChar char="·"/>
              <a:defRPr sz="1400">
                <a:solidFill>
                  <a:schemeClr val="dk1"/>
                </a:solidFill>
              </a:defRPr>
            </a:lvl1pPr>
            <a:lvl2pPr marL="914400" lvl="1" indent="-331469" algn="l">
              <a:lnSpc>
                <a:spcPct val="100000"/>
              </a:lnSpc>
              <a:spcBef>
                <a:spcPts val="360"/>
              </a:spcBef>
              <a:spcAft>
                <a:spcPts val="0"/>
              </a:spcAft>
              <a:buClr>
                <a:schemeClr val="lt1"/>
              </a:buClr>
              <a:buSzPts val="1620"/>
              <a:buChar char="·"/>
              <a:defRPr sz="1800">
                <a:solidFill>
                  <a:schemeClr val="lt1"/>
                </a:solidFill>
              </a:defRPr>
            </a:lvl2pPr>
            <a:lvl3pPr marL="1371600" lvl="2" indent="-331469" algn="l">
              <a:lnSpc>
                <a:spcPct val="100000"/>
              </a:lnSpc>
              <a:spcBef>
                <a:spcPts val="360"/>
              </a:spcBef>
              <a:spcAft>
                <a:spcPts val="0"/>
              </a:spcAft>
              <a:buClr>
                <a:schemeClr val="lt1"/>
              </a:buClr>
              <a:buSzPts val="1620"/>
              <a:buChar char="·"/>
              <a:defRPr sz="1800">
                <a:solidFill>
                  <a:schemeClr val="lt1"/>
                </a:solidFill>
              </a:defRPr>
            </a:lvl3pPr>
            <a:lvl4pPr marL="1828800" lvl="3" indent="-331469" algn="l">
              <a:lnSpc>
                <a:spcPct val="100000"/>
              </a:lnSpc>
              <a:spcBef>
                <a:spcPts val="360"/>
              </a:spcBef>
              <a:spcAft>
                <a:spcPts val="0"/>
              </a:spcAft>
              <a:buClr>
                <a:schemeClr val="lt1"/>
              </a:buClr>
              <a:buSzPts val="1620"/>
              <a:buChar char="·"/>
              <a:defRPr sz="1800">
                <a:solidFill>
                  <a:schemeClr val="lt1"/>
                </a:solidFill>
              </a:defRPr>
            </a:lvl4pPr>
            <a:lvl5pPr marL="2286000" lvl="4" indent="-331470" algn="l">
              <a:lnSpc>
                <a:spcPct val="100000"/>
              </a:lnSpc>
              <a:spcBef>
                <a:spcPts val="360"/>
              </a:spcBef>
              <a:spcAft>
                <a:spcPts val="0"/>
              </a:spcAft>
              <a:buClr>
                <a:schemeClr val="lt1"/>
              </a:buClr>
              <a:buSzPts val="1620"/>
              <a:buChar char="·"/>
              <a:defRPr sz="1800">
                <a:solidFill>
                  <a:schemeClr val="lt1"/>
                </a:solidFill>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22" name="Google Shape;222;p37"/>
          <p:cNvSpPr txBox="1">
            <a:spLocks noGrp="1"/>
          </p:cNvSpPr>
          <p:nvPr>
            <p:ph type="body" idx="2"/>
          </p:nvPr>
        </p:nvSpPr>
        <p:spPr>
          <a:xfrm>
            <a:off x="2470150" y="2137143"/>
            <a:ext cx="1595438" cy="646331"/>
          </a:xfrm>
          <a:prstGeom prst="rect">
            <a:avLst/>
          </a:prstGeom>
          <a:noFill/>
          <a:ln>
            <a:noFill/>
          </a:ln>
        </p:spPr>
        <p:txBody>
          <a:bodyPr spcFirstLastPara="1" wrap="square" lIns="90000" tIns="0" rIns="0" bIns="0" anchor="t" anchorCtr="0">
            <a:spAutoFit/>
          </a:bodyPr>
          <a:lstStyle>
            <a:lvl1pPr marL="457200" lvl="0" indent="-308610" algn="l">
              <a:lnSpc>
                <a:spcPct val="100000"/>
              </a:lnSpc>
              <a:spcBef>
                <a:spcPts val="280"/>
              </a:spcBef>
              <a:spcAft>
                <a:spcPts val="0"/>
              </a:spcAft>
              <a:buClr>
                <a:schemeClr val="dk1"/>
              </a:buClr>
              <a:buSzPts val="1260"/>
              <a:buFont typeface="Noto Sans Symbols"/>
              <a:buChar char="·"/>
              <a:defRPr sz="1400">
                <a:solidFill>
                  <a:schemeClr val="dk1"/>
                </a:solidFill>
              </a:defRPr>
            </a:lvl1pPr>
            <a:lvl2pPr marL="914400" lvl="1" indent="-331469" algn="l">
              <a:lnSpc>
                <a:spcPct val="100000"/>
              </a:lnSpc>
              <a:spcBef>
                <a:spcPts val="360"/>
              </a:spcBef>
              <a:spcAft>
                <a:spcPts val="0"/>
              </a:spcAft>
              <a:buClr>
                <a:schemeClr val="lt1"/>
              </a:buClr>
              <a:buSzPts val="1620"/>
              <a:buChar char="·"/>
              <a:defRPr sz="1800">
                <a:solidFill>
                  <a:schemeClr val="lt1"/>
                </a:solidFill>
              </a:defRPr>
            </a:lvl2pPr>
            <a:lvl3pPr marL="1371600" lvl="2" indent="-331469" algn="l">
              <a:lnSpc>
                <a:spcPct val="100000"/>
              </a:lnSpc>
              <a:spcBef>
                <a:spcPts val="360"/>
              </a:spcBef>
              <a:spcAft>
                <a:spcPts val="0"/>
              </a:spcAft>
              <a:buClr>
                <a:schemeClr val="lt1"/>
              </a:buClr>
              <a:buSzPts val="1620"/>
              <a:buChar char="·"/>
              <a:defRPr sz="1800">
                <a:solidFill>
                  <a:schemeClr val="lt1"/>
                </a:solidFill>
              </a:defRPr>
            </a:lvl3pPr>
            <a:lvl4pPr marL="1828800" lvl="3" indent="-331469" algn="l">
              <a:lnSpc>
                <a:spcPct val="100000"/>
              </a:lnSpc>
              <a:spcBef>
                <a:spcPts val="360"/>
              </a:spcBef>
              <a:spcAft>
                <a:spcPts val="0"/>
              </a:spcAft>
              <a:buClr>
                <a:schemeClr val="lt1"/>
              </a:buClr>
              <a:buSzPts val="1620"/>
              <a:buChar char="·"/>
              <a:defRPr sz="1800">
                <a:solidFill>
                  <a:schemeClr val="lt1"/>
                </a:solidFill>
              </a:defRPr>
            </a:lvl4pPr>
            <a:lvl5pPr marL="2286000" lvl="4" indent="-331470" algn="l">
              <a:lnSpc>
                <a:spcPct val="100000"/>
              </a:lnSpc>
              <a:spcBef>
                <a:spcPts val="360"/>
              </a:spcBef>
              <a:spcAft>
                <a:spcPts val="0"/>
              </a:spcAft>
              <a:buClr>
                <a:schemeClr val="lt1"/>
              </a:buClr>
              <a:buSzPts val="1620"/>
              <a:buChar char="·"/>
              <a:defRPr sz="1800">
                <a:solidFill>
                  <a:schemeClr val="lt1"/>
                </a:solidFill>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23" name="Google Shape;223;p37"/>
          <p:cNvSpPr txBox="1">
            <a:spLocks noGrp="1"/>
          </p:cNvSpPr>
          <p:nvPr>
            <p:ph type="body" idx="3"/>
          </p:nvPr>
        </p:nvSpPr>
        <p:spPr>
          <a:xfrm>
            <a:off x="4356100" y="2137143"/>
            <a:ext cx="1603375" cy="646331"/>
          </a:xfrm>
          <a:prstGeom prst="rect">
            <a:avLst/>
          </a:prstGeom>
          <a:noFill/>
          <a:ln>
            <a:noFill/>
          </a:ln>
        </p:spPr>
        <p:txBody>
          <a:bodyPr spcFirstLastPara="1" wrap="square" lIns="90000" tIns="0" rIns="0" bIns="0" anchor="t" anchorCtr="0">
            <a:spAutoFit/>
          </a:bodyPr>
          <a:lstStyle>
            <a:lvl1pPr marL="457200" lvl="0" indent="-308610" algn="l">
              <a:lnSpc>
                <a:spcPct val="100000"/>
              </a:lnSpc>
              <a:spcBef>
                <a:spcPts val="280"/>
              </a:spcBef>
              <a:spcAft>
                <a:spcPts val="0"/>
              </a:spcAft>
              <a:buClr>
                <a:schemeClr val="dk1"/>
              </a:buClr>
              <a:buSzPts val="1260"/>
              <a:buFont typeface="Noto Sans Symbols"/>
              <a:buChar char="·"/>
              <a:defRPr sz="1400">
                <a:solidFill>
                  <a:schemeClr val="dk1"/>
                </a:solidFill>
              </a:defRPr>
            </a:lvl1pPr>
            <a:lvl2pPr marL="914400" lvl="1" indent="-331469" algn="l">
              <a:lnSpc>
                <a:spcPct val="100000"/>
              </a:lnSpc>
              <a:spcBef>
                <a:spcPts val="360"/>
              </a:spcBef>
              <a:spcAft>
                <a:spcPts val="0"/>
              </a:spcAft>
              <a:buClr>
                <a:schemeClr val="lt1"/>
              </a:buClr>
              <a:buSzPts val="1620"/>
              <a:buChar char="·"/>
              <a:defRPr sz="1800">
                <a:solidFill>
                  <a:schemeClr val="lt1"/>
                </a:solidFill>
              </a:defRPr>
            </a:lvl2pPr>
            <a:lvl3pPr marL="1371600" lvl="2" indent="-331469" algn="l">
              <a:lnSpc>
                <a:spcPct val="100000"/>
              </a:lnSpc>
              <a:spcBef>
                <a:spcPts val="360"/>
              </a:spcBef>
              <a:spcAft>
                <a:spcPts val="0"/>
              </a:spcAft>
              <a:buClr>
                <a:schemeClr val="lt1"/>
              </a:buClr>
              <a:buSzPts val="1620"/>
              <a:buChar char="·"/>
              <a:defRPr sz="1800">
                <a:solidFill>
                  <a:schemeClr val="lt1"/>
                </a:solidFill>
              </a:defRPr>
            </a:lvl3pPr>
            <a:lvl4pPr marL="1828800" lvl="3" indent="-331469" algn="l">
              <a:lnSpc>
                <a:spcPct val="100000"/>
              </a:lnSpc>
              <a:spcBef>
                <a:spcPts val="360"/>
              </a:spcBef>
              <a:spcAft>
                <a:spcPts val="0"/>
              </a:spcAft>
              <a:buClr>
                <a:schemeClr val="lt1"/>
              </a:buClr>
              <a:buSzPts val="1620"/>
              <a:buChar char="·"/>
              <a:defRPr sz="1800">
                <a:solidFill>
                  <a:schemeClr val="lt1"/>
                </a:solidFill>
              </a:defRPr>
            </a:lvl4pPr>
            <a:lvl5pPr marL="2286000" lvl="4" indent="-331470" algn="l">
              <a:lnSpc>
                <a:spcPct val="100000"/>
              </a:lnSpc>
              <a:spcBef>
                <a:spcPts val="360"/>
              </a:spcBef>
              <a:spcAft>
                <a:spcPts val="0"/>
              </a:spcAft>
              <a:buClr>
                <a:schemeClr val="lt1"/>
              </a:buClr>
              <a:buSzPts val="1620"/>
              <a:buChar char="·"/>
              <a:defRPr sz="1800">
                <a:solidFill>
                  <a:schemeClr val="lt1"/>
                </a:solidFill>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24" name="Google Shape;224;p37"/>
          <p:cNvSpPr txBox="1">
            <a:spLocks noGrp="1"/>
          </p:cNvSpPr>
          <p:nvPr>
            <p:ph type="body" idx="4"/>
          </p:nvPr>
        </p:nvSpPr>
        <p:spPr>
          <a:xfrm>
            <a:off x="6240463" y="2137143"/>
            <a:ext cx="1597025" cy="646331"/>
          </a:xfrm>
          <a:prstGeom prst="rect">
            <a:avLst/>
          </a:prstGeom>
          <a:noFill/>
          <a:ln>
            <a:noFill/>
          </a:ln>
        </p:spPr>
        <p:txBody>
          <a:bodyPr spcFirstLastPara="1" wrap="square" lIns="90000" tIns="0" rIns="0" bIns="0" anchor="t" anchorCtr="0">
            <a:spAutoFit/>
          </a:bodyPr>
          <a:lstStyle>
            <a:lvl1pPr marL="457200" lvl="0" indent="-308610" algn="l">
              <a:lnSpc>
                <a:spcPct val="100000"/>
              </a:lnSpc>
              <a:spcBef>
                <a:spcPts val="280"/>
              </a:spcBef>
              <a:spcAft>
                <a:spcPts val="0"/>
              </a:spcAft>
              <a:buClr>
                <a:schemeClr val="dk1"/>
              </a:buClr>
              <a:buSzPts val="1260"/>
              <a:buFont typeface="Noto Sans Symbols"/>
              <a:buChar char="·"/>
              <a:defRPr sz="1400">
                <a:solidFill>
                  <a:schemeClr val="dk1"/>
                </a:solidFill>
              </a:defRPr>
            </a:lvl1pPr>
            <a:lvl2pPr marL="914400" lvl="1" indent="-331469" algn="l">
              <a:lnSpc>
                <a:spcPct val="100000"/>
              </a:lnSpc>
              <a:spcBef>
                <a:spcPts val="360"/>
              </a:spcBef>
              <a:spcAft>
                <a:spcPts val="0"/>
              </a:spcAft>
              <a:buClr>
                <a:schemeClr val="lt1"/>
              </a:buClr>
              <a:buSzPts val="1620"/>
              <a:buChar char="·"/>
              <a:defRPr sz="1800">
                <a:solidFill>
                  <a:schemeClr val="lt1"/>
                </a:solidFill>
              </a:defRPr>
            </a:lvl2pPr>
            <a:lvl3pPr marL="1371600" lvl="2" indent="-331469" algn="l">
              <a:lnSpc>
                <a:spcPct val="100000"/>
              </a:lnSpc>
              <a:spcBef>
                <a:spcPts val="360"/>
              </a:spcBef>
              <a:spcAft>
                <a:spcPts val="0"/>
              </a:spcAft>
              <a:buClr>
                <a:schemeClr val="lt1"/>
              </a:buClr>
              <a:buSzPts val="1620"/>
              <a:buChar char="·"/>
              <a:defRPr sz="1800">
                <a:solidFill>
                  <a:schemeClr val="lt1"/>
                </a:solidFill>
              </a:defRPr>
            </a:lvl3pPr>
            <a:lvl4pPr marL="1828800" lvl="3" indent="-331469" algn="l">
              <a:lnSpc>
                <a:spcPct val="100000"/>
              </a:lnSpc>
              <a:spcBef>
                <a:spcPts val="360"/>
              </a:spcBef>
              <a:spcAft>
                <a:spcPts val="0"/>
              </a:spcAft>
              <a:buClr>
                <a:schemeClr val="lt1"/>
              </a:buClr>
              <a:buSzPts val="1620"/>
              <a:buChar char="·"/>
              <a:defRPr sz="1800">
                <a:solidFill>
                  <a:schemeClr val="lt1"/>
                </a:solidFill>
              </a:defRPr>
            </a:lvl4pPr>
            <a:lvl5pPr marL="2286000" lvl="4" indent="-331470" algn="l">
              <a:lnSpc>
                <a:spcPct val="100000"/>
              </a:lnSpc>
              <a:spcBef>
                <a:spcPts val="360"/>
              </a:spcBef>
              <a:spcAft>
                <a:spcPts val="0"/>
              </a:spcAft>
              <a:buClr>
                <a:schemeClr val="lt1"/>
              </a:buClr>
              <a:buSzPts val="1620"/>
              <a:buChar char="·"/>
              <a:defRPr sz="1800">
                <a:solidFill>
                  <a:schemeClr val="lt1"/>
                </a:solidFill>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25" name="Google Shape;225;p37"/>
          <p:cNvSpPr txBox="1">
            <a:spLocks noGrp="1"/>
          </p:cNvSpPr>
          <p:nvPr>
            <p:ph type="body" idx="5"/>
          </p:nvPr>
        </p:nvSpPr>
        <p:spPr>
          <a:xfrm>
            <a:off x="8128000" y="2137143"/>
            <a:ext cx="1592263" cy="646331"/>
          </a:xfrm>
          <a:prstGeom prst="rect">
            <a:avLst/>
          </a:prstGeom>
          <a:noFill/>
          <a:ln>
            <a:noFill/>
          </a:ln>
        </p:spPr>
        <p:txBody>
          <a:bodyPr spcFirstLastPara="1" wrap="square" lIns="90000" tIns="0" rIns="0" bIns="0" anchor="t" anchorCtr="0">
            <a:spAutoFit/>
          </a:bodyPr>
          <a:lstStyle>
            <a:lvl1pPr marL="457200" lvl="0" indent="-308610" algn="l">
              <a:lnSpc>
                <a:spcPct val="100000"/>
              </a:lnSpc>
              <a:spcBef>
                <a:spcPts val="280"/>
              </a:spcBef>
              <a:spcAft>
                <a:spcPts val="0"/>
              </a:spcAft>
              <a:buClr>
                <a:schemeClr val="dk1"/>
              </a:buClr>
              <a:buSzPts val="1260"/>
              <a:buFont typeface="Noto Sans Symbols"/>
              <a:buChar char="·"/>
              <a:defRPr sz="1400">
                <a:solidFill>
                  <a:schemeClr val="dk1"/>
                </a:solidFill>
              </a:defRPr>
            </a:lvl1pPr>
            <a:lvl2pPr marL="914400" lvl="1" indent="-331469" algn="l">
              <a:lnSpc>
                <a:spcPct val="100000"/>
              </a:lnSpc>
              <a:spcBef>
                <a:spcPts val="360"/>
              </a:spcBef>
              <a:spcAft>
                <a:spcPts val="0"/>
              </a:spcAft>
              <a:buClr>
                <a:schemeClr val="lt1"/>
              </a:buClr>
              <a:buSzPts val="1620"/>
              <a:buChar char="·"/>
              <a:defRPr sz="1800">
                <a:solidFill>
                  <a:schemeClr val="lt1"/>
                </a:solidFill>
              </a:defRPr>
            </a:lvl2pPr>
            <a:lvl3pPr marL="1371600" lvl="2" indent="-331469" algn="l">
              <a:lnSpc>
                <a:spcPct val="100000"/>
              </a:lnSpc>
              <a:spcBef>
                <a:spcPts val="360"/>
              </a:spcBef>
              <a:spcAft>
                <a:spcPts val="0"/>
              </a:spcAft>
              <a:buClr>
                <a:schemeClr val="lt1"/>
              </a:buClr>
              <a:buSzPts val="1620"/>
              <a:buChar char="·"/>
              <a:defRPr sz="1800">
                <a:solidFill>
                  <a:schemeClr val="lt1"/>
                </a:solidFill>
              </a:defRPr>
            </a:lvl3pPr>
            <a:lvl4pPr marL="1828800" lvl="3" indent="-331469" algn="l">
              <a:lnSpc>
                <a:spcPct val="100000"/>
              </a:lnSpc>
              <a:spcBef>
                <a:spcPts val="360"/>
              </a:spcBef>
              <a:spcAft>
                <a:spcPts val="0"/>
              </a:spcAft>
              <a:buClr>
                <a:schemeClr val="lt1"/>
              </a:buClr>
              <a:buSzPts val="1620"/>
              <a:buChar char="·"/>
              <a:defRPr sz="1800">
                <a:solidFill>
                  <a:schemeClr val="lt1"/>
                </a:solidFill>
              </a:defRPr>
            </a:lvl4pPr>
            <a:lvl5pPr marL="2286000" lvl="4" indent="-331470" algn="l">
              <a:lnSpc>
                <a:spcPct val="100000"/>
              </a:lnSpc>
              <a:spcBef>
                <a:spcPts val="360"/>
              </a:spcBef>
              <a:spcAft>
                <a:spcPts val="0"/>
              </a:spcAft>
              <a:buClr>
                <a:schemeClr val="lt1"/>
              </a:buClr>
              <a:buSzPts val="1620"/>
              <a:buChar char="·"/>
              <a:defRPr sz="1800">
                <a:solidFill>
                  <a:schemeClr val="lt1"/>
                </a:solidFill>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26" name="Google Shape;226;p37"/>
          <p:cNvSpPr txBox="1">
            <a:spLocks noGrp="1"/>
          </p:cNvSpPr>
          <p:nvPr>
            <p:ph type="body" idx="6"/>
          </p:nvPr>
        </p:nvSpPr>
        <p:spPr>
          <a:xfrm>
            <a:off x="10013950" y="2137143"/>
            <a:ext cx="1595438" cy="646331"/>
          </a:xfrm>
          <a:prstGeom prst="rect">
            <a:avLst/>
          </a:prstGeom>
          <a:noFill/>
          <a:ln>
            <a:noFill/>
          </a:ln>
        </p:spPr>
        <p:txBody>
          <a:bodyPr spcFirstLastPara="1" wrap="square" lIns="90000" tIns="0" rIns="0" bIns="0" anchor="t" anchorCtr="0">
            <a:spAutoFit/>
          </a:bodyPr>
          <a:lstStyle>
            <a:lvl1pPr marL="457200" lvl="0" indent="-308610" algn="l">
              <a:lnSpc>
                <a:spcPct val="100000"/>
              </a:lnSpc>
              <a:spcBef>
                <a:spcPts val="280"/>
              </a:spcBef>
              <a:spcAft>
                <a:spcPts val="0"/>
              </a:spcAft>
              <a:buClr>
                <a:schemeClr val="dk1"/>
              </a:buClr>
              <a:buSzPts val="1260"/>
              <a:buFont typeface="Noto Sans Symbols"/>
              <a:buChar char="·"/>
              <a:defRPr sz="1400">
                <a:solidFill>
                  <a:schemeClr val="dk1"/>
                </a:solidFill>
              </a:defRPr>
            </a:lvl1pPr>
            <a:lvl2pPr marL="914400" lvl="1" indent="-331469" algn="l">
              <a:lnSpc>
                <a:spcPct val="100000"/>
              </a:lnSpc>
              <a:spcBef>
                <a:spcPts val="360"/>
              </a:spcBef>
              <a:spcAft>
                <a:spcPts val="0"/>
              </a:spcAft>
              <a:buClr>
                <a:schemeClr val="lt1"/>
              </a:buClr>
              <a:buSzPts val="1620"/>
              <a:buChar char="·"/>
              <a:defRPr sz="1800">
                <a:solidFill>
                  <a:schemeClr val="lt1"/>
                </a:solidFill>
              </a:defRPr>
            </a:lvl2pPr>
            <a:lvl3pPr marL="1371600" lvl="2" indent="-331469" algn="l">
              <a:lnSpc>
                <a:spcPct val="100000"/>
              </a:lnSpc>
              <a:spcBef>
                <a:spcPts val="360"/>
              </a:spcBef>
              <a:spcAft>
                <a:spcPts val="0"/>
              </a:spcAft>
              <a:buClr>
                <a:schemeClr val="lt1"/>
              </a:buClr>
              <a:buSzPts val="1620"/>
              <a:buChar char="·"/>
              <a:defRPr sz="1800">
                <a:solidFill>
                  <a:schemeClr val="lt1"/>
                </a:solidFill>
              </a:defRPr>
            </a:lvl3pPr>
            <a:lvl4pPr marL="1828800" lvl="3" indent="-331469" algn="l">
              <a:lnSpc>
                <a:spcPct val="100000"/>
              </a:lnSpc>
              <a:spcBef>
                <a:spcPts val="360"/>
              </a:spcBef>
              <a:spcAft>
                <a:spcPts val="0"/>
              </a:spcAft>
              <a:buClr>
                <a:schemeClr val="lt1"/>
              </a:buClr>
              <a:buSzPts val="1620"/>
              <a:buChar char="·"/>
              <a:defRPr sz="1800">
                <a:solidFill>
                  <a:schemeClr val="lt1"/>
                </a:solidFill>
              </a:defRPr>
            </a:lvl4pPr>
            <a:lvl5pPr marL="2286000" lvl="4" indent="-331470" algn="l">
              <a:lnSpc>
                <a:spcPct val="100000"/>
              </a:lnSpc>
              <a:spcBef>
                <a:spcPts val="360"/>
              </a:spcBef>
              <a:spcAft>
                <a:spcPts val="0"/>
              </a:spcAft>
              <a:buClr>
                <a:schemeClr val="lt1"/>
              </a:buClr>
              <a:buSzPts val="1620"/>
              <a:buChar char="·"/>
              <a:defRPr sz="1800">
                <a:solidFill>
                  <a:schemeClr val="lt1"/>
                </a:solidFill>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27" name="Google Shape;227;p37"/>
          <p:cNvSpPr txBox="1">
            <a:spLocks noGrp="1"/>
          </p:cNvSpPr>
          <p:nvPr>
            <p:ph type="body" idx="7"/>
          </p:nvPr>
        </p:nvSpPr>
        <p:spPr>
          <a:xfrm>
            <a:off x="584200" y="4509120"/>
            <a:ext cx="1595438" cy="646331"/>
          </a:xfrm>
          <a:prstGeom prst="rect">
            <a:avLst/>
          </a:prstGeom>
          <a:noFill/>
          <a:ln>
            <a:noFill/>
          </a:ln>
        </p:spPr>
        <p:txBody>
          <a:bodyPr spcFirstLastPara="1" wrap="square" lIns="90000" tIns="0" rIns="0" bIns="0" anchor="t" anchorCtr="0">
            <a:spAutoFit/>
          </a:bodyPr>
          <a:lstStyle>
            <a:lvl1pPr marL="457200" lvl="0" indent="-308610" algn="l">
              <a:lnSpc>
                <a:spcPct val="100000"/>
              </a:lnSpc>
              <a:spcBef>
                <a:spcPts val="280"/>
              </a:spcBef>
              <a:spcAft>
                <a:spcPts val="0"/>
              </a:spcAft>
              <a:buClr>
                <a:schemeClr val="dk1"/>
              </a:buClr>
              <a:buSzPts val="1260"/>
              <a:buFont typeface="Noto Sans Symbols"/>
              <a:buChar char="·"/>
              <a:defRPr sz="1400">
                <a:solidFill>
                  <a:schemeClr val="dk1"/>
                </a:solidFill>
              </a:defRPr>
            </a:lvl1pPr>
            <a:lvl2pPr marL="914400" lvl="1" indent="-331469" algn="l">
              <a:lnSpc>
                <a:spcPct val="100000"/>
              </a:lnSpc>
              <a:spcBef>
                <a:spcPts val="360"/>
              </a:spcBef>
              <a:spcAft>
                <a:spcPts val="0"/>
              </a:spcAft>
              <a:buClr>
                <a:schemeClr val="lt1"/>
              </a:buClr>
              <a:buSzPts val="1620"/>
              <a:buChar char="·"/>
              <a:defRPr sz="1800">
                <a:solidFill>
                  <a:schemeClr val="lt1"/>
                </a:solidFill>
              </a:defRPr>
            </a:lvl2pPr>
            <a:lvl3pPr marL="1371600" lvl="2" indent="-331469" algn="l">
              <a:lnSpc>
                <a:spcPct val="100000"/>
              </a:lnSpc>
              <a:spcBef>
                <a:spcPts val="360"/>
              </a:spcBef>
              <a:spcAft>
                <a:spcPts val="0"/>
              </a:spcAft>
              <a:buClr>
                <a:schemeClr val="lt1"/>
              </a:buClr>
              <a:buSzPts val="1620"/>
              <a:buChar char="·"/>
              <a:defRPr sz="1800">
                <a:solidFill>
                  <a:schemeClr val="lt1"/>
                </a:solidFill>
              </a:defRPr>
            </a:lvl3pPr>
            <a:lvl4pPr marL="1828800" lvl="3" indent="-331469" algn="l">
              <a:lnSpc>
                <a:spcPct val="100000"/>
              </a:lnSpc>
              <a:spcBef>
                <a:spcPts val="360"/>
              </a:spcBef>
              <a:spcAft>
                <a:spcPts val="0"/>
              </a:spcAft>
              <a:buClr>
                <a:schemeClr val="lt1"/>
              </a:buClr>
              <a:buSzPts val="1620"/>
              <a:buChar char="·"/>
              <a:defRPr sz="1800">
                <a:solidFill>
                  <a:schemeClr val="lt1"/>
                </a:solidFill>
              </a:defRPr>
            </a:lvl4pPr>
            <a:lvl5pPr marL="2286000" lvl="4" indent="-331470" algn="l">
              <a:lnSpc>
                <a:spcPct val="100000"/>
              </a:lnSpc>
              <a:spcBef>
                <a:spcPts val="360"/>
              </a:spcBef>
              <a:spcAft>
                <a:spcPts val="0"/>
              </a:spcAft>
              <a:buClr>
                <a:schemeClr val="lt1"/>
              </a:buClr>
              <a:buSzPts val="1620"/>
              <a:buChar char="·"/>
              <a:defRPr sz="1800">
                <a:solidFill>
                  <a:schemeClr val="lt1"/>
                </a:solidFill>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28" name="Google Shape;228;p37"/>
          <p:cNvSpPr txBox="1">
            <a:spLocks noGrp="1"/>
          </p:cNvSpPr>
          <p:nvPr>
            <p:ph type="body" idx="8"/>
          </p:nvPr>
        </p:nvSpPr>
        <p:spPr>
          <a:xfrm>
            <a:off x="2470150" y="4509120"/>
            <a:ext cx="1595438" cy="646331"/>
          </a:xfrm>
          <a:prstGeom prst="rect">
            <a:avLst/>
          </a:prstGeom>
          <a:noFill/>
          <a:ln>
            <a:noFill/>
          </a:ln>
        </p:spPr>
        <p:txBody>
          <a:bodyPr spcFirstLastPara="1" wrap="square" lIns="90000" tIns="0" rIns="0" bIns="0" anchor="t" anchorCtr="0">
            <a:spAutoFit/>
          </a:bodyPr>
          <a:lstStyle>
            <a:lvl1pPr marL="457200" lvl="0" indent="-308610" algn="l">
              <a:lnSpc>
                <a:spcPct val="100000"/>
              </a:lnSpc>
              <a:spcBef>
                <a:spcPts val="280"/>
              </a:spcBef>
              <a:spcAft>
                <a:spcPts val="0"/>
              </a:spcAft>
              <a:buClr>
                <a:schemeClr val="dk1"/>
              </a:buClr>
              <a:buSzPts val="1260"/>
              <a:buFont typeface="Noto Sans Symbols"/>
              <a:buChar char="·"/>
              <a:defRPr sz="1400">
                <a:solidFill>
                  <a:schemeClr val="dk1"/>
                </a:solidFill>
              </a:defRPr>
            </a:lvl1pPr>
            <a:lvl2pPr marL="914400" lvl="1" indent="-331469" algn="l">
              <a:lnSpc>
                <a:spcPct val="100000"/>
              </a:lnSpc>
              <a:spcBef>
                <a:spcPts val="360"/>
              </a:spcBef>
              <a:spcAft>
                <a:spcPts val="0"/>
              </a:spcAft>
              <a:buClr>
                <a:schemeClr val="lt1"/>
              </a:buClr>
              <a:buSzPts val="1620"/>
              <a:buChar char="·"/>
              <a:defRPr sz="1800">
                <a:solidFill>
                  <a:schemeClr val="lt1"/>
                </a:solidFill>
              </a:defRPr>
            </a:lvl2pPr>
            <a:lvl3pPr marL="1371600" lvl="2" indent="-331469" algn="l">
              <a:lnSpc>
                <a:spcPct val="100000"/>
              </a:lnSpc>
              <a:spcBef>
                <a:spcPts val="360"/>
              </a:spcBef>
              <a:spcAft>
                <a:spcPts val="0"/>
              </a:spcAft>
              <a:buClr>
                <a:schemeClr val="lt1"/>
              </a:buClr>
              <a:buSzPts val="1620"/>
              <a:buChar char="·"/>
              <a:defRPr sz="1800">
                <a:solidFill>
                  <a:schemeClr val="lt1"/>
                </a:solidFill>
              </a:defRPr>
            </a:lvl3pPr>
            <a:lvl4pPr marL="1828800" lvl="3" indent="-331469" algn="l">
              <a:lnSpc>
                <a:spcPct val="100000"/>
              </a:lnSpc>
              <a:spcBef>
                <a:spcPts val="360"/>
              </a:spcBef>
              <a:spcAft>
                <a:spcPts val="0"/>
              </a:spcAft>
              <a:buClr>
                <a:schemeClr val="lt1"/>
              </a:buClr>
              <a:buSzPts val="1620"/>
              <a:buChar char="·"/>
              <a:defRPr sz="1800">
                <a:solidFill>
                  <a:schemeClr val="lt1"/>
                </a:solidFill>
              </a:defRPr>
            </a:lvl4pPr>
            <a:lvl5pPr marL="2286000" lvl="4" indent="-331470" algn="l">
              <a:lnSpc>
                <a:spcPct val="100000"/>
              </a:lnSpc>
              <a:spcBef>
                <a:spcPts val="360"/>
              </a:spcBef>
              <a:spcAft>
                <a:spcPts val="0"/>
              </a:spcAft>
              <a:buClr>
                <a:schemeClr val="lt1"/>
              </a:buClr>
              <a:buSzPts val="1620"/>
              <a:buChar char="·"/>
              <a:defRPr sz="1800">
                <a:solidFill>
                  <a:schemeClr val="lt1"/>
                </a:solidFill>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29" name="Google Shape;229;p37"/>
          <p:cNvSpPr txBox="1">
            <a:spLocks noGrp="1"/>
          </p:cNvSpPr>
          <p:nvPr>
            <p:ph type="body" idx="9"/>
          </p:nvPr>
        </p:nvSpPr>
        <p:spPr>
          <a:xfrm>
            <a:off x="4356100" y="4509120"/>
            <a:ext cx="1603375" cy="646331"/>
          </a:xfrm>
          <a:prstGeom prst="rect">
            <a:avLst/>
          </a:prstGeom>
          <a:noFill/>
          <a:ln>
            <a:noFill/>
          </a:ln>
        </p:spPr>
        <p:txBody>
          <a:bodyPr spcFirstLastPara="1" wrap="square" lIns="90000" tIns="0" rIns="0" bIns="0" anchor="t" anchorCtr="0">
            <a:spAutoFit/>
          </a:bodyPr>
          <a:lstStyle>
            <a:lvl1pPr marL="457200" lvl="0" indent="-308610" algn="l">
              <a:lnSpc>
                <a:spcPct val="100000"/>
              </a:lnSpc>
              <a:spcBef>
                <a:spcPts val="280"/>
              </a:spcBef>
              <a:spcAft>
                <a:spcPts val="0"/>
              </a:spcAft>
              <a:buClr>
                <a:schemeClr val="dk1"/>
              </a:buClr>
              <a:buSzPts val="1260"/>
              <a:buFont typeface="Noto Sans Symbols"/>
              <a:buChar char="·"/>
              <a:defRPr sz="1400">
                <a:solidFill>
                  <a:schemeClr val="dk1"/>
                </a:solidFill>
              </a:defRPr>
            </a:lvl1pPr>
            <a:lvl2pPr marL="914400" lvl="1" indent="-331469" algn="l">
              <a:lnSpc>
                <a:spcPct val="100000"/>
              </a:lnSpc>
              <a:spcBef>
                <a:spcPts val="360"/>
              </a:spcBef>
              <a:spcAft>
                <a:spcPts val="0"/>
              </a:spcAft>
              <a:buClr>
                <a:schemeClr val="lt1"/>
              </a:buClr>
              <a:buSzPts val="1620"/>
              <a:buChar char="·"/>
              <a:defRPr sz="1800">
                <a:solidFill>
                  <a:schemeClr val="lt1"/>
                </a:solidFill>
              </a:defRPr>
            </a:lvl2pPr>
            <a:lvl3pPr marL="1371600" lvl="2" indent="-331469" algn="l">
              <a:lnSpc>
                <a:spcPct val="100000"/>
              </a:lnSpc>
              <a:spcBef>
                <a:spcPts val="360"/>
              </a:spcBef>
              <a:spcAft>
                <a:spcPts val="0"/>
              </a:spcAft>
              <a:buClr>
                <a:schemeClr val="lt1"/>
              </a:buClr>
              <a:buSzPts val="1620"/>
              <a:buChar char="·"/>
              <a:defRPr sz="1800">
                <a:solidFill>
                  <a:schemeClr val="lt1"/>
                </a:solidFill>
              </a:defRPr>
            </a:lvl3pPr>
            <a:lvl4pPr marL="1828800" lvl="3" indent="-331469" algn="l">
              <a:lnSpc>
                <a:spcPct val="100000"/>
              </a:lnSpc>
              <a:spcBef>
                <a:spcPts val="360"/>
              </a:spcBef>
              <a:spcAft>
                <a:spcPts val="0"/>
              </a:spcAft>
              <a:buClr>
                <a:schemeClr val="lt1"/>
              </a:buClr>
              <a:buSzPts val="1620"/>
              <a:buChar char="·"/>
              <a:defRPr sz="1800">
                <a:solidFill>
                  <a:schemeClr val="lt1"/>
                </a:solidFill>
              </a:defRPr>
            </a:lvl4pPr>
            <a:lvl5pPr marL="2286000" lvl="4" indent="-331470" algn="l">
              <a:lnSpc>
                <a:spcPct val="100000"/>
              </a:lnSpc>
              <a:spcBef>
                <a:spcPts val="360"/>
              </a:spcBef>
              <a:spcAft>
                <a:spcPts val="0"/>
              </a:spcAft>
              <a:buClr>
                <a:schemeClr val="lt1"/>
              </a:buClr>
              <a:buSzPts val="1620"/>
              <a:buChar char="·"/>
              <a:defRPr sz="1800">
                <a:solidFill>
                  <a:schemeClr val="lt1"/>
                </a:solidFill>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30" name="Google Shape;230;p37"/>
          <p:cNvSpPr txBox="1">
            <a:spLocks noGrp="1"/>
          </p:cNvSpPr>
          <p:nvPr>
            <p:ph type="body" idx="13"/>
          </p:nvPr>
        </p:nvSpPr>
        <p:spPr>
          <a:xfrm>
            <a:off x="6240463" y="4509120"/>
            <a:ext cx="1597025" cy="646331"/>
          </a:xfrm>
          <a:prstGeom prst="rect">
            <a:avLst/>
          </a:prstGeom>
          <a:noFill/>
          <a:ln>
            <a:noFill/>
          </a:ln>
        </p:spPr>
        <p:txBody>
          <a:bodyPr spcFirstLastPara="1" wrap="square" lIns="90000" tIns="0" rIns="0" bIns="0" anchor="t" anchorCtr="0">
            <a:spAutoFit/>
          </a:bodyPr>
          <a:lstStyle>
            <a:lvl1pPr marL="457200" lvl="0" indent="-308610" algn="l">
              <a:lnSpc>
                <a:spcPct val="100000"/>
              </a:lnSpc>
              <a:spcBef>
                <a:spcPts val="280"/>
              </a:spcBef>
              <a:spcAft>
                <a:spcPts val="0"/>
              </a:spcAft>
              <a:buClr>
                <a:schemeClr val="dk1"/>
              </a:buClr>
              <a:buSzPts val="1260"/>
              <a:buFont typeface="Noto Sans Symbols"/>
              <a:buChar char="·"/>
              <a:defRPr sz="1400">
                <a:solidFill>
                  <a:schemeClr val="dk1"/>
                </a:solidFill>
              </a:defRPr>
            </a:lvl1pPr>
            <a:lvl2pPr marL="914400" lvl="1" indent="-331469" algn="l">
              <a:lnSpc>
                <a:spcPct val="100000"/>
              </a:lnSpc>
              <a:spcBef>
                <a:spcPts val="360"/>
              </a:spcBef>
              <a:spcAft>
                <a:spcPts val="0"/>
              </a:spcAft>
              <a:buClr>
                <a:schemeClr val="lt1"/>
              </a:buClr>
              <a:buSzPts val="1620"/>
              <a:buChar char="·"/>
              <a:defRPr sz="1800">
                <a:solidFill>
                  <a:schemeClr val="lt1"/>
                </a:solidFill>
              </a:defRPr>
            </a:lvl2pPr>
            <a:lvl3pPr marL="1371600" lvl="2" indent="-331469" algn="l">
              <a:lnSpc>
                <a:spcPct val="100000"/>
              </a:lnSpc>
              <a:spcBef>
                <a:spcPts val="360"/>
              </a:spcBef>
              <a:spcAft>
                <a:spcPts val="0"/>
              </a:spcAft>
              <a:buClr>
                <a:schemeClr val="lt1"/>
              </a:buClr>
              <a:buSzPts val="1620"/>
              <a:buChar char="·"/>
              <a:defRPr sz="1800">
                <a:solidFill>
                  <a:schemeClr val="lt1"/>
                </a:solidFill>
              </a:defRPr>
            </a:lvl3pPr>
            <a:lvl4pPr marL="1828800" lvl="3" indent="-331469" algn="l">
              <a:lnSpc>
                <a:spcPct val="100000"/>
              </a:lnSpc>
              <a:spcBef>
                <a:spcPts val="360"/>
              </a:spcBef>
              <a:spcAft>
                <a:spcPts val="0"/>
              </a:spcAft>
              <a:buClr>
                <a:schemeClr val="lt1"/>
              </a:buClr>
              <a:buSzPts val="1620"/>
              <a:buChar char="·"/>
              <a:defRPr sz="1800">
                <a:solidFill>
                  <a:schemeClr val="lt1"/>
                </a:solidFill>
              </a:defRPr>
            </a:lvl4pPr>
            <a:lvl5pPr marL="2286000" lvl="4" indent="-331470" algn="l">
              <a:lnSpc>
                <a:spcPct val="100000"/>
              </a:lnSpc>
              <a:spcBef>
                <a:spcPts val="360"/>
              </a:spcBef>
              <a:spcAft>
                <a:spcPts val="0"/>
              </a:spcAft>
              <a:buClr>
                <a:schemeClr val="lt1"/>
              </a:buClr>
              <a:buSzPts val="1620"/>
              <a:buChar char="·"/>
              <a:defRPr sz="1800">
                <a:solidFill>
                  <a:schemeClr val="lt1"/>
                </a:solidFill>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31" name="Google Shape;231;p37"/>
          <p:cNvSpPr txBox="1">
            <a:spLocks noGrp="1"/>
          </p:cNvSpPr>
          <p:nvPr>
            <p:ph type="body" idx="14"/>
          </p:nvPr>
        </p:nvSpPr>
        <p:spPr>
          <a:xfrm>
            <a:off x="8128000" y="4509120"/>
            <a:ext cx="1592263" cy="646331"/>
          </a:xfrm>
          <a:prstGeom prst="rect">
            <a:avLst/>
          </a:prstGeom>
          <a:noFill/>
          <a:ln>
            <a:noFill/>
          </a:ln>
        </p:spPr>
        <p:txBody>
          <a:bodyPr spcFirstLastPara="1" wrap="square" lIns="90000" tIns="0" rIns="0" bIns="0" anchor="t" anchorCtr="0">
            <a:spAutoFit/>
          </a:bodyPr>
          <a:lstStyle>
            <a:lvl1pPr marL="457200" lvl="0" indent="-308610" algn="l">
              <a:lnSpc>
                <a:spcPct val="100000"/>
              </a:lnSpc>
              <a:spcBef>
                <a:spcPts val="280"/>
              </a:spcBef>
              <a:spcAft>
                <a:spcPts val="0"/>
              </a:spcAft>
              <a:buClr>
                <a:schemeClr val="dk1"/>
              </a:buClr>
              <a:buSzPts val="1260"/>
              <a:buFont typeface="Noto Sans Symbols"/>
              <a:buChar char="·"/>
              <a:defRPr sz="1400">
                <a:solidFill>
                  <a:schemeClr val="dk1"/>
                </a:solidFill>
              </a:defRPr>
            </a:lvl1pPr>
            <a:lvl2pPr marL="914400" lvl="1" indent="-331469" algn="l">
              <a:lnSpc>
                <a:spcPct val="100000"/>
              </a:lnSpc>
              <a:spcBef>
                <a:spcPts val="360"/>
              </a:spcBef>
              <a:spcAft>
                <a:spcPts val="0"/>
              </a:spcAft>
              <a:buClr>
                <a:schemeClr val="lt1"/>
              </a:buClr>
              <a:buSzPts val="1620"/>
              <a:buChar char="·"/>
              <a:defRPr sz="1800">
                <a:solidFill>
                  <a:schemeClr val="lt1"/>
                </a:solidFill>
              </a:defRPr>
            </a:lvl2pPr>
            <a:lvl3pPr marL="1371600" lvl="2" indent="-331469" algn="l">
              <a:lnSpc>
                <a:spcPct val="100000"/>
              </a:lnSpc>
              <a:spcBef>
                <a:spcPts val="360"/>
              </a:spcBef>
              <a:spcAft>
                <a:spcPts val="0"/>
              </a:spcAft>
              <a:buClr>
                <a:schemeClr val="lt1"/>
              </a:buClr>
              <a:buSzPts val="1620"/>
              <a:buChar char="·"/>
              <a:defRPr sz="1800">
                <a:solidFill>
                  <a:schemeClr val="lt1"/>
                </a:solidFill>
              </a:defRPr>
            </a:lvl3pPr>
            <a:lvl4pPr marL="1828800" lvl="3" indent="-331469" algn="l">
              <a:lnSpc>
                <a:spcPct val="100000"/>
              </a:lnSpc>
              <a:spcBef>
                <a:spcPts val="360"/>
              </a:spcBef>
              <a:spcAft>
                <a:spcPts val="0"/>
              </a:spcAft>
              <a:buClr>
                <a:schemeClr val="lt1"/>
              </a:buClr>
              <a:buSzPts val="1620"/>
              <a:buChar char="·"/>
              <a:defRPr sz="1800">
                <a:solidFill>
                  <a:schemeClr val="lt1"/>
                </a:solidFill>
              </a:defRPr>
            </a:lvl4pPr>
            <a:lvl5pPr marL="2286000" lvl="4" indent="-331470" algn="l">
              <a:lnSpc>
                <a:spcPct val="100000"/>
              </a:lnSpc>
              <a:spcBef>
                <a:spcPts val="360"/>
              </a:spcBef>
              <a:spcAft>
                <a:spcPts val="0"/>
              </a:spcAft>
              <a:buClr>
                <a:schemeClr val="lt1"/>
              </a:buClr>
              <a:buSzPts val="1620"/>
              <a:buChar char="·"/>
              <a:defRPr sz="1800">
                <a:solidFill>
                  <a:schemeClr val="lt1"/>
                </a:solidFill>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32" name="Google Shape;232;p37"/>
          <p:cNvSpPr txBox="1">
            <a:spLocks noGrp="1"/>
          </p:cNvSpPr>
          <p:nvPr>
            <p:ph type="body" idx="15"/>
          </p:nvPr>
        </p:nvSpPr>
        <p:spPr>
          <a:xfrm>
            <a:off x="10013950" y="4509120"/>
            <a:ext cx="1595438" cy="646331"/>
          </a:xfrm>
          <a:prstGeom prst="rect">
            <a:avLst/>
          </a:prstGeom>
          <a:noFill/>
          <a:ln>
            <a:noFill/>
          </a:ln>
        </p:spPr>
        <p:txBody>
          <a:bodyPr spcFirstLastPara="1" wrap="square" lIns="90000" tIns="0" rIns="0" bIns="0" anchor="t" anchorCtr="0">
            <a:spAutoFit/>
          </a:bodyPr>
          <a:lstStyle>
            <a:lvl1pPr marL="457200" lvl="0" indent="-308610" algn="l">
              <a:lnSpc>
                <a:spcPct val="100000"/>
              </a:lnSpc>
              <a:spcBef>
                <a:spcPts val="280"/>
              </a:spcBef>
              <a:spcAft>
                <a:spcPts val="0"/>
              </a:spcAft>
              <a:buClr>
                <a:schemeClr val="dk1"/>
              </a:buClr>
              <a:buSzPts val="1260"/>
              <a:buFont typeface="Noto Sans Symbols"/>
              <a:buChar char="·"/>
              <a:defRPr sz="1400">
                <a:solidFill>
                  <a:schemeClr val="dk1"/>
                </a:solidFill>
              </a:defRPr>
            </a:lvl1pPr>
            <a:lvl2pPr marL="914400" lvl="1" indent="-331469" algn="l">
              <a:lnSpc>
                <a:spcPct val="100000"/>
              </a:lnSpc>
              <a:spcBef>
                <a:spcPts val="360"/>
              </a:spcBef>
              <a:spcAft>
                <a:spcPts val="0"/>
              </a:spcAft>
              <a:buClr>
                <a:schemeClr val="lt1"/>
              </a:buClr>
              <a:buSzPts val="1620"/>
              <a:buChar char="·"/>
              <a:defRPr sz="1800">
                <a:solidFill>
                  <a:schemeClr val="lt1"/>
                </a:solidFill>
              </a:defRPr>
            </a:lvl2pPr>
            <a:lvl3pPr marL="1371600" lvl="2" indent="-331469" algn="l">
              <a:lnSpc>
                <a:spcPct val="100000"/>
              </a:lnSpc>
              <a:spcBef>
                <a:spcPts val="360"/>
              </a:spcBef>
              <a:spcAft>
                <a:spcPts val="0"/>
              </a:spcAft>
              <a:buClr>
                <a:schemeClr val="lt1"/>
              </a:buClr>
              <a:buSzPts val="1620"/>
              <a:buChar char="·"/>
              <a:defRPr sz="1800">
                <a:solidFill>
                  <a:schemeClr val="lt1"/>
                </a:solidFill>
              </a:defRPr>
            </a:lvl3pPr>
            <a:lvl4pPr marL="1828800" lvl="3" indent="-331469" algn="l">
              <a:lnSpc>
                <a:spcPct val="100000"/>
              </a:lnSpc>
              <a:spcBef>
                <a:spcPts val="360"/>
              </a:spcBef>
              <a:spcAft>
                <a:spcPts val="0"/>
              </a:spcAft>
              <a:buClr>
                <a:schemeClr val="lt1"/>
              </a:buClr>
              <a:buSzPts val="1620"/>
              <a:buChar char="·"/>
              <a:defRPr sz="1800">
                <a:solidFill>
                  <a:schemeClr val="lt1"/>
                </a:solidFill>
              </a:defRPr>
            </a:lvl4pPr>
            <a:lvl5pPr marL="2286000" lvl="4" indent="-331470" algn="l">
              <a:lnSpc>
                <a:spcPct val="100000"/>
              </a:lnSpc>
              <a:spcBef>
                <a:spcPts val="360"/>
              </a:spcBef>
              <a:spcAft>
                <a:spcPts val="0"/>
              </a:spcAft>
              <a:buClr>
                <a:schemeClr val="lt1"/>
              </a:buClr>
              <a:buSzPts val="1620"/>
              <a:buChar char="·"/>
              <a:defRPr sz="1800">
                <a:solidFill>
                  <a:schemeClr val="lt1"/>
                </a:solidFill>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cxnSp>
        <p:nvCxnSpPr>
          <p:cNvPr id="233" name="Google Shape;233;p37"/>
          <p:cNvCxnSpPr/>
          <p:nvPr/>
        </p:nvCxnSpPr>
        <p:spPr>
          <a:xfrm>
            <a:off x="584200" y="2017713"/>
            <a:ext cx="1595438" cy="0"/>
          </a:xfrm>
          <a:prstGeom prst="straightConnector1">
            <a:avLst/>
          </a:prstGeom>
          <a:noFill/>
          <a:ln w="25400" cap="flat" cmpd="sng">
            <a:solidFill>
              <a:schemeClr val="dk2"/>
            </a:solidFill>
            <a:prstDash val="solid"/>
            <a:round/>
            <a:headEnd type="none" w="sm" len="sm"/>
            <a:tailEnd type="none" w="sm" len="sm"/>
          </a:ln>
        </p:spPr>
      </p:cxnSp>
      <p:cxnSp>
        <p:nvCxnSpPr>
          <p:cNvPr id="234" name="Google Shape;234;p37"/>
          <p:cNvCxnSpPr/>
          <p:nvPr/>
        </p:nvCxnSpPr>
        <p:spPr>
          <a:xfrm>
            <a:off x="2495600" y="2017713"/>
            <a:ext cx="1595438" cy="0"/>
          </a:xfrm>
          <a:prstGeom prst="straightConnector1">
            <a:avLst/>
          </a:prstGeom>
          <a:noFill/>
          <a:ln w="25400" cap="flat" cmpd="sng">
            <a:solidFill>
              <a:schemeClr val="dk2"/>
            </a:solidFill>
            <a:prstDash val="solid"/>
            <a:round/>
            <a:headEnd type="none" w="sm" len="sm"/>
            <a:tailEnd type="none" w="sm" len="sm"/>
          </a:ln>
        </p:spPr>
      </p:cxnSp>
      <p:cxnSp>
        <p:nvCxnSpPr>
          <p:cNvPr id="235" name="Google Shape;235;p37"/>
          <p:cNvCxnSpPr/>
          <p:nvPr/>
        </p:nvCxnSpPr>
        <p:spPr>
          <a:xfrm>
            <a:off x="4364037" y="2015240"/>
            <a:ext cx="1595438" cy="0"/>
          </a:xfrm>
          <a:prstGeom prst="straightConnector1">
            <a:avLst/>
          </a:prstGeom>
          <a:noFill/>
          <a:ln w="25400" cap="flat" cmpd="sng">
            <a:solidFill>
              <a:schemeClr val="dk2"/>
            </a:solidFill>
            <a:prstDash val="solid"/>
            <a:round/>
            <a:headEnd type="none" w="sm" len="sm"/>
            <a:tailEnd type="none" w="sm" len="sm"/>
          </a:ln>
        </p:spPr>
      </p:cxnSp>
      <p:cxnSp>
        <p:nvCxnSpPr>
          <p:cNvPr id="236" name="Google Shape;236;p37"/>
          <p:cNvCxnSpPr/>
          <p:nvPr/>
        </p:nvCxnSpPr>
        <p:spPr>
          <a:xfrm>
            <a:off x="6240463" y="2017713"/>
            <a:ext cx="1595438" cy="0"/>
          </a:xfrm>
          <a:prstGeom prst="straightConnector1">
            <a:avLst/>
          </a:prstGeom>
          <a:noFill/>
          <a:ln w="25400" cap="flat" cmpd="sng">
            <a:solidFill>
              <a:schemeClr val="dk2"/>
            </a:solidFill>
            <a:prstDash val="solid"/>
            <a:round/>
            <a:headEnd type="none" w="sm" len="sm"/>
            <a:tailEnd type="none" w="sm" len="sm"/>
          </a:ln>
        </p:spPr>
      </p:cxnSp>
      <p:cxnSp>
        <p:nvCxnSpPr>
          <p:cNvPr id="237" name="Google Shape;237;p37"/>
          <p:cNvCxnSpPr/>
          <p:nvPr/>
        </p:nvCxnSpPr>
        <p:spPr>
          <a:xfrm>
            <a:off x="8124825" y="2017713"/>
            <a:ext cx="1595438" cy="0"/>
          </a:xfrm>
          <a:prstGeom prst="straightConnector1">
            <a:avLst/>
          </a:prstGeom>
          <a:noFill/>
          <a:ln w="25400" cap="flat" cmpd="sng">
            <a:solidFill>
              <a:schemeClr val="dk2"/>
            </a:solidFill>
            <a:prstDash val="solid"/>
            <a:round/>
            <a:headEnd type="none" w="sm" len="sm"/>
            <a:tailEnd type="none" w="sm" len="sm"/>
          </a:ln>
        </p:spPr>
      </p:cxnSp>
      <p:cxnSp>
        <p:nvCxnSpPr>
          <p:cNvPr id="238" name="Google Shape;238;p37"/>
          <p:cNvCxnSpPr/>
          <p:nvPr/>
        </p:nvCxnSpPr>
        <p:spPr>
          <a:xfrm>
            <a:off x="10013950" y="2017713"/>
            <a:ext cx="1595438" cy="0"/>
          </a:xfrm>
          <a:prstGeom prst="straightConnector1">
            <a:avLst/>
          </a:prstGeom>
          <a:noFill/>
          <a:ln w="25400" cap="flat" cmpd="sng">
            <a:solidFill>
              <a:schemeClr val="dk2"/>
            </a:solidFill>
            <a:prstDash val="solid"/>
            <a:round/>
            <a:headEnd type="none" w="sm" len="sm"/>
            <a:tailEnd type="none" w="sm" len="sm"/>
          </a:ln>
        </p:spPr>
      </p:cxnSp>
      <p:cxnSp>
        <p:nvCxnSpPr>
          <p:cNvPr id="239" name="Google Shape;239;p37"/>
          <p:cNvCxnSpPr/>
          <p:nvPr/>
        </p:nvCxnSpPr>
        <p:spPr>
          <a:xfrm>
            <a:off x="584200" y="4365104"/>
            <a:ext cx="1595438" cy="0"/>
          </a:xfrm>
          <a:prstGeom prst="straightConnector1">
            <a:avLst/>
          </a:prstGeom>
          <a:noFill/>
          <a:ln w="25400" cap="flat" cmpd="sng">
            <a:solidFill>
              <a:schemeClr val="dk2"/>
            </a:solidFill>
            <a:prstDash val="solid"/>
            <a:round/>
            <a:headEnd type="none" w="sm" len="sm"/>
            <a:tailEnd type="none" w="sm" len="sm"/>
          </a:ln>
        </p:spPr>
      </p:cxnSp>
      <p:cxnSp>
        <p:nvCxnSpPr>
          <p:cNvPr id="240" name="Google Shape;240;p37"/>
          <p:cNvCxnSpPr/>
          <p:nvPr/>
        </p:nvCxnSpPr>
        <p:spPr>
          <a:xfrm>
            <a:off x="2495600" y="4365104"/>
            <a:ext cx="1595438" cy="0"/>
          </a:xfrm>
          <a:prstGeom prst="straightConnector1">
            <a:avLst/>
          </a:prstGeom>
          <a:noFill/>
          <a:ln w="25400" cap="flat" cmpd="sng">
            <a:solidFill>
              <a:schemeClr val="dk2"/>
            </a:solidFill>
            <a:prstDash val="solid"/>
            <a:round/>
            <a:headEnd type="none" w="sm" len="sm"/>
            <a:tailEnd type="none" w="sm" len="sm"/>
          </a:ln>
        </p:spPr>
      </p:cxnSp>
      <p:cxnSp>
        <p:nvCxnSpPr>
          <p:cNvPr id="241" name="Google Shape;241;p37"/>
          <p:cNvCxnSpPr/>
          <p:nvPr/>
        </p:nvCxnSpPr>
        <p:spPr>
          <a:xfrm>
            <a:off x="4364037" y="4362631"/>
            <a:ext cx="1595438" cy="0"/>
          </a:xfrm>
          <a:prstGeom prst="straightConnector1">
            <a:avLst/>
          </a:prstGeom>
          <a:noFill/>
          <a:ln w="25400" cap="flat" cmpd="sng">
            <a:solidFill>
              <a:schemeClr val="dk2"/>
            </a:solidFill>
            <a:prstDash val="solid"/>
            <a:round/>
            <a:headEnd type="none" w="sm" len="sm"/>
            <a:tailEnd type="none" w="sm" len="sm"/>
          </a:ln>
        </p:spPr>
      </p:cxnSp>
      <p:cxnSp>
        <p:nvCxnSpPr>
          <p:cNvPr id="242" name="Google Shape;242;p37"/>
          <p:cNvCxnSpPr/>
          <p:nvPr/>
        </p:nvCxnSpPr>
        <p:spPr>
          <a:xfrm>
            <a:off x="6240463" y="4365104"/>
            <a:ext cx="1595438" cy="0"/>
          </a:xfrm>
          <a:prstGeom prst="straightConnector1">
            <a:avLst/>
          </a:prstGeom>
          <a:noFill/>
          <a:ln w="25400" cap="flat" cmpd="sng">
            <a:solidFill>
              <a:schemeClr val="dk2"/>
            </a:solidFill>
            <a:prstDash val="solid"/>
            <a:round/>
            <a:headEnd type="none" w="sm" len="sm"/>
            <a:tailEnd type="none" w="sm" len="sm"/>
          </a:ln>
        </p:spPr>
      </p:cxnSp>
      <p:cxnSp>
        <p:nvCxnSpPr>
          <p:cNvPr id="243" name="Google Shape;243;p37"/>
          <p:cNvCxnSpPr/>
          <p:nvPr/>
        </p:nvCxnSpPr>
        <p:spPr>
          <a:xfrm>
            <a:off x="8124825" y="4365104"/>
            <a:ext cx="1595438" cy="0"/>
          </a:xfrm>
          <a:prstGeom prst="straightConnector1">
            <a:avLst/>
          </a:prstGeom>
          <a:noFill/>
          <a:ln w="25400" cap="flat" cmpd="sng">
            <a:solidFill>
              <a:schemeClr val="dk2"/>
            </a:solidFill>
            <a:prstDash val="solid"/>
            <a:round/>
            <a:headEnd type="none" w="sm" len="sm"/>
            <a:tailEnd type="none" w="sm" len="sm"/>
          </a:ln>
        </p:spPr>
      </p:cxnSp>
      <p:cxnSp>
        <p:nvCxnSpPr>
          <p:cNvPr id="244" name="Google Shape;244;p37"/>
          <p:cNvCxnSpPr/>
          <p:nvPr/>
        </p:nvCxnSpPr>
        <p:spPr>
          <a:xfrm>
            <a:off x="10013950" y="4365104"/>
            <a:ext cx="1595438" cy="0"/>
          </a:xfrm>
          <a:prstGeom prst="straightConnector1">
            <a:avLst/>
          </a:prstGeom>
          <a:noFill/>
          <a:ln w="25400" cap="flat" cmpd="sng">
            <a:solidFill>
              <a:schemeClr val="dk2"/>
            </a:solidFill>
            <a:prstDash val="solid"/>
            <a:round/>
            <a:headEnd type="none" w="sm" len="sm"/>
            <a:tailEnd type="none" w="sm" len="sm"/>
          </a:ln>
        </p:spPr>
      </p:cxnSp>
    </p:spTree>
  </p:cSld>
  <p:clrMapOvr>
    <a:masterClrMapping/>
  </p:clrMapOvr>
  <p:transition>
    <p:fade/>
  </p:transition>
  <p:extLst>
    <p:ext uri="{DCECCB84-F9BA-43D5-87BE-67443E8EF086}">
      <p15:sldGuideLst xmlns:p15="http://schemas.microsoft.com/office/powerpoint/2012/main">
        <p15:guide id="1" pos="779">
          <p15:clr>
            <a:srgbClr val="A4A3A4"/>
          </p15:clr>
        </p15:guide>
        <p15:guide id="2" pos="962">
          <p15:clr>
            <a:srgbClr val="A4A3A4"/>
          </p15:clr>
        </p15:guide>
        <p15:guide id="3" pos="1373">
          <p15:clr>
            <a:srgbClr val="A4A3A4"/>
          </p15:clr>
        </p15:guide>
        <p15:guide id="4" pos="1556">
          <p15:clr>
            <a:srgbClr val="A4A3A4"/>
          </p15:clr>
        </p15:guide>
        <p15:guide id="5" pos="1967">
          <p15:clr>
            <a:srgbClr val="A4A3A4"/>
          </p15:clr>
        </p15:guide>
        <p15:guide id="6" pos="2150">
          <p15:clr>
            <a:srgbClr val="A4A3A4"/>
          </p15:clr>
        </p15:guide>
        <p15:guide id="7" pos="2561">
          <p15:clr>
            <a:srgbClr val="A4A3A4"/>
          </p15:clr>
        </p15:guide>
        <p15:guide id="8" pos="2744">
          <p15:clr>
            <a:srgbClr val="A4A3A4"/>
          </p15:clr>
        </p15:guide>
        <p15:guide id="9" pos="3161">
          <p15:clr>
            <a:srgbClr val="A4A3A4"/>
          </p15:clr>
        </p15:guide>
        <p15:guide id="10" pos="3348">
          <p15:clr>
            <a:srgbClr val="A4A3A4"/>
          </p15:clr>
        </p15:guide>
        <p15:guide id="11" pos="3754">
          <p15:clr>
            <a:srgbClr val="A4A3A4"/>
          </p15:clr>
        </p15:guide>
        <p15:guide id="12" pos="3931">
          <p15:clr>
            <a:srgbClr val="A4A3A4"/>
          </p15:clr>
        </p15:guide>
        <p15:guide id="13" pos="4342">
          <p15:clr>
            <a:srgbClr val="A4A3A4"/>
          </p15:clr>
        </p15:guide>
        <p15:guide id="14" pos="4531">
          <p15:clr>
            <a:srgbClr val="A4A3A4"/>
          </p15:clr>
        </p15:guide>
        <p15:guide id="15" pos="4937">
          <p15:clr>
            <a:srgbClr val="A4A3A4"/>
          </p15:clr>
        </p15:guide>
        <p15:guide id="16" pos="5120">
          <p15:clr>
            <a:srgbClr val="A4A3A4"/>
          </p15:clr>
        </p15:guide>
        <p15:guide id="17" pos="5529">
          <p15:clr>
            <a:srgbClr val="A4A3A4"/>
          </p15:clr>
        </p15:guide>
        <p15:guide id="18" pos="5714">
          <p15:clr>
            <a:srgbClr val="A4A3A4"/>
          </p15:clr>
        </p15:guide>
        <p15:guide id="19" pos="6123">
          <p15:clr>
            <a:srgbClr val="A4A3A4"/>
          </p15:clr>
        </p15:guide>
        <p15:guide id="20" pos="6308">
          <p15:clr>
            <a:srgbClr val="A4A3A4"/>
          </p15:clr>
        </p15:guide>
        <p15:guide id="21" pos="6717">
          <p15:clr>
            <a:srgbClr val="A4A3A4"/>
          </p15:clr>
        </p15:guide>
        <p15:guide id="22" pos="6900">
          <p15:clr>
            <a:srgbClr val="A4A3A4"/>
          </p15:clr>
        </p15:guide>
        <p15:guide id="23" orient="horz" pos="905">
          <p15:clr>
            <a:srgbClr val="5ACBF0"/>
          </p15:clr>
        </p15:guide>
        <p15:guide id="24" orient="horz" pos="1271">
          <p15:clr>
            <a:srgbClr val="5ACBF0"/>
          </p15:clr>
        </p15:guide>
        <p15:guide id="25" orient="horz" pos="288">
          <p15:clr>
            <a:srgbClr val="5ACBF0"/>
          </p15:clr>
        </p15:guide>
        <p15:guide id="26" orient="horz" pos="2387">
          <p15:clr>
            <a:srgbClr val="FBAE40"/>
          </p15:clr>
        </p15:guide>
        <p15:guide id="27" orient="horz" pos="2750">
          <p15:clr>
            <a:srgbClr val="FBAE4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matchingName="9_Header Line 12 Months">
  <p:cSld name="9_Header Line 12 Months">
    <p:bg>
      <p:bgPr>
        <a:solidFill>
          <a:schemeClr val="lt1"/>
        </a:solidFill>
        <a:effectLst/>
      </p:bgPr>
    </p:bg>
    <p:spTree>
      <p:nvGrpSpPr>
        <p:cNvPr id="1" name="Shape 245"/>
        <p:cNvGrpSpPr/>
        <p:nvPr/>
      </p:nvGrpSpPr>
      <p:grpSpPr>
        <a:xfrm>
          <a:off x="0" y="0"/>
          <a:ext cx="0" cy="0"/>
          <a:chOff x="0" y="0"/>
          <a:chExt cx="0" cy="0"/>
        </a:xfrm>
      </p:grpSpPr>
      <p:sp>
        <p:nvSpPr>
          <p:cNvPr id="246" name="Google Shape;246;p38"/>
          <p:cNvSpPr txBox="1">
            <a:spLocks noGrp="1"/>
          </p:cNvSpPr>
          <p:nvPr>
            <p:ph type="title"/>
          </p:nvPr>
        </p:nvSpPr>
        <p:spPr>
          <a:xfrm>
            <a:off x="588263" y="457200"/>
            <a:ext cx="11018520" cy="553998"/>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Clr>
                <a:schemeClr val="dk1"/>
              </a:buClr>
              <a:buSzPts val="3600"/>
              <a:buFont typeface="Quattrocento Sans"/>
              <a:buNone/>
              <a:defRPr>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47" name="Google Shape;247;p38"/>
          <p:cNvSpPr txBox="1"/>
          <p:nvPr/>
        </p:nvSpPr>
        <p:spPr>
          <a:xfrm flipH="1">
            <a:off x="584200" y="1436688"/>
            <a:ext cx="1595438" cy="581025"/>
          </a:xfrm>
          <a:prstGeom prst="rect">
            <a:avLst/>
          </a:prstGeom>
          <a:noFill/>
          <a:ln>
            <a:noFill/>
          </a:ln>
        </p:spPr>
        <p:txBody>
          <a:bodyPr spcFirstLastPara="1" wrap="square" lIns="90000" tIns="0" rIns="0" bIns="0" anchor="ctr" anchorCtr="0">
            <a:noAutofit/>
          </a:bodyPr>
          <a:lstStyle/>
          <a:p>
            <a:pPr marL="0" marR="0" lvl="0" indent="0" algn="l" rtl="0">
              <a:spcBef>
                <a:spcPts val="0"/>
              </a:spcBef>
              <a:spcAft>
                <a:spcPts val="0"/>
              </a:spcAft>
              <a:buNone/>
            </a:pPr>
            <a:r>
              <a:rPr lang="en-US" sz="2800">
                <a:solidFill>
                  <a:schemeClr val="dk2"/>
                </a:solidFill>
                <a:latin typeface="Quattrocento Sans"/>
                <a:ea typeface="Quattrocento Sans"/>
                <a:cs typeface="Quattrocento Sans"/>
                <a:sym typeface="Quattrocento Sans"/>
              </a:rPr>
              <a:t>Jan</a:t>
            </a:r>
            <a:endParaRPr/>
          </a:p>
        </p:txBody>
      </p:sp>
      <p:sp>
        <p:nvSpPr>
          <p:cNvPr id="248" name="Google Shape;248;p38"/>
          <p:cNvSpPr txBox="1"/>
          <p:nvPr/>
        </p:nvSpPr>
        <p:spPr>
          <a:xfrm flipH="1">
            <a:off x="2470150" y="1436688"/>
            <a:ext cx="1595438" cy="581025"/>
          </a:xfrm>
          <a:prstGeom prst="rect">
            <a:avLst/>
          </a:prstGeom>
          <a:noFill/>
          <a:ln>
            <a:noFill/>
          </a:ln>
        </p:spPr>
        <p:txBody>
          <a:bodyPr spcFirstLastPara="1" wrap="square" lIns="90000" tIns="0" rIns="0" bIns="0" anchor="ctr" anchorCtr="0">
            <a:noAutofit/>
          </a:bodyPr>
          <a:lstStyle/>
          <a:p>
            <a:pPr marL="0" marR="0" lvl="0" indent="0" algn="l" rtl="0">
              <a:spcBef>
                <a:spcPts val="0"/>
              </a:spcBef>
              <a:spcAft>
                <a:spcPts val="0"/>
              </a:spcAft>
              <a:buNone/>
            </a:pPr>
            <a:r>
              <a:rPr lang="en-US" sz="2800">
                <a:solidFill>
                  <a:schemeClr val="dk2"/>
                </a:solidFill>
                <a:latin typeface="Quattrocento Sans"/>
                <a:ea typeface="Quattrocento Sans"/>
                <a:cs typeface="Quattrocento Sans"/>
                <a:sym typeface="Quattrocento Sans"/>
              </a:rPr>
              <a:t>Feb</a:t>
            </a:r>
            <a:endParaRPr/>
          </a:p>
        </p:txBody>
      </p:sp>
      <p:sp>
        <p:nvSpPr>
          <p:cNvPr id="249" name="Google Shape;249;p38"/>
          <p:cNvSpPr txBox="1"/>
          <p:nvPr/>
        </p:nvSpPr>
        <p:spPr>
          <a:xfrm flipH="1">
            <a:off x="4367808" y="1436688"/>
            <a:ext cx="1595438" cy="581025"/>
          </a:xfrm>
          <a:prstGeom prst="rect">
            <a:avLst/>
          </a:prstGeom>
          <a:noFill/>
          <a:ln>
            <a:noFill/>
          </a:ln>
        </p:spPr>
        <p:txBody>
          <a:bodyPr spcFirstLastPara="1" wrap="square" lIns="90000" tIns="0" rIns="0" bIns="0" anchor="ctr" anchorCtr="0">
            <a:noAutofit/>
          </a:bodyPr>
          <a:lstStyle/>
          <a:p>
            <a:pPr marL="0" marR="0" lvl="0" indent="0" algn="l" rtl="0">
              <a:spcBef>
                <a:spcPts val="0"/>
              </a:spcBef>
              <a:spcAft>
                <a:spcPts val="0"/>
              </a:spcAft>
              <a:buNone/>
            </a:pPr>
            <a:r>
              <a:rPr lang="en-US" sz="2800">
                <a:solidFill>
                  <a:schemeClr val="dk2"/>
                </a:solidFill>
                <a:latin typeface="Quattrocento Sans"/>
                <a:ea typeface="Quattrocento Sans"/>
                <a:cs typeface="Quattrocento Sans"/>
                <a:sym typeface="Quattrocento Sans"/>
              </a:rPr>
              <a:t>Mar</a:t>
            </a:r>
            <a:endParaRPr/>
          </a:p>
        </p:txBody>
      </p:sp>
      <p:sp>
        <p:nvSpPr>
          <p:cNvPr id="250" name="Google Shape;250;p38"/>
          <p:cNvSpPr txBox="1"/>
          <p:nvPr/>
        </p:nvSpPr>
        <p:spPr>
          <a:xfrm flipH="1">
            <a:off x="6240016" y="1436688"/>
            <a:ext cx="1595438" cy="581025"/>
          </a:xfrm>
          <a:prstGeom prst="rect">
            <a:avLst/>
          </a:prstGeom>
          <a:noFill/>
          <a:ln>
            <a:noFill/>
          </a:ln>
        </p:spPr>
        <p:txBody>
          <a:bodyPr spcFirstLastPara="1" wrap="square" lIns="90000" tIns="0" rIns="0" bIns="0" anchor="ctr" anchorCtr="0">
            <a:noAutofit/>
          </a:bodyPr>
          <a:lstStyle/>
          <a:p>
            <a:pPr marL="0" marR="0" lvl="0" indent="0" algn="l" rtl="0">
              <a:spcBef>
                <a:spcPts val="0"/>
              </a:spcBef>
              <a:spcAft>
                <a:spcPts val="0"/>
              </a:spcAft>
              <a:buNone/>
            </a:pPr>
            <a:r>
              <a:rPr lang="en-US" sz="2800">
                <a:solidFill>
                  <a:schemeClr val="dk2"/>
                </a:solidFill>
                <a:latin typeface="Quattrocento Sans"/>
                <a:ea typeface="Quattrocento Sans"/>
                <a:cs typeface="Quattrocento Sans"/>
                <a:sym typeface="Quattrocento Sans"/>
              </a:rPr>
              <a:t>Apr</a:t>
            </a:r>
            <a:endParaRPr/>
          </a:p>
        </p:txBody>
      </p:sp>
      <p:sp>
        <p:nvSpPr>
          <p:cNvPr id="251" name="Google Shape;251;p38"/>
          <p:cNvSpPr txBox="1"/>
          <p:nvPr/>
        </p:nvSpPr>
        <p:spPr>
          <a:xfrm flipH="1">
            <a:off x="8127999" y="1436688"/>
            <a:ext cx="1592262" cy="581025"/>
          </a:xfrm>
          <a:prstGeom prst="rect">
            <a:avLst/>
          </a:prstGeom>
          <a:noFill/>
          <a:ln>
            <a:noFill/>
          </a:ln>
        </p:spPr>
        <p:txBody>
          <a:bodyPr spcFirstLastPara="1" wrap="square" lIns="90000" tIns="0" rIns="0" bIns="0" anchor="ctr" anchorCtr="0">
            <a:noAutofit/>
          </a:bodyPr>
          <a:lstStyle/>
          <a:p>
            <a:pPr marL="0" marR="0" lvl="0" indent="0" algn="l" rtl="0">
              <a:spcBef>
                <a:spcPts val="0"/>
              </a:spcBef>
              <a:spcAft>
                <a:spcPts val="0"/>
              </a:spcAft>
              <a:buNone/>
            </a:pPr>
            <a:r>
              <a:rPr lang="en-US" sz="2800">
                <a:solidFill>
                  <a:schemeClr val="dk2"/>
                </a:solidFill>
                <a:latin typeface="Quattrocento Sans"/>
                <a:ea typeface="Quattrocento Sans"/>
                <a:cs typeface="Quattrocento Sans"/>
                <a:sym typeface="Quattrocento Sans"/>
              </a:rPr>
              <a:t>May</a:t>
            </a:r>
            <a:endParaRPr/>
          </a:p>
        </p:txBody>
      </p:sp>
      <p:sp>
        <p:nvSpPr>
          <p:cNvPr id="252" name="Google Shape;252;p38"/>
          <p:cNvSpPr txBox="1"/>
          <p:nvPr/>
        </p:nvSpPr>
        <p:spPr>
          <a:xfrm flipH="1">
            <a:off x="10013950" y="1436688"/>
            <a:ext cx="1595438" cy="581025"/>
          </a:xfrm>
          <a:prstGeom prst="rect">
            <a:avLst/>
          </a:prstGeom>
          <a:noFill/>
          <a:ln>
            <a:noFill/>
          </a:ln>
        </p:spPr>
        <p:txBody>
          <a:bodyPr spcFirstLastPara="1" wrap="square" lIns="90000" tIns="0" rIns="0" bIns="0" anchor="ctr" anchorCtr="0">
            <a:noAutofit/>
          </a:bodyPr>
          <a:lstStyle/>
          <a:p>
            <a:pPr marL="0" marR="0" lvl="0" indent="0" algn="l" rtl="0">
              <a:spcBef>
                <a:spcPts val="0"/>
              </a:spcBef>
              <a:spcAft>
                <a:spcPts val="0"/>
              </a:spcAft>
              <a:buNone/>
            </a:pPr>
            <a:r>
              <a:rPr lang="en-US" sz="2800">
                <a:solidFill>
                  <a:schemeClr val="dk2"/>
                </a:solidFill>
                <a:latin typeface="Quattrocento Sans"/>
                <a:ea typeface="Quattrocento Sans"/>
                <a:cs typeface="Quattrocento Sans"/>
                <a:sym typeface="Quattrocento Sans"/>
              </a:rPr>
              <a:t>Jun</a:t>
            </a:r>
            <a:endParaRPr/>
          </a:p>
        </p:txBody>
      </p:sp>
      <p:sp>
        <p:nvSpPr>
          <p:cNvPr id="253" name="Google Shape;253;p38"/>
          <p:cNvSpPr txBox="1"/>
          <p:nvPr/>
        </p:nvSpPr>
        <p:spPr>
          <a:xfrm flipH="1">
            <a:off x="584200" y="3789363"/>
            <a:ext cx="1595438" cy="581025"/>
          </a:xfrm>
          <a:prstGeom prst="rect">
            <a:avLst/>
          </a:prstGeom>
          <a:noFill/>
          <a:ln>
            <a:noFill/>
          </a:ln>
        </p:spPr>
        <p:txBody>
          <a:bodyPr spcFirstLastPara="1" wrap="square" lIns="90000" tIns="0" rIns="0" bIns="0" anchor="ctr" anchorCtr="0">
            <a:noAutofit/>
          </a:bodyPr>
          <a:lstStyle/>
          <a:p>
            <a:pPr marL="0" marR="0" lvl="0" indent="0" algn="l" rtl="0">
              <a:spcBef>
                <a:spcPts val="0"/>
              </a:spcBef>
              <a:spcAft>
                <a:spcPts val="0"/>
              </a:spcAft>
              <a:buNone/>
            </a:pPr>
            <a:r>
              <a:rPr lang="en-US" sz="2800">
                <a:solidFill>
                  <a:schemeClr val="dk2"/>
                </a:solidFill>
                <a:latin typeface="Quattrocento Sans"/>
                <a:ea typeface="Quattrocento Sans"/>
                <a:cs typeface="Quattrocento Sans"/>
                <a:sym typeface="Quattrocento Sans"/>
              </a:rPr>
              <a:t>Jul</a:t>
            </a:r>
            <a:endParaRPr/>
          </a:p>
        </p:txBody>
      </p:sp>
      <p:sp>
        <p:nvSpPr>
          <p:cNvPr id="254" name="Google Shape;254;p38"/>
          <p:cNvSpPr txBox="1"/>
          <p:nvPr/>
        </p:nvSpPr>
        <p:spPr>
          <a:xfrm flipH="1">
            <a:off x="2470150" y="3789363"/>
            <a:ext cx="1595438" cy="581025"/>
          </a:xfrm>
          <a:prstGeom prst="rect">
            <a:avLst/>
          </a:prstGeom>
          <a:noFill/>
          <a:ln>
            <a:noFill/>
          </a:ln>
        </p:spPr>
        <p:txBody>
          <a:bodyPr spcFirstLastPara="1" wrap="square" lIns="90000" tIns="0" rIns="0" bIns="0" anchor="ctr" anchorCtr="0">
            <a:noAutofit/>
          </a:bodyPr>
          <a:lstStyle/>
          <a:p>
            <a:pPr marL="0" marR="0" lvl="0" indent="0" algn="l" rtl="0">
              <a:spcBef>
                <a:spcPts val="0"/>
              </a:spcBef>
              <a:spcAft>
                <a:spcPts val="0"/>
              </a:spcAft>
              <a:buNone/>
            </a:pPr>
            <a:r>
              <a:rPr lang="en-US" sz="2800">
                <a:solidFill>
                  <a:schemeClr val="dk2"/>
                </a:solidFill>
                <a:latin typeface="Quattrocento Sans"/>
                <a:ea typeface="Quattrocento Sans"/>
                <a:cs typeface="Quattrocento Sans"/>
                <a:sym typeface="Quattrocento Sans"/>
              </a:rPr>
              <a:t>Aug</a:t>
            </a:r>
            <a:endParaRPr/>
          </a:p>
        </p:txBody>
      </p:sp>
      <p:sp>
        <p:nvSpPr>
          <p:cNvPr id="255" name="Google Shape;255;p38"/>
          <p:cNvSpPr txBox="1"/>
          <p:nvPr/>
        </p:nvSpPr>
        <p:spPr>
          <a:xfrm flipH="1">
            <a:off x="4367808" y="3789363"/>
            <a:ext cx="1595438" cy="581025"/>
          </a:xfrm>
          <a:prstGeom prst="rect">
            <a:avLst/>
          </a:prstGeom>
          <a:noFill/>
          <a:ln>
            <a:noFill/>
          </a:ln>
        </p:spPr>
        <p:txBody>
          <a:bodyPr spcFirstLastPara="1" wrap="square" lIns="90000" tIns="0" rIns="0" bIns="0" anchor="ctr" anchorCtr="0">
            <a:noAutofit/>
          </a:bodyPr>
          <a:lstStyle/>
          <a:p>
            <a:pPr marL="0" marR="0" lvl="0" indent="0" algn="l" rtl="0">
              <a:spcBef>
                <a:spcPts val="0"/>
              </a:spcBef>
              <a:spcAft>
                <a:spcPts val="0"/>
              </a:spcAft>
              <a:buNone/>
            </a:pPr>
            <a:r>
              <a:rPr lang="en-US" sz="2800">
                <a:solidFill>
                  <a:schemeClr val="dk2"/>
                </a:solidFill>
                <a:latin typeface="Quattrocento Sans"/>
                <a:ea typeface="Quattrocento Sans"/>
                <a:cs typeface="Quattrocento Sans"/>
                <a:sym typeface="Quattrocento Sans"/>
              </a:rPr>
              <a:t>Sep</a:t>
            </a:r>
            <a:endParaRPr/>
          </a:p>
        </p:txBody>
      </p:sp>
      <p:sp>
        <p:nvSpPr>
          <p:cNvPr id="256" name="Google Shape;256;p38"/>
          <p:cNvSpPr txBox="1"/>
          <p:nvPr/>
        </p:nvSpPr>
        <p:spPr>
          <a:xfrm flipH="1">
            <a:off x="6240016" y="3789363"/>
            <a:ext cx="1595438" cy="581025"/>
          </a:xfrm>
          <a:prstGeom prst="rect">
            <a:avLst/>
          </a:prstGeom>
          <a:noFill/>
          <a:ln>
            <a:noFill/>
          </a:ln>
        </p:spPr>
        <p:txBody>
          <a:bodyPr spcFirstLastPara="1" wrap="square" lIns="90000" tIns="0" rIns="0" bIns="0" anchor="ctr" anchorCtr="0">
            <a:noAutofit/>
          </a:bodyPr>
          <a:lstStyle/>
          <a:p>
            <a:pPr marL="0" marR="0" lvl="0" indent="0" algn="l" rtl="0">
              <a:spcBef>
                <a:spcPts val="0"/>
              </a:spcBef>
              <a:spcAft>
                <a:spcPts val="0"/>
              </a:spcAft>
              <a:buNone/>
            </a:pPr>
            <a:r>
              <a:rPr lang="en-US" sz="2800">
                <a:solidFill>
                  <a:schemeClr val="dk2"/>
                </a:solidFill>
                <a:latin typeface="Quattrocento Sans"/>
                <a:ea typeface="Quattrocento Sans"/>
                <a:cs typeface="Quattrocento Sans"/>
                <a:sym typeface="Quattrocento Sans"/>
              </a:rPr>
              <a:t>Oct</a:t>
            </a:r>
            <a:endParaRPr/>
          </a:p>
        </p:txBody>
      </p:sp>
      <p:sp>
        <p:nvSpPr>
          <p:cNvPr id="257" name="Google Shape;257;p38"/>
          <p:cNvSpPr txBox="1"/>
          <p:nvPr/>
        </p:nvSpPr>
        <p:spPr>
          <a:xfrm flipH="1">
            <a:off x="8127999" y="3789363"/>
            <a:ext cx="1592262" cy="581025"/>
          </a:xfrm>
          <a:prstGeom prst="rect">
            <a:avLst/>
          </a:prstGeom>
          <a:noFill/>
          <a:ln>
            <a:noFill/>
          </a:ln>
        </p:spPr>
        <p:txBody>
          <a:bodyPr spcFirstLastPara="1" wrap="square" lIns="90000" tIns="0" rIns="0" bIns="0" anchor="ctr" anchorCtr="0">
            <a:noAutofit/>
          </a:bodyPr>
          <a:lstStyle/>
          <a:p>
            <a:pPr marL="0" marR="0" lvl="0" indent="0" algn="l" rtl="0">
              <a:spcBef>
                <a:spcPts val="0"/>
              </a:spcBef>
              <a:spcAft>
                <a:spcPts val="0"/>
              </a:spcAft>
              <a:buNone/>
            </a:pPr>
            <a:r>
              <a:rPr lang="en-US" sz="2800">
                <a:solidFill>
                  <a:schemeClr val="dk2"/>
                </a:solidFill>
                <a:latin typeface="Quattrocento Sans"/>
                <a:ea typeface="Quattrocento Sans"/>
                <a:cs typeface="Quattrocento Sans"/>
                <a:sym typeface="Quattrocento Sans"/>
              </a:rPr>
              <a:t>Nov</a:t>
            </a:r>
            <a:endParaRPr/>
          </a:p>
        </p:txBody>
      </p:sp>
      <p:sp>
        <p:nvSpPr>
          <p:cNvPr id="258" name="Google Shape;258;p38"/>
          <p:cNvSpPr txBox="1"/>
          <p:nvPr/>
        </p:nvSpPr>
        <p:spPr>
          <a:xfrm flipH="1">
            <a:off x="10013950" y="3789363"/>
            <a:ext cx="1595438" cy="581025"/>
          </a:xfrm>
          <a:prstGeom prst="rect">
            <a:avLst/>
          </a:prstGeom>
          <a:noFill/>
          <a:ln>
            <a:noFill/>
          </a:ln>
        </p:spPr>
        <p:txBody>
          <a:bodyPr spcFirstLastPara="1" wrap="square" lIns="90000" tIns="0" rIns="0" bIns="0" anchor="ctr" anchorCtr="0">
            <a:noAutofit/>
          </a:bodyPr>
          <a:lstStyle/>
          <a:p>
            <a:pPr marL="0" marR="0" lvl="0" indent="0" algn="l" rtl="0">
              <a:spcBef>
                <a:spcPts val="0"/>
              </a:spcBef>
              <a:spcAft>
                <a:spcPts val="0"/>
              </a:spcAft>
              <a:buNone/>
            </a:pPr>
            <a:r>
              <a:rPr lang="en-US" sz="2800">
                <a:solidFill>
                  <a:schemeClr val="dk2"/>
                </a:solidFill>
                <a:latin typeface="Quattrocento Sans"/>
                <a:ea typeface="Quattrocento Sans"/>
                <a:cs typeface="Quattrocento Sans"/>
                <a:sym typeface="Quattrocento Sans"/>
              </a:rPr>
              <a:t>Dec</a:t>
            </a:r>
            <a:endParaRPr/>
          </a:p>
        </p:txBody>
      </p:sp>
      <p:sp>
        <p:nvSpPr>
          <p:cNvPr id="259" name="Google Shape;259;p38"/>
          <p:cNvSpPr txBox="1">
            <a:spLocks noGrp="1"/>
          </p:cNvSpPr>
          <p:nvPr>
            <p:ph type="body" idx="1"/>
          </p:nvPr>
        </p:nvSpPr>
        <p:spPr>
          <a:xfrm>
            <a:off x="584200" y="2137143"/>
            <a:ext cx="1595438" cy="646331"/>
          </a:xfrm>
          <a:prstGeom prst="rect">
            <a:avLst/>
          </a:prstGeom>
          <a:noFill/>
          <a:ln>
            <a:noFill/>
          </a:ln>
        </p:spPr>
        <p:txBody>
          <a:bodyPr spcFirstLastPara="1" wrap="square" lIns="90000" tIns="0" rIns="0" bIns="0" anchor="t" anchorCtr="0">
            <a:spAutoFit/>
          </a:bodyPr>
          <a:lstStyle>
            <a:lvl1pPr marL="457200" lvl="0" indent="-308610" algn="l">
              <a:lnSpc>
                <a:spcPct val="100000"/>
              </a:lnSpc>
              <a:spcBef>
                <a:spcPts val="280"/>
              </a:spcBef>
              <a:spcAft>
                <a:spcPts val="0"/>
              </a:spcAft>
              <a:buClr>
                <a:schemeClr val="dk1"/>
              </a:buClr>
              <a:buSzPts val="1260"/>
              <a:buFont typeface="Noto Sans Symbols"/>
              <a:buChar char="·"/>
              <a:defRPr sz="1400">
                <a:solidFill>
                  <a:schemeClr val="dk1"/>
                </a:solidFill>
              </a:defRPr>
            </a:lvl1pPr>
            <a:lvl2pPr marL="914400" lvl="1" indent="-331469" algn="l">
              <a:lnSpc>
                <a:spcPct val="100000"/>
              </a:lnSpc>
              <a:spcBef>
                <a:spcPts val="360"/>
              </a:spcBef>
              <a:spcAft>
                <a:spcPts val="0"/>
              </a:spcAft>
              <a:buClr>
                <a:schemeClr val="lt1"/>
              </a:buClr>
              <a:buSzPts val="1620"/>
              <a:buChar char="·"/>
              <a:defRPr sz="1800">
                <a:solidFill>
                  <a:schemeClr val="lt1"/>
                </a:solidFill>
              </a:defRPr>
            </a:lvl2pPr>
            <a:lvl3pPr marL="1371600" lvl="2" indent="-331469" algn="l">
              <a:lnSpc>
                <a:spcPct val="100000"/>
              </a:lnSpc>
              <a:spcBef>
                <a:spcPts val="360"/>
              </a:spcBef>
              <a:spcAft>
                <a:spcPts val="0"/>
              </a:spcAft>
              <a:buClr>
                <a:schemeClr val="lt1"/>
              </a:buClr>
              <a:buSzPts val="1620"/>
              <a:buChar char="·"/>
              <a:defRPr sz="1800">
                <a:solidFill>
                  <a:schemeClr val="lt1"/>
                </a:solidFill>
              </a:defRPr>
            </a:lvl3pPr>
            <a:lvl4pPr marL="1828800" lvl="3" indent="-331469" algn="l">
              <a:lnSpc>
                <a:spcPct val="100000"/>
              </a:lnSpc>
              <a:spcBef>
                <a:spcPts val="360"/>
              </a:spcBef>
              <a:spcAft>
                <a:spcPts val="0"/>
              </a:spcAft>
              <a:buClr>
                <a:schemeClr val="lt1"/>
              </a:buClr>
              <a:buSzPts val="1620"/>
              <a:buChar char="·"/>
              <a:defRPr sz="1800">
                <a:solidFill>
                  <a:schemeClr val="lt1"/>
                </a:solidFill>
              </a:defRPr>
            </a:lvl4pPr>
            <a:lvl5pPr marL="2286000" lvl="4" indent="-331470" algn="l">
              <a:lnSpc>
                <a:spcPct val="100000"/>
              </a:lnSpc>
              <a:spcBef>
                <a:spcPts val="360"/>
              </a:spcBef>
              <a:spcAft>
                <a:spcPts val="0"/>
              </a:spcAft>
              <a:buClr>
                <a:schemeClr val="lt1"/>
              </a:buClr>
              <a:buSzPts val="1620"/>
              <a:buChar char="·"/>
              <a:defRPr sz="1800">
                <a:solidFill>
                  <a:schemeClr val="lt1"/>
                </a:solidFill>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60" name="Google Shape;260;p38"/>
          <p:cNvSpPr txBox="1">
            <a:spLocks noGrp="1"/>
          </p:cNvSpPr>
          <p:nvPr>
            <p:ph type="body" idx="2"/>
          </p:nvPr>
        </p:nvSpPr>
        <p:spPr>
          <a:xfrm>
            <a:off x="2470150" y="2137143"/>
            <a:ext cx="1595438" cy="646331"/>
          </a:xfrm>
          <a:prstGeom prst="rect">
            <a:avLst/>
          </a:prstGeom>
          <a:noFill/>
          <a:ln>
            <a:noFill/>
          </a:ln>
        </p:spPr>
        <p:txBody>
          <a:bodyPr spcFirstLastPara="1" wrap="square" lIns="90000" tIns="0" rIns="0" bIns="0" anchor="t" anchorCtr="0">
            <a:spAutoFit/>
          </a:bodyPr>
          <a:lstStyle>
            <a:lvl1pPr marL="457200" lvl="0" indent="-308610" algn="l">
              <a:lnSpc>
                <a:spcPct val="100000"/>
              </a:lnSpc>
              <a:spcBef>
                <a:spcPts val="280"/>
              </a:spcBef>
              <a:spcAft>
                <a:spcPts val="0"/>
              </a:spcAft>
              <a:buClr>
                <a:schemeClr val="dk1"/>
              </a:buClr>
              <a:buSzPts val="1260"/>
              <a:buFont typeface="Noto Sans Symbols"/>
              <a:buChar char="·"/>
              <a:defRPr sz="1400">
                <a:solidFill>
                  <a:schemeClr val="dk1"/>
                </a:solidFill>
              </a:defRPr>
            </a:lvl1pPr>
            <a:lvl2pPr marL="914400" lvl="1" indent="-331469" algn="l">
              <a:lnSpc>
                <a:spcPct val="100000"/>
              </a:lnSpc>
              <a:spcBef>
                <a:spcPts val="360"/>
              </a:spcBef>
              <a:spcAft>
                <a:spcPts val="0"/>
              </a:spcAft>
              <a:buClr>
                <a:schemeClr val="lt1"/>
              </a:buClr>
              <a:buSzPts val="1620"/>
              <a:buChar char="·"/>
              <a:defRPr sz="1800">
                <a:solidFill>
                  <a:schemeClr val="lt1"/>
                </a:solidFill>
              </a:defRPr>
            </a:lvl2pPr>
            <a:lvl3pPr marL="1371600" lvl="2" indent="-331469" algn="l">
              <a:lnSpc>
                <a:spcPct val="100000"/>
              </a:lnSpc>
              <a:spcBef>
                <a:spcPts val="360"/>
              </a:spcBef>
              <a:spcAft>
                <a:spcPts val="0"/>
              </a:spcAft>
              <a:buClr>
                <a:schemeClr val="lt1"/>
              </a:buClr>
              <a:buSzPts val="1620"/>
              <a:buChar char="·"/>
              <a:defRPr sz="1800">
                <a:solidFill>
                  <a:schemeClr val="lt1"/>
                </a:solidFill>
              </a:defRPr>
            </a:lvl3pPr>
            <a:lvl4pPr marL="1828800" lvl="3" indent="-331469" algn="l">
              <a:lnSpc>
                <a:spcPct val="100000"/>
              </a:lnSpc>
              <a:spcBef>
                <a:spcPts val="360"/>
              </a:spcBef>
              <a:spcAft>
                <a:spcPts val="0"/>
              </a:spcAft>
              <a:buClr>
                <a:schemeClr val="lt1"/>
              </a:buClr>
              <a:buSzPts val="1620"/>
              <a:buChar char="·"/>
              <a:defRPr sz="1800">
                <a:solidFill>
                  <a:schemeClr val="lt1"/>
                </a:solidFill>
              </a:defRPr>
            </a:lvl4pPr>
            <a:lvl5pPr marL="2286000" lvl="4" indent="-331470" algn="l">
              <a:lnSpc>
                <a:spcPct val="100000"/>
              </a:lnSpc>
              <a:spcBef>
                <a:spcPts val="360"/>
              </a:spcBef>
              <a:spcAft>
                <a:spcPts val="0"/>
              </a:spcAft>
              <a:buClr>
                <a:schemeClr val="lt1"/>
              </a:buClr>
              <a:buSzPts val="1620"/>
              <a:buChar char="·"/>
              <a:defRPr sz="1800">
                <a:solidFill>
                  <a:schemeClr val="lt1"/>
                </a:solidFill>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61" name="Google Shape;261;p38"/>
          <p:cNvSpPr txBox="1">
            <a:spLocks noGrp="1"/>
          </p:cNvSpPr>
          <p:nvPr>
            <p:ph type="body" idx="3"/>
          </p:nvPr>
        </p:nvSpPr>
        <p:spPr>
          <a:xfrm>
            <a:off x="4356100" y="2137143"/>
            <a:ext cx="1603375" cy="646331"/>
          </a:xfrm>
          <a:prstGeom prst="rect">
            <a:avLst/>
          </a:prstGeom>
          <a:noFill/>
          <a:ln>
            <a:noFill/>
          </a:ln>
        </p:spPr>
        <p:txBody>
          <a:bodyPr spcFirstLastPara="1" wrap="square" lIns="90000" tIns="0" rIns="0" bIns="0" anchor="t" anchorCtr="0">
            <a:spAutoFit/>
          </a:bodyPr>
          <a:lstStyle>
            <a:lvl1pPr marL="457200" lvl="0" indent="-308610" algn="l">
              <a:lnSpc>
                <a:spcPct val="100000"/>
              </a:lnSpc>
              <a:spcBef>
                <a:spcPts val="280"/>
              </a:spcBef>
              <a:spcAft>
                <a:spcPts val="0"/>
              </a:spcAft>
              <a:buClr>
                <a:schemeClr val="dk1"/>
              </a:buClr>
              <a:buSzPts val="1260"/>
              <a:buFont typeface="Noto Sans Symbols"/>
              <a:buChar char="·"/>
              <a:defRPr sz="1400">
                <a:solidFill>
                  <a:schemeClr val="dk1"/>
                </a:solidFill>
              </a:defRPr>
            </a:lvl1pPr>
            <a:lvl2pPr marL="914400" lvl="1" indent="-331469" algn="l">
              <a:lnSpc>
                <a:spcPct val="100000"/>
              </a:lnSpc>
              <a:spcBef>
                <a:spcPts val="360"/>
              </a:spcBef>
              <a:spcAft>
                <a:spcPts val="0"/>
              </a:spcAft>
              <a:buClr>
                <a:schemeClr val="lt1"/>
              </a:buClr>
              <a:buSzPts val="1620"/>
              <a:buChar char="·"/>
              <a:defRPr sz="1800">
                <a:solidFill>
                  <a:schemeClr val="lt1"/>
                </a:solidFill>
              </a:defRPr>
            </a:lvl2pPr>
            <a:lvl3pPr marL="1371600" lvl="2" indent="-331469" algn="l">
              <a:lnSpc>
                <a:spcPct val="100000"/>
              </a:lnSpc>
              <a:spcBef>
                <a:spcPts val="360"/>
              </a:spcBef>
              <a:spcAft>
                <a:spcPts val="0"/>
              </a:spcAft>
              <a:buClr>
                <a:schemeClr val="lt1"/>
              </a:buClr>
              <a:buSzPts val="1620"/>
              <a:buChar char="·"/>
              <a:defRPr sz="1800">
                <a:solidFill>
                  <a:schemeClr val="lt1"/>
                </a:solidFill>
              </a:defRPr>
            </a:lvl3pPr>
            <a:lvl4pPr marL="1828800" lvl="3" indent="-331469" algn="l">
              <a:lnSpc>
                <a:spcPct val="100000"/>
              </a:lnSpc>
              <a:spcBef>
                <a:spcPts val="360"/>
              </a:spcBef>
              <a:spcAft>
                <a:spcPts val="0"/>
              </a:spcAft>
              <a:buClr>
                <a:schemeClr val="lt1"/>
              </a:buClr>
              <a:buSzPts val="1620"/>
              <a:buChar char="·"/>
              <a:defRPr sz="1800">
                <a:solidFill>
                  <a:schemeClr val="lt1"/>
                </a:solidFill>
              </a:defRPr>
            </a:lvl4pPr>
            <a:lvl5pPr marL="2286000" lvl="4" indent="-331470" algn="l">
              <a:lnSpc>
                <a:spcPct val="100000"/>
              </a:lnSpc>
              <a:spcBef>
                <a:spcPts val="360"/>
              </a:spcBef>
              <a:spcAft>
                <a:spcPts val="0"/>
              </a:spcAft>
              <a:buClr>
                <a:schemeClr val="lt1"/>
              </a:buClr>
              <a:buSzPts val="1620"/>
              <a:buChar char="·"/>
              <a:defRPr sz="1800">
                <a:solidFill>
                  <a:schemeClr val="lt1"/>
                </a:solidFill>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62" name="Google Shape;262;p38"/>
          <p:cNvSpPr txBox="1">
            <a:spLocks noGrp="1"/>
          </p:cNvSpPr>
          <p:nvPr>
            <p:ph type="body" idx="4"/>
          </p:nvPr>
        </p:nvSpPr>
        <p:spPr>
          <a:xfrm>
            <a:off x="6240463" y="2137143"/>
            <a:ext cx="1597025" cy="646331"/>
          </a:xfrm>
          <a:prstGeom prst="rect">
            <a:avLst/>
          </a:prstGeom>
          <a:noFill/>
          <a:ln>
            <a:noFill/>
          </a:ln>
        </p:spPr>
        <p:txBody>
          <a:bodyPr spcFirstLastPara="1" wrap="square" lIns="90000" tIns="0" rIns="0" bIns="0" anchor="t" anchorCtr="0">
            <a:spAutoFit/>
          </a:bodyPr>
          <a:lstStyle>
            <a:lvl1pPr marL="457200" lvl="0" indent="-308610" algn="l">
              <a:lnSpc>
                <a:spcPct val="100000"/>
              </a:lnSpc>
              <a:spcBef>
                <a:spcPts val="280"/>
              </a:spcBef>
              <a:spcAft>
                <a:spcPts val="0"/>
              </a:spcAft>
              <a:buClr>
                <a:schemeClr val="dk1"/>
              </a:buClr>
              <a:buSzPts val="1260"/>
              <a:buFont typeface="Noto Sans Symbols"/>
              <a:buChar char="·"/>
              <a:defRPr sz="1400">
                <a:solidFill>
                  <a:schemeClr val="dk1"/>
                </a:solidFill>
              </a:defRPr>
            </a:lvl1pPr>
            <a:lvl2pPr marL="914400" lvl="1" indent="-331469" algn="l">
              <a:lnSpc>
                <a:spcPct val="100000"/>
              </a:lnSpc>
              <a:spcBef>
                <a:spcPts val="360"/>
              </a:spcBef>
              <a:spcAft>
                <a:spcPts val="0"/>
              </a:spcAft>
              <a:buClr>
                <a:schemeClr val="lt1"/>
              </a:buClr>
              <a:buSzPts val="1620"/>
              <a:buChar char="·"/>
              <a:defRPr sz="1800">
                <a:solidFill>
                  <a:schemeClr val="lt1"/>
                </a:solidFill>
              </a:defRPr>
            </a:lvl2pPr>
            <a:lvl3pPr marL="1371600" lvl="2" indent="-331469" algn="l">
              <a:lnSpc>
                <a:spcPct val="100000"/>
              </a:lnSpc>
              <a:spcBef>
                <a:spcPts val="360"/>
              </a:spcBef>
              <a:spcAft>
                <a:spcPts val="0"/>
              </a:spcAft>
              <a:buClr>
                <a:schemeClr val="lt1"/>
              </a:buClr>
              <a:buSzPts val="1620"/>
              <a:buChar char="·"/>
              <a:defRPr sz="1800">
                <a:solidFill>
                  <a:schemeClr val="lt1"/>
                </a:solidFill>
              </a:defRPr>
            </a:lvl3pPr>
            <a:lvl4pPr marL="1828800" lvl="3" indent="-331469" algn="l">
              <a:lnSpc>
                <a:spcPct val="100000"/>
              </a:lnSpc>
              <a:spcBef>
                <a:spcPts val="360"/>
              </a:spcBef>
              <a:spcAft>
                <a:spcPts val="0"/>
              </a:spcAft>
              <a:buClr>
                <a:schemeClr val="lt1"/>
              </a:buClr>
              <a:buSzPts val="1620"/>
              <a:buChar char="·"/>
              <a:defRPr sz="1800">
                <a:solidFill>
                  <a:schemeClr val="lt1"/>
                </a:solidFill>
              </a:defRPr>
            </a:lvl4pPr>
            <a:lvl5pPr marL="2286000" lvl="4" indent="-331470" algn="l">
              <a:lnSpc>
                <a:spcPct val="100000"/>
              </a:lnSpc>
              <a:spcBef>
                <a:spcPts val="360"/>
              </a:spcBef>
              <a:spcAft>
                <a:spcPts val="0"/>
              </a:spcAft>
              <a:buClr>
                <a:schemeClr val="lt1"/>
              </a:buClr>
              <a:buSzPts val="1620"/>
              <a:buChar char="·"/>
              <a:defRPr sz="1800">
                <a:solidFill>
                  <a:schemeClr val="lt1"/>
                </a:solidFill>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63" name="Google Shape;263;p38"/>
          <p:cNvSpPr txBox="1">
            <a:spLocks noGrp="1"/>
          </p:cNvSpPr>
          <p:nvPr>
            <p:ph type="body" idx="5"/>
          </p:nvPr>
        </p:nvSpPr>
        <p:spPr>
          <a:xfrm>
            <a:off x="8128000" y="2137143"/>
            <a:ext cx="1592263" cy="646331"/>
          </a:xfrm>
          <a:prstGeom prst="rect">
            <a:avLst/>
          </a:prstGeom>
          <a:noFill/>
          <a:ln>
            <a:noFill/>
          </a:ln>
        </p:spPr>
        <p:txBody>
          <a:bodyPr spcFirstLastPara="1" wrap="square" lIns="90000" tIns="0" rIns="0" bIns="0" anchor="t" anchorCtr="0">
            <a:spAutoFit/>
          </a:bodyPr>
          <a:lstStyle>
            <a:lvl1pPr marL="457200" lvl="0" indent="-308610" algn="l">
              <a:lnSpc>
                <a:spcPct val="100000"/>
              </a:lnSpc>
              <a:spcBef>
                <a:spcPts val="280"/>
              </a:spcBef>
              <a:spcAft>
                <a:spcPts val="0"/>
              </a:spcAft>
              <a:buClr>
                <a:schemeClr val="dk1"/>
              </a:buClr>
              <a:buSzPts val="1260"/>
              <a:buFont typeface="Noto Sans Symbols"/>
              <a:buChar char="·"/>
              <a:defRPr sz="1400">
                <a:solidFill>
                  <a:schemeClr val="dk1"/>
                </a:solidFill>
              </a:defRPr>
            </a:lvl1pPr>
            <a:lvl2pPr marL="914400" lvl="1" indent="-331469" algn="l">
              <a:lnSpc>
                <a:spcPct val="100000"/>
              </a:lnSpc>
              <a:spcBef>
                <a:spcPts val="360"/>
              </a:spcBef>
              <a:spcAft>
                <a:spcPts val="0"/>
              </a:spcAft>
              <a:buClr>
                <a:schemeClr val="lt1"/>
              </a:buClr>
              <a:buSzPts val="1620"/>
              <a:buChar char="·"/>
              <a:defRPr sz="1800">
                <a:solidFill>
                  <a:schemeClr val="lt1"/>
                </a:solidFill>
              </a:defRPr>
            </a:lvl2pPr>
            <a:lvl3pPr marL="1371600" lvl="2" indent="-331469" algn="l">
              <a:lnSpc>
                <a:spcPct val="100000"/>
              </a:lnSpc>
              <a:spcBef>
                <a:spcPts val="360"/>
              </a:spcBef>
              <a:spcAft>
                <a:spcPts val="0"/>
              </a:spcAft>
              <a:buClr>
                <a:schemeClr val="lt1"/>
              </a:buClr>
              <a:buSzPts val="1620"/>
              <a:buChar char="·"/>
              <a:defRPr sz="1800">
                <a:solidFill>
                  <a:schemeClr val="lt1"/>
                </a:solidFill>
              </a:defRPr>
            </a:lvl3pPr>
            <a:lvl4pPr marL="1828800" lvl="3" indent="-331469" algn="l">
              <a:lnSpc>
                <a:spcPct val="100000"/>
              </a:lnSpc>
              <a:spcBef>
                <a:spcPts val="360"/>
              </a:spcBef>
              <a:spcAft>
                <a:spcPts val="0"/>
              </a:spcAft>
              <a:buClr>
                <a:schemeClr val="lt1"/>
              </a:buClr>
              <a:buSzPts val="1620"/>
              <a:buChar char="·"/>
              <a:defRPr sz="1800">
                <a:solidFill>
                  <a:schemeClr val="lt1"/>
                </a:solidFill>
              </a:defRPr>
            </a:lvl4pPr>
            <a:lvl5pPr marL="2286000" lvl="4" indent="-331470" algn="l">
              <a:lnSpc>
                <a:spcPct val="100000"/>
              </a:lnSpc>
              <a:spcBef>
                <a:spcPts val="360"/>
              </a:spcBef>
              <a:spcAft>
                <a:spcPts val="0"/>
              </a:spcAft>
              <a:buClr>
                <a:schemeClr val="lt1"/>
              </a:buClr>
              <a:buSzPts val="1620"/>
              <a:buChar char="·"/>
              <a:defRPr sz="1800">
                <a:solidFill>
                  <a:schemeClr val="lt1"/>
                </a:solidFill>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64" name="Google Shape;264;p38"/>
          <p:cNvSpPr txBox="1">
            <a:spLocks noGrp="1"/>
          </p:cNvSpPr>
          <p:nvPr>
            <p:ph type="body" idx="6"/>
          </p:nvPr>
        </p:nvSpPr>
        <p:spPr>
          <a:xfrm>
            <a:off x="10013950" y="2137143"/>
            <a:ext cx="1595438" cy="646331"/>
          </a:xfrm>
          <a:prstGeom prst="rect">
            <a:avLst/>
          </a:prstGeom>
          <a:noFill/>
          <a:ln>
            <a:noFill/>
          </a:ln>
        </p:spPr>
        <p:txBody>
          <a:bodyPr spcFirstLastPara="1" wrap="square" lIns="90000" tIns="0" rIns="0" bIns="0" anchor="t" anchorCtr="0">
            <a:spAutoFit/>
          </a:bodyPr>
          <a:lstStyle>
            <a:lvl1pPr marL="457200" lvl="0" indent="-308610" algn="l">
              <a:lnSpc>
                <a:spcPct val="100000"/>
              </a:lnSpc>
              <a:spcBef>
                <a:spcPts val="280"/>
              </a:spcBef>
              <a:spcAft>
                <a:spcPts val="0"/>
              </a:spcAft>
              <a:buClr>
                <a:schemeClr val="dk1"/>
              </a:buClr>
              <a:buSzPts val="1260"/>
              <a:buFont typeface="Noto Sans Symbols"/>
              <a:buChar char="·"/>
              <a:defRPr sz="1400">
                <a:solidFill>
                  <a:schemeClr val="dk1"/>
                </a:solidFill>
              </a:defRPr>
            </a:lvl1pPr>
            <a:lvl2pPr marL="914400" lvl="1" indent="-331469" algn="l">
              <a:lnSpc>
                <a:spcPct val="100000"/>
              </a:lnSpc>
              <a:spcBef>
                <a:spcPts val="360"/>
              </a:spcBef>
              <a:spcAft>
                <a:spcPts val="0"/>
              </a:spcAft>
              <a:buClr>
                <a:schemeClr val="lt1"/>
              </a:buClr>
              <a:buSzPts val="1620"/>
              <a:buChar char="·"/>
              <a:defRPr sz="1800">
                <a:solidFill>
                  <a:schemeClr val="lt1"/>
                </a:solidFill>
              </a:defRPr>
            </a:lvl2pPr>
            <a:lvl3pPr marL="1371600" lvl="2" indent="-331469" algn="l">
              <a:lnSpc>
                <a:spcPct val="100000"/>
              </a:lnSpc>
              <a:spcBef>
                <a:spcPts val="360"/>
              </a:spcBef>
              <a:spcAft>
                <a:spcPts val="0"/>
              </a:spcAft>
              <a:buClr>
                <a:schemeClr val="lt1"/>
              </a:buClr>
              <a:buSzPts val="1620"/>
              <a:buChar char="·"/>
              <a:defRPr sz="1800">
                <a:solidFill>
                  <a:schemeClr val="lt1"/>
                </a:solidFill>
              </a:defRPr>
            </a:lvl3pPr>
            <a:lvl4pPr marL="1828800" lvl="3" indent="-331469" algn="l">
              <a:lnSpc>
                <a:spcPct val="100000"/>
              </a:lnSpc>
              <a:spcBef>
                <a:spcPts val="360"/>
              </a:spcBef>
              <a:spcAft>
                <a:spcPts val="0"/>
              </a:spcAft>
              <a:buClr>
                <a:schemeClr val="lt1"/>
              </a:buClr>
              <a:buSzPts val="1620"/>
              <a:buChar char="·"/>
              <a:defRPr sz="1800">
                <a:solidFill>
                  <a:schemeClr val="lt1"/>
                </a:solidFill>
              </a:defRPr>
            </a:lvl4pPr>
            <a:lvl5pPr marL="2286000" lvl="4" indent="-331470" algn="l">
              <a:lnSpc>
                <a:spcPct val="100000"/>
              </a:lnSpc>
              <a:spcBef>
                <a:spcPts val="360"/>
              </a:spcBef>
              <a:spcAft>
                <a:spcPts val="0"/>
              </a:spcAft>
              <a:buClr>
                <a:schemeClr val="lt1"/>
              </a:buClr>
              <a:buSzPts val="1620"/>
              <a:buChar char="·"/>
              <a:defRPr sz="1800">
                <a:solidFill>
                  <a:schemeClr val="lt1"/>
                </a:solidFill>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65" name="Google Shape;265;p38"/>
          <p:cNvSpPr txBox="1">
            <a:spLocks noGrp="1"/>
          </p:cNvSpPr>
          <p:nvPr>
            <p:ph type="body" idx="7"/>
          </p:nvPr>
        </p:nvSpPr>
        <p:spPr>
          <a:xfrm>
            <a:off x="584200" y="4509120"/>
            <a:ext cx="1595438" cy="646331"/>
          </a:xfrm>
          <a:prstGeom prst="rect">
            <a:avLst/>
          </a:prstGeom>
          <a:noFill/>
          <a:ln>
            <a:noFill/>
          </a:ln>
        </p:spPr>
        <p:txBody>
          <a:bodyPr spcFirstLastPara="1" wrap="square" lIns="90000" tIns="0" rIns="0" bIns="0" anchor="t" anchorCtr="0">
            <a:spAutoFit/>
          </a:bodyPr>
          <a:lstStyle>
            <a:lvl1pPr marL="457200" lvl="0" indent="-308610" algn="l">
              <a:lnSpc>
                <a:spcPct val="100000"/>
              </a:lnSpc>
              <a:spcBef>
                <a:spcPts val="280"/>
              </a:spcBef>
              <a:spcAft>
                <a:spcPts val="0"/>
              </a:spcAft>
              <a:buClr>
                <a:schemeClr val="dk1"/>
              </a:buClr>
              <a:buSzPts val="1260"/>
              <a:buFont typeface="Noto Sans Symbols"/>
              <a:buChar char="·"/>
              <a:defRPr sz="1400">
                <a:solidFill>
                  <a:schemeClr val="dk1"/>
                </a:solidFill>
              </a:defRPr>
            </a:lvl1pPr>
            <a:lvl2pPr marL="914400" lvl="1" indent="-331469" algn="l">
              <a:lnSpc>
                <a:spcPct val="100000"/>
              </a:lnSpc>
              <a:spcBef>
                <a:spcPts val="360"/>
              </a:spcBef>
              <a:spcAft>
                <a:spcPts val="0"/>
              </a:spcAft>
              <a:buClr>
                <a:schemeClr val="lt1"/>
              </a:buClr>
              <a:buSzPts val="1620"/>
              <a:buChar char="·"/>
              <a:defRPr sz="1800">
                <a:solidFill>
                  <a:schemeClr val="lt1"/>
                </a:solidFill>
              </a:defRPr>
            </a:lvl2pPr>
            <a:lvl3pPr marL="1371600" lvl="2" indent="-331469" algn="l">
              <a:lnSpc>
                <a:spcPct val="100000"/>
              </a:lnSpc>
              <a:spcBef>
                <a:spcPts val="360"/>
              </a:spcBef>
              <a:spcAft>
                <a:spcPts val="0"/>
              </a:spcAft>
              <a:buClr>
                <a:schemeClr val="lt1"/>
              </a:buClr>
              <a:buSzPts val="1620"/>
              <a:buChar char="·"/>
              <a:defRPr sz="1800">
                <a:solidFill>
                  <a:schemeClr val="lt1"/>
                </a:solidFill>
              </a:defRPr>
            </a:lvl3pPr>
            <a:lvl4pPr marL="1828800" lvl="3" indent="-331469" algn="l">
              <a:lnSpc>
                <a:spcPct val="100000"/>
              </a:lnSpc>
              <a:spcBef>
                <a:spcPts val="360"/>
              </a:spcBef>
              <a:spcAft>
                <a:spcPts val="0"/>
              </a:spcAft>
              <a:buClr>
                <a:schemeClr val="lt1"/>
              </a:buClr>
              <a:buSzPts val="1620"/>
              <a:buChar char="·"/>
              <a:defRPr sz="1800">
                <a:solidFill>
                  <a:schemeClr val="lt1"/>
                </a:solidFill>
              </a:defRPr>
            </a:lvl4pPr>
            <a:lvl5pPr marL="2286000" lvl="4" indent="-331470" algn="l">
              <a:lnSpc>
                <a:spcPct val="100000"/>
              </a:lnSpc>
              <a:spcBef>
                <a:spcPts val="360"/>
              </a:spcBef>
              <a:spcAft>
                <a:spcPts val="0"/>
              </a:spcAft>
              <a:buClr>
                <a:schemeClr val="lt1"/>
              </a:buClr>
              <a:buSzPts val="1620"/>
              <a:buChar char="·"/>
              <a:defRPr sz="1800">
                <a:solidFill>
                  <a:schemeClr val="lt1"/>
                </a:solidFill>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66" name="Google Shape;266;p38"/>
          <p:cNvSpPr txBox="1">
            <a:spLocks noGrp="1"/>
          </p:cNvSpPr>
          <p:nvPr>
            <p:ph type="body" idx="8"/>
          </p:nvPr>
        </p:nvSpPr>
        <p:spPr>
          <a:xfrm>
            <a:off x="2470150" y="4509120"/>
            <a:ext cx="1595438" cy="646331"/>
          </a:xfrm>
          <a:prstGeom prst="rect">
            <a:avLst/>
          </a:prstGeom>
          <a:noFill/>
          <a:ln>
            <a:noFill/>
          </a:ln>
        </p:spPr>
        <p:txBody>
          <a:bodyPr spcFirstLastPara="1" wrap="square" lIns="90000" tIns="0" rIns="0" bIns="0" anchor="t" anchorCtr="0">
            <a:spAutoFit/>
          </a:bodyPr>
          <a:lstStyle>
            <a:lvl1pPr marL="457200" lvl="0" indent="-308610" algn="l">
              <a:lnSpc>
                <a:spcPct val="100000"/>
              </a:lnSpc>
              <a:spcBef>
                <a:spcPts val="280"/>
              </a:spcBef>
              <a:spcAft>
                <a:spcPts val="0"/>
              </a:spcAft>
              <a:buClr>
                <a:schemeClr val="dk1"/>
              </a:buClr>
              <a:buSzPts val="1260"/>
              <a:buFont typeface="Noto Sans Symbols"/>
              <a:buChar char="·"/>
              <a:defRPr sz="1400">
                <a:solidFill>
                  <a:schemeClr val="dk1"/>
                </a:solidFill>
              </a:defRPr>
            </a:lvl1pPr>
            <a:lvl2pPr marL="914400" lvl="1" indent="-331469" algn="l">
              <a:lnSpc>
                <a:spcPct val="100000"/>
              </a:lnSpc>
              <a:spcBef>
                <a:spcPts val="360"/>
              </a:spcBef>
              <a:spcAft>
                <a:spcPts val="0"/>
              </a:spcAft>
              <a:buClr>
                <a:schemeClr val="lt1"/>
              </a:buClr>
              <a:buSzPts val="1620"/>
              <a:buChar char="·"/>
              <a:defRPr sz="1800">
                <a:solidFill>
                  <a:schemeClr val="lt1"/>
                </a:solidFill>
              </a:defRPr>
            </a:lvl2pPr>
            <a:lvl3pPr marL="1371600" lvl="2" indent="-331469" algn="l">
              <a:lnSpc>
                <a:spcPct val="100000"/>
              </a:lnSpc>
              <a:spcBef>
                <a:spcPts val="360"/>
              </a:spcBef>
              <a:spcAft>
                <a:spcPts val="0"/>
              </a:spcAft>
              <a:buClr>
                <a:schemeClr val="lt1"/>
              </a:buClr>
              <a:buSzPts val="1620"/>
              <a:buChar char="·"/>
              <a:defRPr sz="1800">
                <a:solidFill>
                  <a:schemeClr val="lt1"/>
                </a:solidFill>
              </a:defRPr>
            </a:lvl3pPr>
            <a:lvl4pPr marL="1828800" lvl="3" indent="-331469" algn="l">
              <a:lnSpc>
                <a:spcPct val="100000"/>
              </a:lnSpc>
              <a:spcBef>
                <a:spcPts val="360"/>
              </a:spcBef>
              <a:spcAft>
                <a:spcPts val="0"/>
              </a:spcAft>
              <a:buClr>
                <a:schemeClr val="lt1"/>
              </a:buClr>
              <a:buSzPts val="1620"/>
              <a:buChar char="·"/>
              <a:defRPr sz="1800">
                <a:solidFill>
                  <a:schemeClr val="lt1"/>
                </a:solidFill>
              </a:defRPr>
            </a:lvl4pPr>
            <a:lvl5pPr marL="2286000" lvl="4" indent="-331470" algn="l">
              <a:lnSpc>
                <a:spcPct val="100000"/>
              </a:lnSpc>
              <a:spcBef>
                <a:spcPts val="360"/>
              </a:spcBef>
              <a:spcAft>
                <a:spcPts val="0"/>
              </a:spcAft>
              <a:buClr>
                <a:schemeClr val="lt1"/>
              </a:buClr>
              <a:buSzPts val="1620"/>
              <a:buChar char="·"/>
              <a:defRPr sz="1800">
                <a:solidFill>
                  <a:schemeClr val="lt1"/>
                </a:solidFill>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67" name="Google Shape;267;p38"/>
          <p:cNvSpPr txBox="1">
            <a:spLocks noGrp="1"/>
          </p:cNvSpPr>
          <p:nvPr>
            <p:ph type="body" idx="9"/>
          </p:nvPr>
        </p:nvSpPr>
        <p:spPr>
          <a:xfrm>
            <a:off x="4356100" y="4509120"/>
            <a:ext cx="1603375" cy="646331"/>
          </a:xfrm>
          <a:prstGeom prst="rect">
            <a:avLst/>
          </a:prstGeom>
          <a:noFill/>
          <a:ln>
            <a:noFill/>
          </a:ln>
        </p:spPr>
        <p:txBody>
          <a:bodyPr spcFirstLastPara="1" wrap="square" lIns="90000" tIns="0" rIns="0" bIns="0" anchor="t" anchorCtr="0">
            <a:spAutoFit/>
          </a:bodyPr>
          <a:lstStyle>
            <a:lvl1pPr marL="457200" lvl="0" indent="-308610" algn="l">
              <a:lnSpc>
                <a:spcPct val="100000"/>
              </a:lnSpc>
              <a:spcBef>
                <a:spcPts val="280"/>
              </a:spcBef>
              <a:spcAft>
                <a:spcPts val="0"/>
              </a:spcAft>
              <a:buClr>
                <a:schemeClr val="dk1"/>
              </a:buClr>
              <a:buSzPts val="1260"/>
              <a:buFont typeface="Noto Sans Symbols"/>
              <a:buChar char="·"/>
              <a:defRPr sz="1400">
                <a:solidFill>
                  <a:schemeClr val="dk1"/>
                </a:solidFill>
              </a:defRPr>
            </a:lvl1pPr>
            <a:lvl2pPr marL="914400" lvl="1" indent="-331469" algn="l">
              <a:lnSpc>
                <a:spcPct val="100000"/>
              </a:lnSpc>
              <a:spcBef>
                <a:spcPts val="360"/>
              </a:spcBef>
              <a:spcAft>
                <a:spcPts val="0"/>
              </a:spcAft>
              <a:buClr>
                <a:schemeClr val="lt1"/>
              </a:buClr>
              <a:buSzPts val="1620"/>
              <a:buChar char="·"/>
              <a:defRPr sz="1800">
                <a:solidFill>
                  <a:schemeClr val="lt1"/>
                </a:solidFill>
              </a:defRPr>
            </a:lvl2pPr>
            <a:lvl3pPr marL="1371600" lvl="2" indent="-331469" algn="l">
              <a:lnSpc>
                <a:spcPct val="100000"/>
              </a:lnSpc>
              <a:spcBef>
                <a:spcPts val="360"/>
              </a:spcBef>
              <a:spcAft>
                <a:spcPts val="0"/>
              </a:spcAft>
              <a:buClr>
                <a:schemeClr val="lt1"/>
              </a:buClr>
              <a:buSzPts val="1620"/>
              <a:buChar char="·"/>
              <a:defRPr sz="1800">
                <a:solidFill>
                  <a:schemeClr val="lt1"/>
                </a:solidFill>
              </a:defRPr>
            </a:lvl3pPr>
            <a:lvl4pPr marL="1828800" lvl="3" indent="-331469" algn="l">
              <a:lnSpc>
                <a:spcPct val="100000"/>
              </a:lnSpc>
              <a:spcBef>
                <a:spcPts val="360"/>
              </a:spcBef>
              <a:spcAft>
                <a:spcPts val="0"/>
              </a:spcAft>
              <a:buClr>
                <a:schemeClr val="lt1"/>
              </a:buClr>
              <a:buSzPts val="1620"/>
              <a:buChar char="·"/>
              <a:defRPr sz="1800">
                <a:solidFill>
                  <a:schemeClr val="lt1"/>
                </a:solidFill>
              </a:defRPr>
            </a:lvl4pPr>
            <a:lvl5pPr marL="2286000" lvl="4" indent="-331470" algn="l">
              <a:lnSpc>
                <a:spcPct val="100000"/>
              </a:lnSpc>
              <a:spcBef>
                <a:spcPts val="360"/>
              </a:spcBef>
              <a:spcAft>
                <a:spcPts val="0"/>
              </a:spcAft>
              <a:buClr>
                <a:schemeClr val="lt1"/>
              </a:buClr>
              <a:buSzPts val="1620"/>
              <a:buChar char="·"/>
              <a:defRPr sz="1800">
                <a:solidFill>
                  <a:schemeClr val="lt1"/>
                </a:solidFill>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68" name="Google Shape;268;p38"/>
          <p:cNvSpPr txBox="1">
            <a:spLocks noGrp="1"/>
          </p:cNvSpPr>
          <p:nvPr>
            <p:ph type="body" idx="13"/>
          </p:nvPr>
        </p:nvSpPr>
        <p:spPr>
          <a:xfrm>
            <a:off x="6240463" y="4509120"/>
            <a:ext cx="1597025" cy="646331"/>
          </a:xfrm>
          <a:prstGeom prst="rect">
            <a:avLst/>
          </a:prstGeom>
          <a:noFill/>
          <a:ln>
            <a:noFill/>
          </a:ln>
        </p:spPr>
        <p:txBody>
          <a:bodyPr spcFirstLastPara="1" wrap="square" lIns="90000" tIns="0" rIns="0" bIns="0" anchor="t" anchorCtr="0">
            <a:spAutoFit/>
          </a:bodyPr>
          <a:lstStyle>
            <a:lvl1pPr marL="457200" lvl="0" indent="-308610" algn="l">
              <a:lnSpc>
                <a:spcPct val="100000"/>
              </a:lnSpc>
              <a:spcBef>
                <a:spcPts val="280"/>
              </a:spcBef>
              <a:spcAft>
                <a:spcPts val="0"/>
              </a:spcAft>
              <a:buClr>
                <a:schemeClr val="dk1"/>
              </a:buClr>
              <a:buSzPts val="1260"/>
              <a:buFont typeface="Noto Sans Symbols"/>
              <a:buChar char="·"/>
              <a:defRPr sz="1400">
                <a:solidFill>
                  <a:schemeClr val="dk1"/>
                </a:solidFill>
              </a:defRPr>
            </a:lvl1pPr>
            <a:lvl2pPr marL="914400" lvl="1" indent="-331469" algn="l">
              <a:lnSpc>
                <a:spcPct val="100000"/>
              </a:lnSpc>
              <a:spcBef>
                <a:spcPts val="360"/>
              </a:spcBef>
              <a:spcAft>
                <a:spcPts val="0"/>
              </a:spcAft>
              <a:buClr>
                <a:schemeClr val="lt1"/>
              </a:buClr>
              <a:buSzPts val="1620"/>
              <a:buChar char="·"/>
              <a:defRPr sz="1800">
                <a:solidFill>
                  <a:schemeClr val="lt1"/>
                </a:solidFill>
              </a:defRPr>
            </a:lvl2pPr>
            <a:lvl3pPr marL="1371600" lvl="2" indent="-331469" algn="l">
              <a:lnSpc>
                <a:spcPct val="100000"/>
              </a:lnSpc>
              <a:spcBef>
                <a:spcPts val="360"/>
              </a:spcBef>
              <a:spcAft>
                <a:spcPts val="0"/>
              </a:spcAft>
              <a:buClr>
                <a:schemeClr val="lt1"/>
              </a:buClr>
              <a:buSzPts val="1620"/>
              <a:buChar char="·"/>
              <a:defRPr sz="1800">
                <a:solidFill>
                  <a:schemeClr val="lt1"/>
                </a:solidFill>
              </a:defRPr>
            </a:lvl3pPr>
            <a:lvl4pPr marL="1828800" lvl="3" indent="-331469" algn="l">
              <a:lnSpc>
                <a:spcPct val="100000"/>
              </a:lnSpc>
              <a:spcBef>
                <a:spcPts val="360"/>
              </a:spcBef>
              <a:spcAft>
                <a:spcPts val="0"/>
              </a:spcAft>
              <a:buClr>
                <a:schemeClr val="lt1"/>
              </a:buClr>
              <a:buSzPts val="1620"/>
              <a:buChar char="·"/>
              <a:defRPr sz="1800">
                <a:solidFill>
                  <a:schemeClr val="lt1"/>
                </a:solidFill>
              </a:defRPr>
            </a:lvl4pPr>
            <a:lvl5pPr marL="2286000" lvl="4" indent="-331470" algn="l">
              <a:lnSpc>
                <a:spcPct val="100000"/>
              </a:lnSpc>
              <a:spcBef>
                <a:spcPts val="360"/>
              </a:spcBef>
              <a:spcAft>
                <a:spcPts val="0"/>
              </a:spcAft>
              <a:buClr>
                <a:schemeClr val="lt1"/>
              </a:buClr>
              <a:buSzPts val="1620"/>
              <a:buChar char="·"/>
              <a:defRPr sz="1800">
                <a:solidFill>
                  <a:schemeClr val="lt1"/>
                </a:solidFill>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69" name="Google Shape;269;p38"/>
          <p:cNvSpPr txBox="1">
            <a:spLocks noGrp="1"/>
          </p:cNvSpPr>
          <p:nvPr>
            <p:ph type="body" idx="14"/>
          </p:nvPr>
        </p:nvSpPr>
        <p:spPr>
          <a:xfrm>
            <a:off x="8128000" y="4509120"/>
            <a:ext cx="1592263" cy="646331"/>
          </a:xfrm>
          <a:prstGeom prst="rect">
            <a:avLst/>
          </a:prstGeom>
          <a:noFill/>
          <a:ln>
            <a:noFill/>
          </a:ln>
        </p:spPr>
        <p:txBody>
          <a:bodyPr spcFirstLastPara="1" wrap="square" lIns="90000" tIns="0" rIns="0" bIns="0" anchor="t" anchorCtr="0">
            <a:spAutoFit/>
          </a:bodyPr>
          <a:lstStyle>
            <a:lvl1pPr marL="457200" lvl="0" indent="-308610" algn="l">
              <a:lnSpc>
                <a:spcPct val="100000"/>
              </a:lnSpc>
              <a:spcBef>
                <a:spcPts val="280"/>
              </a:spcBef>
              <a:spcAft>
                <a:spcPts val="0"/>
              </a:spcAft>
              <a:buClr>
                <a:schemeClr val="dk1"/>
              </a:buClr>
              <a:buSzPts val="1260"/>
              <a:buFont typeface="Noto Sans Symbols"/>
              <a:buChar char="·"/>
              <a:defRPr sz="1400">
                <a:solidFill>
                  <a:schemeClr val="dk1"/>
                </a:solidFill>
              </a:defRPr>
            </a:lvl1pPr>
            <a:lvl2pPr marL="914400" lvl="1" indent="-331469" algn="l">
              <a:lnSpc>
                <a:spcPct val="100000"/>
              </a:lnSpc>
              <a:spcBef>
                <a:spcPts val="360"/>
              </a:spcBef>
              <a:spcAft>
                <a:spcPts val="0"/>
              </a:spcAft>
              <a:buClr>
                <a:schemeClr val="lt1"/>
              </a:buClr>
              <a:buSzPts val="1620"/>
              <a:buChar char="·"/>
              <a:defRPr sz="1800">
                <a:solidFill>
                  <a:schemeClr val="lt1"/>
                </a:solidFill>
              </a:defRPr>
            </a:lvl2pPr>
            <a:lvl3pPr marL="1371600" lvl="2" indent="-331469" algn="l">
              <a:lnSpc>
                <a:spcPct val="100000"/>
              </a:lnSpc>
              <a:spcBef>
                <a:spcPts val="360"/>
              </a:spcBef>
              <a:spcAft>
                <a:spcPts val="0"/>
              </a:spcAft>
              <a:buClr>
                <a:schemeClr val="lt1"/>
              </a:buClr>
              <a:buSzPts val="1620"/>
              <a:buChar char="·"/>
              <a:defRPr sz="1800">
                <a:solidFill>
                  <a:schemeClr val="lt1"/>
                </a:solidFill>
              </a:defRPr>
            </a:lvl3pPr>
            <a:lvl4pPr marL="1828800" lvl="3" indent="-331469" algn="l">
              <a:lnSpc>
                <a:spcPct val="100000"/>
              </a:lnSpc>
              <a:spcBef>
                <a:spcPts val="360"/>
              </a:spcBef>
              <a:spcAft>
                <a:spcPts val="0"/>
              </a:spcAft>
              <a:buClr>
                <a:schemeClr val="lt1"/>
              </a:buClr>
              <a:buSzPts val="1620"/>
              <a:buChar char="·"/>
              <a:defRPr sz="1800">
                <a:solidFill>
                  <a:schemeClr val="lt1"/>
                </a:solidFill>
              </a:defRPr>
            </a:lvl4pPr>
            <a:lvl5pPr marL="2286000" lvl="4" indent="-331470" algn="l">
              <a:lnSpc>
                <a:spcPct val="100000"/>
              </a:lnSpc>
              <a:spcBef>
                <a:spcPts val="360"/>
              </a:spcBef>
              <a:spcAft>
                <a:spcPts val="0"/>
              </a:spcAft>
              <a:buClr>
                <a:schemeClr val="lt1"/>
              </a:buClr>
              <a:buSzPts val="1620"/>
              <a:buChar char="·"/>
              <a:defRPr sz="1800">
                <a:solidFill>
                  <a:schemeClr val="lt1"/>
                </a:solidFill>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70" name="Google Shape;270;p38"/>
          <p:cNvSpPr txBox="1">
            <a:spLocks noGrp="1"/>
          </p:cNvSpPr>
          <p:nvPr>
            <p:ph type="body" idx="15"/>
          </p:nvPr>
        </p:nvSpPr>
        <p:spPr>
          <a:xfrm>
            <a:off x="10013950" y="4509120"/>
            <a:ext cx="1595438" cy="646331"/>
          </a:xfrm>
          <a:prstGeom prst="rect">
            <a:avLst/>
          </a:prstGeom>
          <a:noFill/>
          <a:ln>
            <a:noFill/>
          </a:ln>
        </p:spPr>
        <p:txBody>
          <a:bodyPr spcFirstLastPara="1" wrap="square" lIns="90000" tIns="0" rIns="0" bIns="0" anchor="t" anchorCtr="0">
            <a:spAutoFit/>
          </a:bodyPr>
          <a:lstStyle>
            <a:lvl1pPr marL="457200" lvl="0" indent="-308610" algn="l">
              <a:lnSpc>
                <a:spcPct val="100000"/>
              </a:lnSpc>
              <a:spcBef>
                <a:spcPts val="280"/>
              </a:spcBef>
              <a:spcAft>
                <a:spcPts val="0"/>
              </a:spcAft>
              <a:buClr>
                <a:schemeClr val="dk1"/>
              </a:buClr>
              <a:buSzPts val="1260"/>
              <a:buFont typeface="Noto Sans Symbols"/>
              <a:buChar char="·"/>
              <a:defRPr sz="1400">
                <a:solidFill>
                  <a:schemeClr val="dk1"/>
                </a:solidFill>
              </a:defRPr>
            </a:lvl1pPr>
            <a:lvl2pPr marL="914400" lvl="1" indent="-331469" algn="l">
              <a:lnSpc>
                <a:spcPct val="100000"/>
              </a:lnSpc>
              <a:spcBef>
                <a:spcPts val="360"/>
              </a:spcBef>
              <a:spcAft>
                <a:spcPts val="0"/>
              </a:spcAft>
              <a:buClr>
                <a:schemeClr val="lt1"/>
              </a:buClr>
              <a:buSzPts val="1620"/>
              <a:buChar char="·"/>
              <a:defRPr sz="1800">
                <a:solidFill>
                  <a:schemeClr val="lt1"/>
                </a:solidFill>
              </a:defRPr>
            </a:lvl2pPr>
            <a:lvl3pPr marL="1371600" lvl="2" indent="-331469" algn="l">
              <a:lnSpc>
                <a:spcPct val="100000"/>
              </a:lnSpc>
              <a:spcBef>
                <a:spcPts val="360"/>
              </a:spcBef>
              <a:spcAft>
                <a:spcPts val="0"/>
              </a:spcAft>
              <a:buClr>
                <a:schemeClr val="lt1"/>
              </a:buClr>
              <a:buSzPts val="1620"/>
              <a:buChar char="·"/>
              <a:defRPr sz="1800">
                <a:solidFill>
                  <a:schemeClr val="lt1"/>
                </a:solidFill>
              </a:defRPr>
            </a:lvl3pPr>
            <a:lvl4pPr marL="1828800" lvl="3" indent="-331469" algn="l">
              <a:lnSpc>
                <a:spcPct val="100000"/>
              </a:lnSpc>
              <a:spcBef>
                <a:spcPts val="360"/>
              </a:spcBef>
              <a:spcAft>
                <a:spcPts val="0"/>
              </a:spcAft>
              <a:buClr>
                <a:schemeClr val="lt1"/>
              </a:buClr>
              <a:buSzPts val="1620"/>
              <a:buChar char="·"/>
              <a:defRPr sz="1800">
                <a:solidFill>
                  <a:schemeClr val="lt1"/>
                </a:solidFill>
              </a:defRPr>
            </a:lvl4pPr>
            <a:lvl5pPr marL="2286000" lvl="4" indent="-331470" algn="l">
              <a:lnSpc>
                <a:spcPct val="100000"/>
              </a:lnSpc>
              <a:spcBef>
                <a:spcPts val="360"/>
              </a:spcBef>
              <a:spcAft>
                <a:spcPts val="0"/>
              </a:spcAft>
              <a:buClr>
                <a:schemeClr val="lt1"/>
              </a:buClr>
              <a:buSzPts val="1620"/>
              <a:buChar char="·"/>
              <a:defRPr sz="1800">
                <a:solidFill>
                  <a:schemeClr val="lt1"/>
                </a:solidFill>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cxnSp>
        <p:nvCxnSpPr>
          <p:cNvPr id="271" name="Google Shape;271;p38"/>
          <p:cNvCxnSpPr/>
          <p:nvPr/>
        </p:nvCxnSpPr>
        <p:spPr>
          <a:xfrm>
            <a:off x="584200" y="2017713"/>
            <a:ext cx="1595438" cy="0"/>
          </a:xfrm>
          <a:prstGeom prst="straightConnector1">
            <a:avLst/>
          </a:prstGeom>
          <a:noFill/>
          <a:ln w="25400" cap="flat" cmpd="sng">
            <a:solidFill>
              <a:schemeClr val="dk2"/>
            </a:solidFill>
            <a:prstDash val="solid"/>
            <a:round/>
            <a:headEnd type="none" w="sm" len="sm"/>
            <a:tailEnd type="none" w="sm" len="sm"/>
          </a:ln>
        </p:spPr>
      </p:cxnSp>
      <p:cxnSp>
        <p:nvCxnSpPr>
          <p:cNvPr id="272" name="Google Shape;272;p38"/>
          <p:cNvCxnSpPr/>
          <p:nvPr/>
        </p:nvCxnSpPr>
        <p:spPr>
          <a:xfrm>
            <a:off x="2495600" y="2017713"/>
            <a:ext cx="1595438" cy="0"/>
          </a:xfrm>
          <a:prstGeom prst="straightConnector1">
            <a:avLst/>
          </a:prstGeom>
          <a:noFill/>
          <a:ln w="25400" cap="flat" cmpd="sng">
            <a:solidFill>
              <a:schemeClr val="dk2"/>
            </a:solidFill>
            <a:prstDash val="solid"/>
            <a:round/>
            <a:headEnd type="none" w="sm" len="sm"/>
            <a:tailEnd type="none" w="sm" len="sm"/>
          </a:ln>
        </p:spPr>
      </p:cxnSp>
      <p:cxnSp>
        <p:nvCxnSpPr>
          <p:cNvPr id="273" name="Google Shape;273;p38"/>
          <p:cNvCxnSpPr/>
          <p:nvPr/>
        </p:nvCxnSpPr>
        <p:spPr>
          <a:xfrm>
            <a:off x="4364037" y="2015240"/>
            <a:ext cx="1595438" cy="0"/>
          </a:xfrm>
          <a:prstGeom prst="straightConnector1">
            <a:avLst/>
          </a:prstGeom>
          <a:noFill/>
          <a:ln w="25400" cap="flat" cmpd="sng">
            <a:solidFill>
              <a:schemeClr val="dk2"/>
            </a:solidFill>
            <a:prstDash val="solid"/>
            <a:round/>
            <a:headEnd type="none" w="sm" len="sm"/>
            <a:tailEnd type="none" w="sm" len="sm"/>
          </a:ln>
        </p:spPr>
      </p:cxnSp>
      <p:cxnSp>
        <p:nvCxnSpPr>
          <p:cNvPr id="274" name="Google Shape;274;p38"/>
          <p:cNvCxnSpPr/>
          <p:nvPr/>
        </p:nvCxnSpPr>
        <p:spPr>
          <a:xfrm>
            <a:off x="6240463" y="2017713"/>
            <a:ext cx="1595438" cy="0"/>
          </a:xfrm>
          <a:prstGeom prst="straightConnector1">
            <a:avLst/>
          </a:prstGeom>
          <a:noFill/>
          <a:ln w="25400" cap="flat" cmpd="sng">
            <a:solidFill>
              <a:schemeClr val="dk2"/>
            </a:solidFill>
            <a:prstDash val="solid"/>
            <a:round/>
            <a:headEnd type="none" w="sm" len="sm"/>
            <a:tailEnd type="none" w="sm" len="sm"/>
          </a:ln>
        </p:spPr>
      </p:cxnSp>
      <p:cxnSp>
        <p:nvCxnSpPr>
          <p:cNvPr id="275" name="Google Shape;275;p38"/>
          <p:cNvCxnSpPr/>
          <p:nvPr/>
        </p:nvCxnSpPr>
        <p:spPr>
          <a:xfrm>
            <a:off x="8124825" y="2017713"/>
            <a:ext cx="1595438" cy="0"/>
          </a:xfrm>
          <a:prstGeom prst="straightConnector1">
            <a:avLst/>
          </a:prstGeom>
          <a:noFill/>
          <a:ln w="25400" cap="flat" cmpd="sng">
            <a:solidFill>
              <a:schemeClr val="dk2"/>
            </a:solidFill>
            <a:prstDash val="solid"/>
            <a:round/>
            <a:headEnd type="none" w="sm" len="sm"/>
            <a:tailEnd type="none" w="sm" len="sm"/>
          </a:ln>
        </p:spPr>
      </p:cxnSp>
      <p:cxnSp>
        <p:nvCxnSpPr>
          <p:cNvPr id="276" name="Google Shape;276;p38"/>
          <p:cNvCxnSpPr/>
          <p:nvPr/>
        </p:nvCxnSpPr>
        <p:spPr>
          <a:xfrm>
            <a:off x="10013950" y="2017713"/>
            <a:ext cx="1595438" cy="0"/>
          </a:xfrm>
          <a:prstGeom prst="straightConnector1">
            <a:avLst/>
          </a:prstGeom>
          <a:noFill/>
          <a:ln w="25400" cap="flat" cmpd="sng">
            <a:solidFill>
              <a:schemeClr val="dk2"/>
            </a:solidFill>
            <a:prstDash val="solid"/>
            <a:round/>
            <a:headEnd type="none" w="sm" len="sm"/>
            <a:tailEnd type="none" w="sm" len="sm"/>
          </a:ln>
        </p:spPr>
      </p:cxnSp>
      <p:cxnSp>
        <p:nvCxnSpPr>
          <p:cNvPr id="277" name="Google Shape;277;p38"/>
          <p:cNvCxnSpPr/>
          <p:nvPr/>
        </p:nvCxnSpPr>
        <p:spPr>
          <a:xfrm>
            <a:off x="584200" y="4365104"/>
            <a:ext cx="1595438" cy="0"/>
          </a:xfrm>
          <a:prstGeom prst="straightConnector1">
            <a:avLst/>
          </a:prstGeom>
          <a:noFill/>
          <a:ln w="25400" cap="flat" cmpd="sng">
            <a:solidFill>
              <a:schemeClr val="dk2"/>
            </a:solidFill>
            <a:prstDash val="solid"/>
            <a:round/>
            <a:headEnd type="none" w="sm" len="sm"/>
            <a:tailEnd type="none" w="sm" len="sm"/>
          </a:ln>
        </p:spPr>
      </p:cxnSp>
      <p:cxnSp>
        <p:nvCxnSpPr>
          <p:cNvPr id="278" name="Google Shape;278;p38"/>
          <p:cNvCxnSpPr/>
          <p:nvPr/>
        </p:nvCxnSpPr>
        <p:spPr>
          <a:xfrm>
            <a:off x="2495600" y="4365104"/>
            <a:ext cx="1595438" cy="0"/>
          </a:xfrm>
          <a:prstGeom prst="straightConnector1">
            <a:avLst/>
          </a:prstGeom>
          <a:noFill/>
          <a:ln w="25400" cap="flat" cmpd="sng">
            <a:solidFill>
              <a:schemeClr val="dk2"/>
            </a:solidFill>
            <a:prstDash val="solid"/>
            <a:round/>
            <a:headEnd type="none" w="sm" len="sm"/>
            <a:tailEnd type="none" w="sm" len="sm"/>
          </a:ln>
        </p:spPr>
      </p:cxnSp>
      <p:cxnSp>
        <p:nvCxnSpPr>
          <p:cNvPr id="279" name="Google Shape;279;p38"/>
          <p:cNvCxnSpPr/>
          <p:nvPr/>
        </p:nvCxnSpPr>
        <p:spPr>
          <a:xfrm>
            <a:off x="4364037" y="4362631"/>
            <a:ext cx="1595438" cy="0"/>
          </a:xfrm>
          <a:prstGeom prst="straightConnector1">
            <a:avLst/>
          </a:prstGeom>
          <a:noFill/>
          <a:ln w="25400" cap="flat" cmpd="sng">
            <a:solidFill>
              <a:schemeClr val="dk2"/>
            </a:solidFill>
            <a:prstDash val="solid"/>
            <a:round/>
            <a:headEnd type="none" w="sm" len="sm"/>
            <a:tailEnd type="none" w="sm" len="sm"/>
          </a:ln>
        </p:spPr>
      </p:cxnSp>
      <p:cxnSp>
        <p:nvCxnSpPr>
          <p:cNvPr id="280" name="Google Shape;280;p38"/>
          <p:cNvCxnSpPr/>
          <p:nvPr/>
        </p:nvCxnSpPr>
        <p:spPr>
          <a:xfrm>
            <a:off x="6240463" y="4365104"/>
            <a:ext cx="1595438" cy="0"/>
          </a:xfrm>
          <a:prstGeom prst="straightConnector1">
            <a:avLst/>
          </a:prstGeom>
          <a:noFill/>
          <a:ln w="25400" cap="flat" cmpd="sng">
            <a:solidFill>
              <a:schemeClr val="dk2"/>
            </a:solidFill>
            <a:prstDash val="solid"/>
            <a:round/>
            <a:headEnd type="none" w="sm" len="sm"/>
            <a:tailEnd type="none" w="sm" len="sm"/>
          </a:ln>
        </p:spPr>
      </p:cxnSp>
      <p:cxnSp>
        <p:nvCxnSpPr>
          <p:cNvPr id="281" name="Google Shape;281;p38"/>
          <p:cNvCxnSpPr/>
          <p:nvPr/>
        </p:nvCxnSpPr>
        <p:spPr>
          <a:xfrm>
            <a:off x="8124825" y="4365104"/>
            <a:ext cx="1595438" cy="0"/>
          </a:xfrm>
          <a:prstGeom prst="straightConnector1">
            <a:avLst/>
          </a:prstGeom>
          <a:noFill/>
          <a:ln w="25400" cap="flat" cmpd="sng">
            <a:solidFill>
              <a:schemeClr val="dk2"/>
            </a:solidFill>
            <a:prstDash val="solid"/>
            <a:round/>
            <a:headEnd type="none" w="sm" len="sm"/>
            <a:tailEnd type="none" w="sm" len="sm"/>
          </a:ln>
        </p:spPr>
      </p:cxnSp>
      <p:cxnSp>
        <p:nvCxnSpPr>
          <p:cNvPr id="282" name="Google Shape;282;p38"/>
          <p:cNvCxnSpPr/>
          <p:nvPr/>
        </p:nvCxnSpPr>
        <p:spPr>
          <a:xfrm>
            <a:off x="10013950" y="4365104"/>
            <a:ext cx="1595438" cy="0"/>
          </a:xfrm>
          <a:prstGeom prst="straightConnector1">
            <a:avLst/>
          </a:prstGeom>
          <a:noFill/>
          <a:ln w="25400" cap="flat" cmpd="sng">
            <a:solidFill>
              <a:schemeClr val="dk2"/>
            </a:solidFill>
            <a:prstDash val="solid"/>
            <a:round/>
            <a:headEnd type="none" w="sm" len="sm"/>
            <a:tailEnd type="none" w="sm" len="sm"/>
          </a:ln>
        </p:spPr>
      </p:cxnSp>
    </p:spTree>
  </p:cSld>
  <p:clrMapOvr>
    <a:masterClrMapping/>
  </p:clrMapOvr>
  <p:transition>
    <p:fade/>
  </p:transition>
  <p:extLst>
    <p:ext uri="{DCECCB84-F9BA-43D5-87BE-67443E8EF086}">
      <p15:sldGuideLst xmlns:p15="http://schemas.microsoft.com/office/powerpoint/2012/main">
        <p15:guide id="1" pos="779">
          <p15:clr>
            <a:srgbClr val="A4A3A4"/>
          </p15:clr>
        </p15:guide>
        <p15:guide id="2" pos="962">
          <p15:clr>
            <a:srgbClr val="A4A3A4"/>
          </p15:clr>
        </p15:guide>
        <p15:guide id="3" pos="1373">
          <p15:clr>
            <a:srgbClr val="A4A3A4"/>
          </p15:clr>
        </p15:guide>
        <p15:guide id="4" pos="1556">
          <p15:clr>
            <a:srgbClr val="A4A3A4"/>
          </p15:clr>
        </p15:guide>
        <p15:guide id="5" pos="1967">
          <p15:clr>
            <a:srgbClr val="A4A3A4"/>
          </p15:clr>
        </p15:guide>
        <p15:guide id="6" pos="2150">
          <p15:clr>
            <a:srgbClr val="A4A3A4"/>
          </p15:clr>
        </p15:guide>
        <p15:guide id="7" pos="2561">
          <p15:clr>
            <a:srgbClr val="A4A3A4"/>
          </p15:clr>
        </p15:guide>
        <p15:guide id="8" pos="2744">
          <p15:clr>
            <a:srgbClr val="A4A3A4"/>
          </p15:clr>
        </p15:guide>
        <p15:guide id="9" pos="3161">
          <p15:clr>
            <a:srgbClr val="A4A3A4"/>
          </p15:clr>
        </p15:guide>
        <p15:guide id="10" pos="3348">
          <p15:clr>
            <a:srgbClr val="A4A3A4"/>
          </p15:clr>
        </p15:guide>
        <p15:guide id="11" pos="3754">
          <p15:clr>
            <a:srgbClr val="A4A3A4"/>
          </p15:clr>
        </p15:guide>
        <p15:guide id="12" pos="3931">
          <p15:clr>
            <a:srgbClr val="A4A3A4"/>
          </p15:clr>
        </p15:guide>
        <p15:guide id="13" pos="4342">
          <p15:clr>
            <a:srgbClr val="A4A3A4"/>
          </p15:clr>
        </p15:guide>
        <p15:guide id="14" pos="4531">
          <p15:clr>
            <a:srgbClr val="A4A3A4"/>
          </p15:clr>
        </p15:guide>
        <p15:guide id="15" pos="4937">
          <p15:clr>
            <a:srgbClr val="A4A3A4"/>
          </p15:clr>
        </p15:guide>
        <p15:guide id="16" pos="5120">
          <p15:clr>
            <a:srgbClr val="A4A3A4"/>
          </p15:clr>
        </p15:guide>
        <p15:guide id="17" pos="5529">
          <p15:clr>
            <a:srgbClr val="A4A3A4"/>
          </p15:clr>
        </p15:guide>
        <p15:guide id="18" pos="5714">
          <p15:clr>
            <a:srgbClr val="A4A3A4"/>
          </p15:clr>
        </p15:guide>
        <p15:guide id="19" pos="6123">
          <p15:clr>
            <a:srgbClr val="A4A3A4"/>
          </p15:clr>
        </p15:guide>
        <p15:guide id="20" pos="6308">
          <p15:clr>
            <a:srgbClr val="A4A3A4"/>
          </p15:clr>
        </p15:guide>
        <p15:guide id="21" pos="6717">
          <p15:clr>
            <a:srgbClr val="A4A3A4"/>
          </p15:clr>
        </p15:guide>
        <p15:guide id="22" pos="6900">
          <p15:clr>
            <a:srgbClr val="A4A3A4"/>
          </p15:clr>
        </p15:guide>
        <p15:guide id="23" orient="horz" pos="905">
          <p15:clr>
            <a:srgbClr val="5ACBF0"/>
          </p15:clr>
        </p15:guide>
        <p15:guide id="24" orient="horz" pos="1271">
          <p15:clr>
            <a:srgbClr val="5ACBF0"/>
          </p15:clr>
        </p15:guide>
        <p15:guide id="25" orient="horz" pos="288">
          <p15:clr>
            <a:srgbClr val="5ACBF0"/>
          </p15:clr>
        </p15:guide>
        <p15:guide id="26" orient="horz" pos="2387">
          <p15:clr>
            <a:srgbClr val="FBAE40"/>
          </p15:clr>
        </p15:guide>
        <p15:guide id="27" orient="horz" pos="2750">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matchingName="11_Header Line 12 Months">
  <p:cSld name="11_Header Line 12 Months">
    <p:bg>
      <p:bgPr>
        <a:solidFill>
          <a:schemeClr val="lt1"/>
        </a:solidFill>
        <a:effectLst/>
      </p:bgPr>
    </p:bg>
    <p:spTree>
      <p:nvGrpSpPr>
        <p:cNvPr id="1" name="Shape 283"/>
        <p:cNvGrpSpPr/>
        <p:nvPr/>
      </p:nvGrpSpPr>
      <p:grpSpPr>
        <a:xfrm>
          <a:off x="0" y="0"/>
          <a:ext cx="0" cy="0"/>
          <a:chOff x="0" y="0"/>
          <a:chExt cx="0" cy="0"/>
        </a:xfrm>
      </p:grpSpPr>
      <p:sp>
        <p:nvSpPr>
          <p:cNvPr id="284" name="Google Shape;284;p39"/>
          <p:cNvSpPr txBox="1">
            <a:spLocks noGrp="1"/>
          </p:cNvSpPr>
          <p:nvPr>
            <p:ph type="title"/>
          </p:nvPr>
        </p:nvSpPr>
        <p:spPr>
          <a:xfrm>
            <a:off x="588263" y="457200"/>
            <a:ext cx="11018520" cy="553998"/>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Clr>
                <a:schemeClr val="dk1"/>
              </a:buClr>
              <a:buSzPts val="3600"/>
              <a:buFont typeface="Quattrocento Sans"/>
              <a:buNone/>
              <a:defRPr>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85" name="Google Shape;285;p39"/>
          <p:cNvSpPr txBox="1"/>
          <p:nvPr/>
        </p:nvSpPr>
        <p:spPr>
          <a:xfrm flipH="1">
            <a:off x="584200" y="1436688"/>
            <a:ext cx="1595438" cy="581025"/>
          </a:xfrm>
          <a:prstGeom prst="rect">
            <a:avLst/>
          </a:prstGeom>
          <a:noFill/>
          <a:ln>
            <a:noFill/>
          </a:ln>
        </p:spPr>
        <p:txBody>
          <a:bodyPr spcFirstLastPara="1" wrap="square" lIns="90000" tIns="0" rIns="0" bIns="0" anchor="ctr" anchorCtr="0">
            <a:noAutofit/>
          </a:bodyPr>
          <a:lstStyle/>
          <a:p>
            <a:pPr marL="0" marR="0" lvl="0" indent="0" algn="l" rtl="0">
              <a:spcBef>
                <a:spcPts val="0"/>
              </a:spcBef>
              <a:spcAft>
                <a:spcPts val="0"/>
              </a:spcAft>
              <a:buNone/>
            </a:pPr>
            <a:r>
              <a:rPr lang="en-US" sz="2000">
                <a:solidFill>
                  <a:schemeClr val="dk2"/>
                </a:solidFill>
                <a:latin typeface="Quattrocento Sans"/>
                <a:ea typeface="Quattrocento Sans"/>
                <a:cs typeface="Quattrocento Sans"/>
                <a:sym typeface="Quattrocento Sans"/>
              </a:rPr>
              <a:t>Week 1</a:t>
            </a:r>
            <a:endParaRPr/>
          </a:p>
        </p:txBody>
      </p:sp>
      <p:sp>
        <p:nvSpPr>
          <p:cNvPr id="286" name="Google Shape;286;p39"/>
          <p:cNvSpPr txBox="1"/>
          <p:nvPr/>
        </p:nvSpPr>
        <p:spPr>
          <a:xfrm flipH="1">
            <a:off x="2470150" y="1436688"/>
            <a:ext cx="1595438" cy="581025"/>
          </a:xfrm>
          <a:prstGeom prst="rect">
            <a:avLst/>
          </a:prstGeom>
          <a:noFill/>
          <a:ln>
            <a:noFill/>
          </a:ln>
        </p:spPr>
        <p:txBody>
          <a:bodyPr spcFirstLastPara="1" wrap="square" lIns="90000" tIns="0" rIns="0" bIns="0" anchor="ctr" anchorCtr="0">
            <a:noAutofit/>
          </a:bodyPr>
          <a:lstStyle/>
          <a:p>
            <a:pPr marL="0" marR="0" lvl="0" indent="0" algn="l" rtl="0">
              <a:spcBef>
                <a:spcPts val="0"/>
              </a:spcBef>
              <a:spcAft>
                <a:spcPts val="0"/>
              </a:spcAft>
              <a:buNone/>
            </a:pPr>
            <a:r>
              <a:rPr lang="en-US" sz="2000">
                <a:solidFill>
                  <a:schemeClr val="dk2"/>
                </a:solidFill>
                <a:latin typeface="Quattrocento Sans"/>
                <a:ea typeface="Quattrocento Sans"/>
                <a:cs typeface="Quattrocento Sans"/>
                <a:sym typeface="Quattrocento Sans"/>
              </a:rPr>
              <a:t>Week 2</a:t>
            </a:r>
            <a:endParaRPr/>
          </a:p>
        </p:txBody>
      </p:sp>
      <p:sp>
        <p:nvSpPr>
          <p:cNvPr id="287" name="Google Shape;287;p39"/>
          <p:cNvSpPr txBox="1"/>
          <p:nvPr/>
        </p:nvSpPr>
        <p:spPr>
          <a:xfrm flipH="1">
            <a:off x="4367808" y="1436688"/>
            <a:ext cx="1595438" cy="581025"/>
          </a:xfrm>
          <a:prstGeom prst="rect">
            <a:avLst/>
          </a:prstGeom>
          <a:noFill/>
          <a:ln>
            <a:noFill/>
          </a:ln>
        </p:spPr>
        <p:txBody>
          <a:bodyPr spcFirstLastPara="1" wrap="square" lIns="90000" tIns="0" rIns="0" bIns="0" anchor="ctr" anchorCtr="0">
            <a:noAutofit/>
          </a:bodyPr>
          <a:lstStyle/>
          <a:p>
            <a:pPr marL="0" marR="0" lvl="0" indent="0" algn="l" rtl="0">
              <a:spcBef>
                <a:spcPts val="0"/>
              </a:spcBef>
              <a:spcAft>
                <a:spcPts val="0"/>
              </a:spcAft>
              <a:buNone/>
            </a:pPr>
            <a:r>
              <a:rPr lang="en-US" sz="2000">
                <a:solidFill>
                  <a:schemeClr val="dk2"/>
                </a:solidFill>
                <a:latin typeface="Quattrocento Sans"/>
                <a:ea typeface="Quattrocento Sans"/>
                <a:cs typeface="Quattrocento Sans"/>
                <a:sym typeface="Quattrocento Sans"/>
              </a:rPr>
              <a:t>Week 3</a:t>
            </a:r>
            <a:endParaRPr/>
          </a:p>
        </p:txBody>
      </p:sp>
      <p:sp>
        <p:nvSpPr>
          <p:cNvPr id="288" name="Google Shape;288;p39"/>
          <p:cNvSpPr txBox="1"/>
          <p:nvPr/>
        </p:nvSpPr>
        <p:spPr>
          <a:xfrm flipH="1">
            <a:off x="6240016" y="1436688"/>
            <a:ext cx="1595438" cy="581025"/>
          </a:xfrm>
          <a:prstGeom prst="rect">
            <a:avLst/>
          </a:prstGeom>
          <a:noFill/>
          <a:ln>
            <a:noFill/>
          </a:ln>
        </p:spPr>
        <p:txBody>
          <a:bodyPr spcFirstLastPara="1" wrap="square" lIns="90000" tIns="0" rIns="0" bIns="0" anchor="ctr" anchorCtr="0">
            <a:noAutofit/>
          </a:bodyPr>
          <a:lstStyle/>
          <a:p>
            <a:pPr marL="0" marR="0" lvl="0" indent="0" algn="l" rtl="0">
              <a:spcBef>
                <a:spcPts val="0"/>
              </a:spcBef>
              <a:spcAft>
                <a:spcPts val="0"/>
              </a:spcAft>
              <a:buNone/>
            </a:pPr>
            <a:r>
              <a:rPr lang="en-US" sz="2000">
                <a:solidFill>
                  <a:schemeClr val="dk2"/>
                </a:solidFill>
                <a:latin typeface="Quattrocento Sans"/>
                <a:ea typeface="Quattrocento Sans"/>
                <a:cs typeface="Quattrocento Sans"/>
                <a:sym typeface="Quattrocento Sans"/>
              </a:rPr>
              <a:t>Week 4</a:t>
            </a:r>
            <a:endParaRPr/>
          </a:p>
        </p:txBody>
      </p:sp>
      <p:sp>
        <p:nvSpPr>
          <p:cNvPr id="289" name="Google Shape;289;p39"/>
          <p:cNvSpPr txBox="1"/>
          <p:nvPr/>
        </p:nvSpPr>
        <p:spPr>
          <a:xfrm flipH="1">
            <a:off x="8127999" y="1436688"/>
            <a:ext cx="1592262" cy="581025"/>
          </a:xfrm>
          <a:prstGeom prst="rect">
            <a:avLst/>
          </a:prstGeom>
          <a:noFill/>
          <a:ln>
            <a:noFill/>
          </a:ln>
        </p:spPr>
        <p:txBody>
          <a:bodyPr spcFirstLastPara="1" wrap="square" lIns="90000" tIns="0" rIns="0" bIns="0" anchor="ctr" anchorCtr="0">
            <a:noAutofit/>
          </a:bodyPr>
          <a:lstStyle/>
          <a:p>
            <a:pPr marL="0" marR="0" lvl="0" indent="0" algn="l" rtl="0">
              <a:spcBef>
                <a:spcPts val="0"/>
              </a:spcBef>
              <a:spcAft>
                <a:spcPts val="0"/>
              </a:spcAft>
              <a:buNone/>
            </a:pPr>
            <a:r>
              <a:rPr lang="en-US" sz="2000">
                <a:solidFill>
                  <a:schemeClr val="dk2"/>
                </a:solidFill>
                <a:latin typeface="Quattrocento Sans"/>
                <a:ea typeface="Quattrocento Sans"/>
                <a:cs typeface="Quattrocento Sans"/>
                <a:sym typeface="Quattrocento Sans"/>
              </a:rPr>
              <a:t>Week 5</a:t>
            </a:r>
            <a:endParaRPr/>
          </a:p>
        </p:txBody>
      </p:sp>
      <p:sp>
        <p:nvSpPr>
          <p:cNvPr id="290" name="Google Shape;290;p39"/>
          <p:cNvSpPr txBox="1"/>
          <p:nvPr/>
        </p:nvSpPr>
        <p:spPr>
          <a:xfrm flipH="1">
            <a:off x="10013950" y="1436688"/>
            <a:ext cx="1595438" cy="581025"/>
          </a:xfrm>
          <a:prstGeom prst="rect">
            <a:avLst/>
          </a:prstGeom>
          <a:noFill/>
          <a:ln>
            <a:noFill/>
          </a:ln>
        </p:spPr>
        <p:txBody>
          <a:bodyPr spcFirstLastPara="1" wrap="square" lIns="90000" tIns="0" rIns="0" bIns="0" anchor="ctr" anchorCtr="0">
            <a:noAutofit/>
          </a:bodyPr>
          <a:lstStyle/>
          <a:p>
            <a:pPr marL="0" marR="0" lvl="0" indent="0" algn="l" rtl="0">
              <a:spcBef>
                <a:spcPts val="0"/>
              </a:spcBef>
              <a:spcAft>
                <a:spcPts val="0"/>
              </a:spcAft>
              <a:buNone/>
            </a:pPr>
            <a:r>
              <a:rPr lang="en-US" sz="2000">
                <a:solidFill>
                  <a:schemeClr val="dk2"/>
                </a:solidFill>
                <a:latin typeface="Quattrocento Sans"/>
                <a:ea typeface="Quattrocento Sans"/>
                <a:cs typeface="Quattrocento Sans"/>
                <a:sym typeface="Quattrocento Sans"/>
              </a:rPr>
              <a:t>Week 6</a:t>
            </a:r>
            <a:endParaRPr/>
          </a:p>
        </p:txBody>
      </p:sp>
      <p:sp>
        <p:nvSpPr>
          <p:cNvPr id="291" name="Google Shape;291;p39"/>
          <p:cNvSpPr txBox="1"/>
          <p:nvPr/>
        </p:nvSpPr>
        <p:spPr>
          <a:xfrm flipH="1">
            <a:off x="584200" y="3789363"/>
            <a:ext cx="1595438" cy="581025"/>
          </a:xfrm>
          <a:prstGeom prst="rect">
            <a:avLst/>
          </a:prstGeom>
          <a:noFill/>
          <a:ln>
            <a:noFill/>
          </a:ln>
        </p:spPr>
        <p:txBody>
          <a:bodyPr spcFirstLastPara="1" wrap="square" lIns="90000" tIns="0" rIns="0" bIns="0" anchor="ctr" anchorCtr="0">
            <a:noAutofit/>
          </a:bodyPr>
          <a:lstStyle/>
          <a:p>
            <a:pPr marL="0" marR="0" lvl="0" indent="0" algn="l" rtl="0">
              <a:spcBef>
                <a:spcPts val="0"/>
              </a:spcBef>
              <a:spcAft>
                <a:spcPts val="0"/>
              </a:spcAft>
              <a:buNone/>
            </a:pPr>
            <a:r>
              <a:rPr lang="en-US" sz="2000">
                <a:solidFill>
                  <a:schemeClr val="dk2"/>
                </a:solidFill>
                <a:latin typeface="Quattrocento Sans"/>
                <a:ea typeface="Quattrocento Sans"/>
                <a:cs typeface="Quattrocento Sans"/>
                <a:sym typeface="Quattrocento Sans"/>
              </a:rPr>
              <a:t>Week 7</a:t>
            </a:r>
            <a:endParaRPr/>
          </a:p>
        </p:txBody>
      </p:sp>
      <p:sp>
        <p:nvSpPr>
          <p:cNvPr id="292" name="Google Shape;292;p39"/>
          <p:cNvSpPr txBox="1"/>
          <p:nvPr/>
        </p:nvSpPr>
        <p:spPr>
          <a:xfrm flipH="1">
            <a:off x="2470150" y="3789363"/>
            <a:ext cx="1595438" cy="581025"/>
          </a:xfrm>
          <a:prstGeom prst="rect">
            <a:avLst/>
          </a:prstGeom>
          <a:noFill/>
          <a:ln>
            <a:noFill/>
          </a:ln>
        </p:spPr>
        <p:txBody>
          <a:bodyPr spcFirstLastPara="1" wrap="square" lIns="90000" tIns="0" rIns="0" bIns="0" anchor="ctr" anchorCtr="0">
            <a:noAutofit/>
          </a:bodyPr>
          <a:lstStyle/>
          <a:p>
            <a:pPr marL="0" marR="0" lvl="0" indent="0" algn="l" rtl="0">
              <a:spcBef>
                <a:spcPts val="0"/>
              </a:spcBef>
              <a:spcAft>
                <a:spcPts val="0"/>
              </a:spcAft>
              <a:buNone/>
            </a:pPr>
            <a:r>
              <a:rPr lang="en-US" sz="2000">
                <a:solidFill>
                  <a:schemeClr val="dk2"/>
                </a:solidFill>
                <a:latin typeface="Quattrocento Sans"/>
                <a:ea typeface="Quattrocento Sans"/>
                <a:cs typeface="Quattrocento Sans"/>
                <a:sym typeface="Quattrocento Sans"/>
              </a:rPr>
              <a:t>Week 8</a:t>
            </a:r>
            <a:endParaRPr/>
          </a:p>
        </p:txBody>
      </p:sp>
      <p:sp>
        <p:nvSpPr>
          <p:cNvPr id="293" name="Google Shape;293;p39"/>
          <p:cNvSpPr txBox="1"/>
          <p:nvPr/>
        </p:nvSpPr>
        <p:spPr>
          <a:xfrm flipH="1">
            <a:off x="4367808" y="3789363"/>
            <a:ext cx="1595438" cy="581025"/>
          </a:xfrm>
          <a:prstGeom prst="rect">
            <a:avLst/>
          </a:prstGeom>
          <a:noFill/>
          <a:ln>
            <a:noFill/>
          </a:ln>
        </p:spPr>
        <p:txBody>
          <a:bodyPr spcFirstLastPara="1" wrap="square" lIns="90000" tIns="0" rIns="0" bIns="0" anchor="ctr" anchorCtr="0">
            <a:noAutofit/>
          </a:bodyPr>
          <a:lstStyle/>
          <a:p>
            <a:pPr marL="0" marR="0" lvl="0" indent="0" algn="l" rtl="0">
              <a:spcBef>
                <a:spcPts val="0"/>
              </a:spcBef>
              <a:spcAft>
                <a:spcPts val="0"/>
              </a:spcAft>
              <a:buNone/>
            </a:pPr>
            <a:r>
              <a:rPr lang="en-US" sz="2000">
                <a:solidFill>
                  <a:schemeClr val="dk2"/>
                </a:solidFill>
                <a:latin typeface="Quattrocento Sans"/>
                <a:ea typeface="Quattrocento Sans"/>
                <a:cs typeface="Quattrocento Sans"/>
                <a:sym typeface="Quattrocento Sans"/>
              </a:rPr>
              <a:t>Week 9</a:t>
            </a:r>
            <a:endParaRPr/>
          </a:p>
        </p:txBody>
      </p:sp>
      <p:sp>
        <p:nvSpPr>
          <p:cNvPr id="294" name="Google Shape;294;p39"/>
          <p:cNvSpPr txBox="1"/>
          <p:nvPr/>
        </p:nvSpPr>
        <p:spPr>
          <a:xfrm flipH="1">
            <a:off x="6240016" y="3789363"/>
            <a:ext cx="1595438" cy="581025"/>
          </a:xfrm>
          <a:prstGeom prst="rect">
            <a:avLst/>
          </a:prstGeom>
          <a:noFill/>
          <a:ln>
            <a:noFill/>
          </a:ln>
        </p:spPr>
        <p:txBody>
          <a:bodyPr spcFirstLastPara="1" wrap="square" lIns="90000" tIns="0" rIns="0" bIns="0" anchor="ctr" anchorCtr="0">
            <a:noAutofit/>
          </a:bodyPr>
          <a:lstStyle/>
          <a:p>
            <a:pPr marL="0" marR="0" lvl="0" indent="0" algn="l" rtl="0">
              <a:spcBef>
                <a:spcPts val="0"/>
              </a:spcBef>
              <a:spcAft>
                <a:spcPts val="0"/>
              </a:spcAft>
              <a:buNone/>
            </a:pPr>
            <a:r>
              <a:rPr lang="en-US" sz="2000">
                <a:solidFill>
                  <a:schemeClr val="dk2"/>
                </a:solidFill>
                <a:latin typeface="Quattrocento Sans"/>
                <a:ea typeface="Quattrocento Sans"/>
                <a:cs typeface="Quattrocento Sans"/>
                <a:sym typeface="Quattrocento Sans"/>
              </a:rPr>
              <a:t>Week 10</a:t>
            </a:r>
            <a:endParaRPr/>
          </a:p>
        </p:txBody>
      </p:sp>
      <p:sp>
        <p:nvSpPr>
          <p:cNvPr id="295" name="Google Shape;295;p39"/>
          <p:cNvSpPr txBox="1"/>
          <p:nvPr/>
        </p:nvSpPr>
        <p:spPr>
          <a:xfrm flipH="1">
            <a:off x="8127999" y="3789363"/>
            <a:ext cx="1592262" cy="581025"/>
          </a:xfrm>
          <a:prstGeom prst="rect">
            <a:avLst/>
          </a:prstGeom>
          <a:noFill/>
          <a:ln>
            <a:noFill/>
          </a:ln>
        </p:spPr>
        <p:txBody>
          <a:bodyPr spcFirstLastPara="1" wrap="square" lIns="90000" tIns="0" rIns="0" bIns="0" anchor="ctr" anchorCtr="0">
            <a:noAutofit/>
          </a:bodyPr>
          <a:lstStyle/>
          <a:p>
            <a:pPr marL="0" marR="0" lvl="0" indent="0" algn="l" rtl="0">
              <a:spcBef>
                <a:spcPts val="0"/>
              </a:spcBef>
              <a:spcAft>
                <a:spcPts val="0"/>
              </a:spcAft>
              <a:buNone/>
            </a:pPr>
            <a:r>
              <a:rPr lang="en-US" sz="2000">
                <a:solidFill>
                  <a:schemeClr val="dk2"/>
                </a:solidFill>
                <a:latin typeface="Quattrocento Sans"/>
                <a:ea typeface="Quattrocento Sans"/>
                <a:cs typeface="Quattrocento Sans"/>
                <a:sym typeface="Quattrocento Sans"/>
              </a:rPr>
              <a:t>Week 11</a:t>
            </a:r>
            <a:endParaRPr/>
          </a:p>
        </p:txBody>
      </p:sp>
      <p:sp>
        <p:nvSpPr>
          <p:cNvPr id="296" name="Google Shape;296;p39"/>
          <p:cNvSpPr txBox="1"/>
          <p:nvPr/>
        </p:nvSpPr>
        <p:spPr>
          <a:xfrm flipH="1">
            <a:off x="10013950" y="3789363"/>
            <a:ext cx="1595438" cy="581025"/>
          </a:xfrm>
          <a:prstGeom prst="rect">
            <a:avLst/>
          </a:prstGeom>
          <a:noFill/>
          <a:ln>
            <a:noFill/>
          </a:ln>
        </p:spPr>
        <p:txBody>
          <a:bodyPr spcFirstLastPara="1" wrap="square" lIns="90000" tIns="0" rIns="0" bIns="0" anchor="ctr" anchorCtr="0">
            <a:noAutofit/>
          </a:bodyPr>
          <a:lstStyle/>
          <a:p>
            <a:pPr marL="0" marR="0" lvl="0" indent="0" algn="l" rtl="0">
              <a:spcBef>
                <a:spcPts val="0"/>
              </a:spcBef>
              <a:spcAft>
                <a:spcPts val="0"/>
              </a:spcAft>
              <a:buNone/>
            </a:pPr>
            <a:r>
              <a:rPr lang="en-US" sz="2000">
                <a:solidFill>
                  <a:schemeClr val="dk2"/>
                </a:solidFill>
                <a:latin typeface="Quattrocento Sans"/>
                <a:ea typeface="Quattrocento Sans"/>
                <a:cs typeface="Quattrocento Sans"/>
                <a:sym typeface="Quattrocento Sans"/>
              </a:rPr>
              <a:t>Week 12</a:t>
            </a:r>
            <a:endParaRPr/>
          </a:p>
        </p:txBody>
      </p:sp>
      <p:sp>
        <p:nvSpPr>
          <p:cNvPr id="297" name="Google Shape;297;p39"/>
          <p:cNvSpPr txBox="1">
            <a:spLocks noGrp="1"/>
          </p:cNvSpPr>
          <p:nvPr>
            <p:ph type="body" idx="1"/>
          </p:nvPr>
        </p:nvSpPr>
        <p:spPr>
          <a:xfrm>
            <a:off x="584200" y="2137143"/>
            <a:ext cx="1595438" cy="646331"/>
          </a:xfrm>
          <a:prstGeom prst="rect">
            <a:avLst/>
          </a:prstGeom>
          <a:noFill/>
          <a:ln>
            <a:noFill/>
          </a:ln>
        </p:spPr>
        <p:txBody>
          <a:bodyPr spcFirstLastPara="1" wrap="square" lIns="90000" tIns="0" rIns="0" bIns="0" anchor="t" anchorCtr="0">
            <a:spAutoFit/>
          </a:bodyPr>
          <a:lstStyle>
            <a:lvl1pPr marL="457200" lvl="0" indent="-308610" algn="l">
              <a:lnSpc>
                <a:spcPct val="100000"/>
              </a:lnSpc>
              <a:spcBef>
                <a:spcPts val="280"/>
              </a:spcBef>
              <a:spcAft>
                <a:spcPts val="0"/>
              </a:spcAft>
              <a:buClr>
                <a:schemeClr val="dk1"/>
              </a:buClr>
              <a:buSzPts val="1260"/>
              <a:buFont typeface="Noto Sans Symbols"/>
              <a:buChar char="·"/>
              <a:defRPr sz="1400">
                <a:solidFill>
                  <a:schemeClr val="dk1"/>
                </a:solidFill>
              </a:defRPr>
            </a:lvl1pPr>
            <a:lvl2pPr marL="914400" lvl="1" indent="-331469" algn="l">
              <a:lnSpc>
                <a:spcPct val="100000"/>
              </a:lnSpc>
              <a:spcBef>
                <a:spcPts val="360"/>
              </a:spcBef>
              <a:spcAft>
                <a:spcPts val="0"/>
              </a:spcAft>
              <a:buClr>
                <a:schemeClr val="lt1"/>
              </a:buClr>
              <a:buSzPts val="1620"/>
              <a:buChar char="·"/>
              <a:defRPr sz="1800">
                <a:solidFill>
                  <a:schemeClr val="lt1"/>
                </a:solidFill>
              </a:defRPr>
            </a:lvl2pPr>
            <a:lvl3pPr marL="1371600" lvl="2" indent="-331469" algn="l">
              <a:lnSpc>
                <a:spcPct val="100000"/>
              </a:lnSpc>
              <a:spcBef>
                <a:spcPts val="360"/>
              </a:spcBef>
              <a:spcAft>
                <a:spcPts val="0"/>
              </a:spcAft>
              <a:buClr>
                <a:schemeClr val="lt1"/>
              </a:buClr>
              <a:buSzPts val="1620"/>
              <a:buChar char="·"/>
              <a:defRPr sz="1800">
                <a:solidFill>
                  <a:schemeClr val="lt1"/>
                </a:solidFill>
              </a:defRPr>
            </a:lvl3pPr>
            <a:lvl4pPr marL="1828800" lvl="3" indent="-331469" algn="l">
              <a:lnSpc>
                <a:spcPct val="100000"/>
              </a:lnSpc>
              <a:spcBef>
                <a:spcPts val="360"/>
              </a:spcBef>
              <a:spcAft>
                <a:spcPts val="0"/>
              </a:spcAft>
              <a:buClr>
                <a:schemeClr val="lt1"/>
              </a:buClr>
              <a:buSzPts val="1620"/>
              <a:buChar char="·"/>
              <a:defRPr sz="1800">
                <a:solidFill>
                  <a:schemeClr val="lt1"/>
                </a:solidFill>
              </a:defRPr>
            </a:lvl4pPr>
            <a:lvl5pPr marL="2286000" lvl="4" indent="-331470" algn="l">
              <a:lnSpc>
                <a:spcPct val="100000"/>
              </a:lnSpc>
              <a:spcBef>
                <a:spcPts val="360"/>
              </a:spcBef>
              <a:spcAft>
                <a:spcPts val="0"/>
              </a:spcAft>
              <a:buClr>
                <a:schemeClr val="lt1"/>
              </a:buClr>
              <a:buSzPts val="1620"/>
              <a:buChar char="·"/>
              <a:defRPr sz="1800">
                <a:solidFill>
                  <a:schemeClr val="lt1"/>
                </a:solidFill>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98" name="Google Shape;298;p39"/>
          <p:cNvSpPr txBox="1">
            <a:spLocks noGrp="1"/>
          </p:cNvSpPr>
          <p:nvPr>
            <p:ph type="body" idx="2"/>
          </p:nvPr>
        </p:nvSpPr>
        <p:spPr>
          <a:xfrm>
            <a:off x="2470150" y="2137143"/>
            <a:ext cx="1595438" cy="646331"/>
          </a:xfrm>
          <a:prstGeom prst="rect">
            <a:avLst/>
          </a:prstGeom>
          <a:noFill/>
          <a:ln>
            <a:noFill/>
          </a:ln>
        </p:spPr>
        <p:txBody>
          <a:bodyPr spcFirstLastPara="1" wrap="square" lIns="90000" tIns="0" rIns="0" bIns="0" anchor="t" anchorCtr="0">
            <a:spAutoFit/>
          </a:bodyPr>
          <a:lstStyle>
            <a:lvl1pPr marL="457200" lvl="0" indent="-308610" algn="l">
              <a:lnSpc>
                <a:spcPct val="100000"/>
              </a:lnSpc>
              <a:spcBef>
                <a:spcPts val="280"/>
              </a:spcBef>
              <a:spcAft>
                <a:spcPts val="0"/>
              </a:spcAft>
              <a:buClr>
                <a:schemeClr val="dk1"/>
              </a:buClr>
              <a:buSzPts val="1260"/>
              <a:buFont typeface="Noto Sans Symbols"/>
              <a:buChar char="·"/>
              <a:defRPr sz="1400">
                <a:solidFill>
                  <a:schemeClr val="dk1"/>
                </a:solidFill>
              </a:defRPr>
            </a:lvl1pPr>
            <a:lvl2pPr marL="914400" lvl="1" indent="-331469" algn="l">
              <a:lnSpc>
                <a:spcPct val="100000"/>
              </a:lnSpc>
              <a:spcBef>
                <a:spcPts val="360"/>
              </a:spcBef>
              <a:spcAft>
                <a:spcPts val="0"/>
              </a:spcAft>
              <a:buClr>
                <a:schemeClr val="lt1"/>
              </a:buClr>
              <a:buSzPts val="1620"/>
              <a:buChar char="·"/>
              <a:defRPr sz="1800">
                <a:solidFill>
                  <a:schemeClr val="lt1"/>
                </a:solidFill>
              </a:defRPr>
            </a:lvl2pPr>
            <a:lvl3pPr marL="1371600" lvl="2" indent="-331469" algn="l">
              <a:lnSpc>
                <a:spcPct val="100000"/>
              </a:lnSpc>
              <a:spcBef>
                <a:spcPts val="360"/>
              </a:spcBef>
              <a:spcAft>
                <a:spcPts val="0"/>
              </a:spcAft>
              <a:buClr>
                <a:schemeClr val="lt1"/>
              </a:buClr>
              <a:buSzPts val="1620"/>
              <a:buChar char="·"/>
              <a:defRPr sz="1800">
                <a:solidFill>
                  <a:schemeClr val="lt1"/>
                </a:solidFill>
              </a:defRPr>
            </a:lvl3pPr>
            <a:lvl4pPr marL="1828800" lvl="3" indent="-331469" algn="l">
              <a:lnSpc>
                <a:spcPct val="100000"/>
              </a:lnSpc>
              <a:spcBef>
                <a:spcPts val="360"/>
              </a:spcBef>
              <a:spcAft>
                <a:spcPts val="0"/>
              </a:spcAft>
              <a:buClr>
                <a:schemeClr val="lt1"/>
              </a:buClr>
              <a:buSzPts val="1620"/>
              <a:buChar char="·"/>
              <a:defRPr sz="1800">
                <a:solidFill>
                  <a:schemeClr val="lt1"/>
                </a:solidFill>
              </a:defRPr>
            </a:lvl4pPr>
            <a:lvl5pPr marL="2286000" lvl="4" indent="-331470" algn="l">
              <a:lnSpc>
                <a:spcPct val="100000"/>
              </a:lnSpc>
              <a:spcBef>
                <a:spcPts val="360"/>
              </a:spcBef>
              <a:spcAft>
                <a:spcPts val="0"/>
              </a:spcAft>
              <a:buClr>
                <a:schemeClr val="lt1"/>
              </a:buClr>
              <a:buSzPts val="1620"/>
              <a:buChar char="·"/>
              <a:defRPr sz="1800">
                <a:solidFill>
                  <a:schemeClr val="lt1"/>
                </a:solidFill>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99" name="Google Shape;299;p39"/>
          <p:cNvSpPr txBox="1">
            <a:spLocks noGrp="1"/>
          </p:cNvSpPr>
          <p:nvPr>
            <p:ph type="body" idx="3"/>
          </p:nvPr>
        </p:nvSpPr>
        <p:spPr>
          <a:xfrm>
            <a:off x="4356100" y="2137143"/>
            <a:ext cx="1603375" cy="646331"/>
          </a:xfrm>
          <a:prstGeom prst="rect">
            <a:avLst/>
          </a:prstGeom>
          <a:noFill/>
          <a:ln>
            <a:noFill/>
          </a:ln>
        </p:spPr>
        <p:txBody>
          <a:bodyPr spcFirstLastPara="1" wrap="square" lIns="90000" tIns="0" rIns="0" bIns="0" anchor="t" anchorCtr="0">
            <a:spAutoFit/>
          </a:bodyPr>
          <a:lstStyle>
            <a:lvl1pPr marL="457200" lvl="0" indent="-308610" algn="l">
              <a:lnSpc>
                <a:spcPct val="100000"/>
              </a:lnSpc>
              <a:spcBef>
                <a:spcPts val="280"/>
              </a:spcBef>
              <a:spcAft>
                <a:spcPts val="0"/>
              </a:spcAft>
              <a:buClr>
                <a:schemeClr val="dk1"/>
              </a:buClr>
              <a:buSzPts val="1260"/>
              <a:buFont typeface="Noto Sans Symbols"/>
              <a:buChar char="·"/>
              <a:defRPr sz="1400">
                <a:solidFill>
                  <a:schemeClr val="dk1"/>
                </a:solidFill>
              </a:defRPr>
            </a:lvl1pPr>
            <a:lvl2pPr marL="914400" lvl="1" indent="-331469" algn="l">
              <a:lnSpc>
                <a:spcPct val="100000"/>
              </a:lnSpc>
              <a:spcBef>
                <a:spcPts val="360"/>
              </a:spcBef>
              <a:spcAft>
                <a:spcPts val="0"/>
              </a:spcAft>
              <a:buClr>
                <a:schemeClr val="lt1"/>
              </a:buClr>
              <a:buSzPts val="1620"/>
              <a:buChar char="·"/>
              <a:defRPr sz="1800">
                <a:solidFill>
                  <a:schemeClr val="lt1"/>
                </a:solidFill>
              </a:defRPr>
            </a:lvl2pPr>
            <a:lvl3pPr marL="1371600" lvl="2" indent="-331469" algn="l">
              <a:lnSpc>
                <a:spcPct val="100000"/>
              </a:lnSpc>
              <a:spcBef>
                <a:spcPts val="360"/>
              </a:spcBef>
              <a:spcAft>
                <a:spcPts val="0"/>
              </a:spcAft>
              <a:buClr>
                <a:schemeClr val="lt1"/>
              </a:buClr>
              <a:buSzPts val="1620"/>
              <a:buChar char="·"/>
              <a:defRPr sz="1800">
                <a:solidFill>
                  <a:schemeClr val="lt1"/>
                </a:solidFill>
              </a:defRPr>
            </a:lvl3pPr>
            <a:lvl4pPr marL="1828800" lvl="3" indent="-331469" algn="l">
              <a:lnSpc>
                <a:spcPct val="100000"/>
              </a:lnSpc>
              <a:spcBef>
                <a:spcPts val="360"/>
              </a:spcBef>
              <a:spcAft>
                <a:spcPts val="0"/>
              </a:spcAft>
              <a:buClr>
                <a:schemeClr val="lt1"/>
              </a:buClr>
              <a:buSzPts val="1620"/>
              <a:buChar char="·"/>
              <a:defRPr sz="1800">
                <a:solidFill>
                  <a:schemeClr val="lt1"/>
                </a:solidFill>
              </a:defRPr>
            </a:lvl4pPr>
            <a:lvl5pPr marL="2286000" lvl="4" indent="-331470" algn="l">
              <a:lnSpc>
                <a:spcPct val="100000"/>
              </a:lnSpc>
              <a:spcBef>
                <a:spcPts val="360"/>
              </a:spcBef>
              <a:spcAft>
                <a:spcPts val="0"/>
              </a:spcAft>
              <a:buClr>
                <a:schemeClr val="lt1"/>
              </a:buClr>
              <a:buSzPts val="1620"/>
              <a:buChar char="·"/>
              <a:defRPr sz="1800">
                <a:solidFill>
                  <a:schemeClr val="lt1"/>
                </a:solidFill>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300" name="Google Shape;300;p39"/>
          <p:cNvSpPr txBox="1">
            <a:spLocks noGrp="1"/>
          </p:cNvSpPr>
          <p:nvPr>
            <p:ph type="body" idx="4"/>
          </p:nvPr>
        </p:nvSpPr>
        <p:spPr>
          <a:xfrm>
            <a:off x="6240463" y="2137143"/>
            <a:ext cx="1597025" cy="646331"/>
          </a:xfrm>
          <a:prstGeom prst="rect">
            <a:avLst/>
          </a:prstGeom>
          <a:noFill/>
          <a:ln>
            <a:noFill/>
          </a:ln>
        </p:spPr>
        <p:txBody>
          <a:bodyPr spcFirstLastPara="1" wrap="square" lIns="90000" tIns="0" rIns="0" bIns="0" anchor="t" anchorCtr="0">
            <a:spAutoFit/>
          </a:bodyPr>
          <a:lstStyle>
            <a:lvl1pPr marL="457200" lvl="0" indent="-308610" algn="l">
              <a:lnSpc>
                <a:spcPct val="100000"/>
              </a:lnSpc>
              <a:spcBef>
                <a:spcPts val="280"/>
              </a:spcBef>
              <a:spcAft>
                <a:spcPts val="0"/>
              </a:spcAft>
              <a:buClr>
                <a:schemeClr val="dk1"/>
              </a:buClr>
              <a:buSzPts val="1260"/>
              <a:buFont typeface="Noto Sans Symbols"/>
              <a:buChar char="·"/>
              <a:defRPr sz="1400">
                <a:solidFill>
                  <a:schemeClr val="dk1"/>
                </a:solidFill>
              </a:defRPr>
            </a:lvl1pPr>
            <a:lvl2pPr marL="914400" lvl="1" indent="-331469" algn="l">
              <a:lnSpc>
                <a:spcPct val="100000"/>
              </a:lnSpc>
              <a:spcBef>
                <a:spcPts val="360"/>
              </a:spcBef>
              <a:spcAft>
                <a:spcPts val="0"/>
              </a:spcAft>
              <a:buClr>
                <a:schemeClr val="lt1"/>
              </a:buClr>
              <a:buSzPts val="1620"/>
              <a:buChar char="·"/>
              <a:defRPr sz="1800">
                <a:solidFill>
                  <a:schemeClr val="lt1"/>
                </a:solidFill>
              </a:defRPr>
            </a:lvl2pPr>
            <a:lvl3pPr marL="1371600" lvl="2" indent="-331469" algn="l">
              <a:lnSpc>
                <a:spcPct val="100000"/>
              </a:lnSpc>
              <a:spcBef>
                <a:spcPts val="360"/>
              </a:spcBef>
              <a:spcAft>
                <a:spcPts val="0"/>
              </a:spcAft>
              <a:buClr>
                <a:schemeClr val="lt1"/>
              </a:buClr>
              <a:buSzPts val="1620"/>
              <a:buChar char="·"/>
              <a:defRPr sz="1800">
                <a:solidFill>
                  <a:schemeClr val="lt1"/>
                </a:solidFill>
              </a:defRPr>
            </a:lvl3pPr>
            <a:lvl4pPr marL="1828800" lvl="3" indent="-331469" algn="l">
              <a:lnSpc>
                <a:spcPct val="100000"/>
              </a:lnSpc>
              <a:spcBef>
                <a:spcPts val="360"/>
              </a:spcBef>
              <a:spcAft>
                <a:spcPts val="0"/>
              </a:spcAft>
              <a:buClr>
                <a:schemeClr val="lt1"/>
              </a:buClr>
              <a:buSzPts val="1620"/>
              <a:buChar char="·"/>
              <a:defRPr sz="1800">
                <a:solidFill>
                  <a:schemeClr val="lt1"/>
                </a:solidFill>
              </a:defRPr>
            </a:lvl4pPr>
            <a:lvl5pPr marL="2286000" lvl="4" indent="-331470" algn="l">
              <a:lnSpc>
                <a:spcPct val="100000"/>
              </a:lnSpc>
              <a:spcBef>
                <a:spcPts val="360"/>
              </a:spcBef>
              <a:spcAft>
                <a:spcPts val="0"/>
              </a:spcAft>
              <a:buClr>
                <a:schemeClr val="lt1"/>
              </a:buClr>
              <a:buSzPts val="1620"/>
              <a:buChar char="·"/>
              <a:defRPr sz="1800">
                <a:solidFill>
                  <a:schemeClr val="lt1"/>
                </a:solidFill>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301" name="Google Shape;301;p39"/>
          <p:cNvSpPr txBox="1">
            <a:spLocks noGrp="1"/>
          </p:cNvSpPr>
          <p:nvPr>
            <p:ph type="body" idx="5"/>
          </p:nvPr>
        </p:nvSpPr>
        <p:spPr>
          <a:xfrm>
            <a:off x="8128000" y="2137143"/>
            <a:ext cx="1592263" cy="646331"/>
          </a:xfrm>
          <a:prstGeom prst="rect">
            <a:avLst/>
          </a:prstGeom>
          <a:noFill/>
          <a:ln>
            <a:noFill/>
          </a:ln>
        </p:spPr>
        <p:txBody>
          <a:bodyPr spcFirstLastPara="1" wrap="square" lIns="90000" tIns="0" rIns="0" bIns="0" anchor="t" anchorCtr="0">
            <a:spAutoFit/>
          </a:bodyPr>
          <a:lstStyle>
            <a:lvl1pPr marL="457200" lvl="0" indent="-308610" algn="l">
              <a:lnSpc>
                <a:spcPct val="100000"/>
              </a:lnSpc>
              <a:spcBef>
                <a:spcPts val="280"/>
              </a:spcBef>
              <a:spcAft>
                <a:spcPts val="0"/>
              </a:spcAft>
              <a:buClr>
                <a:schemeClr val="dk1"/>
              </a:buClr>
              <a:buSzPts val="1260"/>
              <a:buFont typeface="Noto Sans Symbols"/>
              <a:buChar char="·"/>
              <a:defRPr sz="1400">
                <a:solidFill>
                  <a:schemeClr val="dk1"/>
                </a:solidFill>
              </a:defRPr>
            </a:lvl1pPr>
            <a:lvl2pPr marL="914400" lvl="1" indent="-331469" algn="l">
              <a:lnSpc>
                <a:spcPct val="100000"/>
              </a:lnSpc>
              <a:spcBef>
                <a:spcPts val="360"/>
              </a:spcBef>
              <a:spcAft>
                <a:spcPts val="0"/>
              </a:spcAft>
              <a:buClr>
                <a:schemeClr val="lt1"/>
              </a:buClr>
              <a:buSzPts val="1620"/>
              <a:buChar char="·"/>
              <a:defRPr sz="1800">
                <a:solidFill>
                  <a:schemeClr val="lt1"/>
                </a:solidFill>
              </a:defRPr>
            </a:lvl2pPr>
            <a:lvl3pPr marL="1371600" lvl="2" indent="-331469" algn="l">
              <a:lnSpc>
                <a:spcPct val="100000"/>
              </a:lnSpc>
              <a:spcBef>
                <a:spcPts val="360"/>
              </a:spcBef>
              <a:spcAft>
                <a:spcPts val="0"/>
              </a:spcAft>
              <a:buClr>
                <a:schemeClr val="lt1"/>
              </a:buClr>
              <a:buSzPts val="1620"/>
              <a:buChar char="·"/>
              <a:defRPr sz="1800">
                <a:solidFill>
                  <a:schemeClr val="lt1"/>
                </a:solidFill>
              </a:defRPr>
            </a:lvl3pPr>
            <a:lvl4pPr marL="1828800" lvl="3" indent="-331469" algn="l">
              <a:lnSpc>
                <a:spcPct val="100000"/>
              </a:lnSpc>
              <a:spcBef>
                <a:spcPts val="360"/>
              </a:spcBef>
              <a:spcAft>
                <a:spcPts val="0"/>
              </a:spcAft>
              <a:buClr>
                <a:schemeClr val="lt1"/>
              </a:buClr>
              <a:buSzPts val="1620"/>
              <a:buChar char="·"/>
              <a:defRPr sz="1800">
                <a:solidFill>
                  <a:schemeClr val="lt1"/>
                </a:solidFill>
              </a:defRPr>
            </a:lvl4pPr>
            <a:lvl5pPr marL="2286000" lvl="4" indent="-331470" algn="l">
              <a:lnSpc>
                <a:spcPct val="100000"/>
              </a:lnSpc>
              <a:spcBef>
                <a:spcPts val="360"/>
              </a:spcBef>
              <a:spcAft>
                <a:spcPts val="0"/>
              </a:spcAft>
              <a:buClr>
                <a:schemeClr val="lt1"/>
              </a:buClr>
              <a:buSzPts val="1620"/>
              <a:buChar char="·"/>
              <a:defRPr sz="1800">
                <a:solidFill>
                  <a:schemeClr val="lt1"/>
                </a:solidFill>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302" name="Google Shape;302;p39"/>
          <p:cNvSpPr txBox="1">
            <a:spLocks noGrp="1"/>
          </p:cNvSpPr>
          <p:nvPr>
            <p:ph type="body" idx="6"/>
          </p:nvPr>
        </p:nvSpPr>
        <p:spPr>
          <a:xfrm>
            <a:off x="10013950" y="2137143"/>
            <a:ext cx="1595438" cy="646331"/>
          </a:xfrm>
          <a:prstGeom prst="rect">
            <a:avLst/>
          </a:prstGeom>
          <a:noFill/>
          <a:ln>
            <a:noFill/>
          </a:ln>
        </p:spPr>
        <p:txBody>
          <a:bodyPr spcFirstLastPara="1" wrap="square" lIns="90000" tIns="0" rIns="0" bIns="0" anchor="t" anchorCtr="0">
            <a:spAutoFit/>
          </a:bodyPr>
          <a:lstStyle>
            <a:lvl1pPr marL="457200" lvl="0" indent="-308610" algn="l">
              <a:lnSpc>
                <a:spcPct val="100000"/>
              </a:lnSpc>
              <a:spcBef>
                <a:spcPts val="280"/>
              </a:spcBef>
              <a:spcAft>
                <a:spcPts val="0"/>
              </a:spcAft>
              <a:buClr>
                <a:schemeClr val="dk1"/>
              </a:buClr>
              <a:buSzPts val="1260"/>
              <a:buFont typeface="Noto Sans Symbols"/>
              <a:buChar char="·"/>
              <a:defRPr sz="1400">
                <a:solidFill>
                  <a:schemeClr val="dk1"/>
                </a:solidFill>
              </a:defRPr>
            </a:lvl1pPr>
            <a:lvl2pPr marL="914400" lvl="1" indent="-331469" algn="l">
              <a:lnSpc>
                <a:spcPct val="100000"/>
              </a:lnSpc>
              <a:spcBef>
                <a:spcPts val="360"/>
              </a:spcBef>
              <a:spcAft>
                <a:spcPts val="0"/>
              </a:spcAft>
              <a:buClr>
                <a:schemeClr val="lt1"/>
              </a:buClr>
              <a:buSzPts val="1620"/>
              <a:buChar char="·"/>
              <a:defRPr sz="1800">
                <a:solidFill>
                  <a:schemeClr val="lt1"/>
                </a:solidFill>
              </a:defRPr>
            </a:lvl2pPr>
            <a:lvl3pPr marL="1371600" lvl="2" indent="-331469" algn="l">
              <a:lnSpc>
                <a:spcPct val="100000"/>
              </a:lnSpc>
              <a:spcBef>
                <a:spcPts val="360"/>
              </a:spcBef>
              <a:spcAft>
                <a:spcPts val="0"/>
              </a:spcAft>
              <a:buClr>
                <a:schemeClr val="lt1"/>
              </a:buClr>
              <a:buSzPts val="1620"/>
              <a:buChar char="·"/>
              <a:defRPr sz="1800">
                <a:solidFill>
                  <a:schemeClr val="lt1"/>
                </a:solidFill>
              </a:defRPr>
            </a:lvl3pPr>
            <a:lvl4pPr marL="1828800" lvl="3" indent="-331469" algn="l">
              <a:lnSpc>
                <a:spcPct val="100000"/>
              </a:lnSpc>
              <a:spcBef>
                <a:spcPts val="360"/>
              </a:spcBef>
              <a:spcAft>
                <a:spcPts val="0"/>
              </a:spcAft>
              <a:buClr>
                <a:schemeClr val="lt1"/>
              </a:buClr>
              <a:buSzPts val="1620"/>
              <a:buChar char="·"/>
              <a:defRPr sz="1800">
                <a:solidFill>
                  <a:schemeClr val="lt1"/>
                </a:solidFill>
              </a:defRPr>
            </a:lvl4pPr>
            <a:lvl5pPr marL="2286000" lvl="4" indent="-331470" algn="l">
              <a:lnSpc>
                <a:spcPct val="100000"/>
              </a:lnSpc>
              <a:spcBef>
                <a:spcPts val="360"/>
              </a:spcBef>
              <a:spcAft>
                <a:spcPts val="0"/>
              </a:spcAft>
              <a:buClr>
                <a:schemeClr val="lt1"/>
              </a:buClr>
              <a:buSzPts val="1620"/>
              <a:buChar char="·"/>
              <a:defRPr sz="1800">
                <a:solidFill>
                  <a:schemeClr val="lt1"/>
                </a:solidFill>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303" name="Google Shape;303;p39"/>
          <p:cNvSpPr txBox="1">
            <a:spLocks noGrp="1"/>
          </p:cNvSpPr>
          <p:nvPr>
            <p:ph type="body" idx="7"/>
          </p:nvPr>
        </p:nvSpPr>
        <p:spPr>
          <a:xfrm>
            <a:off x="584200" y="4509120"/>
            <a:ext cx="1595438" cy="646331"/>
          </a:xfrm>
          <a:prstGeom prst="rect">
            <a:avLst/>
          </a:prstGeom>
          <a:noFill/>
          <a:ln>
            <a:noFill/>
          </a:ln>
        </p:spPr>
        <p:txBody>
          <a:bodyPr spcFirstLastPara="1" wrap="square" lIns="90000" tIns="0" rIns="0" bIns="0" anchor="t" anchorCtr="0">
            <a:spAutoFit/>
          </a:bodyPr>
          <a:lstStyle>
            <a:lvl1pPr marL="457200" lvl="0" indent="-308610" algn="l">
              <a:lnSpc>
                <a:spcPct val="100000"/>
              </a:lnSpc>
              <a:spcBef>
                <a:spcPts val="280"/>
              </a:spcBef>
              <a:spcAft>
                <a:spcPts val="0"/>
              </a:spcAft>
              <a:buClr>
                <a:schemeClr val="dk1"/>
              </a:buClr>
              <a:buSzPts val="1260"/>
              <a:buFont typeface="Noto Sans Symbols"/>
              <a:buChar char="·"/>
              <a:defRPr sz="1400">
                <a:solidFill>
                  <a:schemeClr val="dk1"/>
                </a:solidFill>
              </a:defRPr>
            </a:lvl1pPr>
            <a:lvl2pPr marL="914400" lvl="1" indent="-331469" algn="l">
              <a:lnSpc>
                <a:spcPct val="100000"/>
              </a:lnSpc>
              <a:spcBef>
                <a:spcPts val="360"/>
              </a:spcBef>
              <a:spcAft>
                <a:spcPts val="0"/>
              </a:spcAft>
              <a:buClr>
                <a:schemeClr val="lt1"/>
              </a:buClr>
              <a:buSzPts val="1620"/>
              <a:buChar char="·"/>
              <a:defRPr sz="1800">
                <a:solidFill>
                  <a:schemeClr val="lt1"/>
                </a:solidFill>
              </a:defRPr>
            </a:lvl2pPr>
            <a:lvl3pPr marL="1371600" lvl="2" indent="-331469" algn="l">
              <a:lnSpc>
                <a:spcPct val="100000"/>
              </a:lnSpc>
              <a:spcBef>
                <a:spcPts val="360"/>
              </a:spcBef>
              <a:spcAft>
                <a:spcPts val="0"/>
              </a:spcAft>
              <a:buClr>
                <a:schemeClr val="lt1"/>
              </a:buClr>
              <a:buSzPts val="1620"/>
              <a:buChar char="·"/>
              <a:defRPr sz="1800">
                <a:solidFill>
                  <a:schemeClr val="lt1"/>
                </a:solidFill>
              </a:defRPr>
            </a:lvl3pPr>
            <a:lvl4pPr marL="1828800" lvl="3" indent="-331469" algn="l">
              <a:lnSpc>
                <a:spcPct val="100000"/>
              </a:lnSpc>
              <a:spcBef>
                <a:spcPts val="360"/>
              </a:spcBef>
              <a:spcAft>
                <a:spcPts val="0"/>
              </a:spcAft>
              <a:buClr>
                <a:schemeClr val="lt1"/>
              </a:buClr>
              <a:buSzPts val="1620"/>
              <a:buChar char="·"/>
              <a:defRPr sz="1800">
                <a:solidFill>
                  <a:schemeClr val="lt1"/>
                </a:solidFill>
              </a:defRPr>
            </a:lvl4pPr>
            <a:lvl5pPr marL="2286000" lvl="4" indent="-331470" algn="l">
              <a:lnSpc>
                <a:spcPct val="100000"/>
              </a:lnSpc>
              <a:spcBef>
                <a:spcPts val="360"/>
              </a:spcBef>
              <a:spcAft>
                <a:spcPts val="0"/>
              </a:spcAft>
              <a:buClr>
                <a:schemeClr val="lt1"/>
              </a:buClr>
              <a:buSzPts val="1620"/>
              <a:buChar char="·"/>
              <a:defRPr sz="1800">
                <a:solidFill>
                  <a:schemeClr val="lt1"/>
                </a:solidFill>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304" name="Google Shape;304;p39"/>
          <p:cNvSpPr txBox="1">
            <a:spLocks noGrp="1"/>
          </p:cNvSpPr>
          <p:nvPr>
            <p:ph type="body" idx="8"/>
          </p:nvPr>
        </p:nvSpPr>
        <p:spPr>
          <a:xfrm>
            <a:off x="2470150" y="4509120"/>
            <a:ext cx="1595438" cy="646331"/>
          </a:xfrm>
          <a:prstGeom prst="rect">
            <a:avLst/>
          </a:prstGeom>
          <a:noFill/>
          <a:ln>
            <a:noFill/>
          </a:ln>
        </p:spPr>
        <p:txBody>
          <a:bodyPr spcFirstLastPara="1" wrap="square" lIns="90000" tIns="0" rIns="0" bIns="0" anchor="t" anchorCtr="0">
            <a:spAutoFit/>
          </a:bodyPr>
          <a:lstStyle>
            <a:lvl1pPr marL="457200" lvl="0" indent="-308610" algn="l">
              <a:lnSpc>
                <a:spcPct val="100000"/>
              </a:lnSpc>
              <a:spcBef>
                <a:spcPts val="280"/>
              </a:spcBef>
              <a:spcAft>
                <a:spcPts val="0"/>
              </a:spcAft>
              <a:buClr>
                <a:schemeClr val="dk1"/>
              </a:buClr>
              <a:buSzPts val="1260"/>
              <a:buFont typeface="Noto Sans Symbols"/>
              <a:buChar char="·"/>
              <a:defRPr sz="1400">
                <a:solidFill>
                  <a:schemeClr val="dk1"/>
                </a:solidFill>
              </a:defRPr>
            </a:lvl1pPr>
            <a:lvl2pPr marL="914400" lvl="1" indent="-331469" algn="l">
              <a:lnSpc>
                <a:spcPct val="100000"/>
              </a:lnSpc>
              <a:spcBef>
                <a:spcPts val="360"/>
              </a:spcBef>
              <a:spcAft>
                <a:spcPts val="0"/>
              </a:spcAft>
              <a:buClr>
                <a:schemeClr val="lt1"/>
              </a:buClr>
              <a:buSzPts val="1620"/>
              <a:buChar char="·"/>
              <a:defRPr sz="1800">
                <a:solidFill>
                  <a:schemeClr val="lt1"/>
                </a:solidFill>
              </a:defRPr>
            </a:lvl2pPr>
            <a:lvl3pPr marL="1371600" lvl="2" indent="-331469" algn="l">
              <a:lnSpc>
                <a:spcPct val="100000"/>
              </a:lnSpc>
              <a:spcBef>
                <a:spcPts val="360"/>
              </a:spcBef>
              <a:spcAft>
                <a:spcPts val="0"/>
              </a:spcAft>
              <a:buClr>
                <a:schemeClr val="lt1"/>
              </a:buClr>
              <a:buSzPts val="1620"/>
              <a:buChar char="·"/>
              <a:defRPr sz="1800">
                <a:solidFill>
                  <a:schemeClr val="lt1"/>
                </a:solidFill>
              </a:defRPr>
            </a:lvl3pPr>
            <a:lvl4pPr marL="1828800" lvl="3" indent="-331469" algn="l">
              <a:lnSpc>
                <a:spcPct val="100000"/>
              </a:lnSpc>
              <a:spcBef>
                <a:spcPts val="360"/>
              </a:spcBef>
              <a:spcAft>
                <a:spcPts val="0"/>
              </a:spcAft>
              <a:buClr>
                <a:schemeClr val="lt1"/>
              </a:buClr>
              <a:buSzPts val="1620"/>
              <a:buChar char="·"/>
              <a:defRPr sz="1800">
                <a:solidFill>
                  <a:schemeClr val="lt1"/>
                </a:solidFill>
              </a:defRPr>
            </a:lvl4pPr>
            <a:lvl5pPr marL="2286000" lvl="4" indent="-331470" algn="l">
              <a:lnSpc>
                <a:spcPct val="100000"/>
              </a:lnSpc>
              <a:spcBef>
                <a:spcPts val="360"/>
              </a:spcBef>
              <a:spcAft>
                <a:spcPts val="0"/>
              </a:spcAft>
              <a:buClr>
                <a:schemeClr val="lt1"/>
              </a:buClr>
              <a:buSzPts val="1620"/>
              <a:buChar char="·"/>
              <a:defRPr sz="1800">
                <a:solidFill>
                  <a:schemeClr val="lt1"/>
                </a:solidFill>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305" name="Google Shape;305;p39"/>
          <p:cNvSpPr txBox="1">
            <a:spLocks noGrp="1"/>
          </p:cNvSpPr>
          <p:nvPr>
            <p:ph type="body" idx="9"/>
          </p:nvPr>
        </p:nvSpPr>
        <p:spPr>
          <a:xfrm>
            <a:off x="4356100" y="4509120"/>
            <a:ext cx="1603375" cy="646331"/>
          </a:xfrm>
          <a:prstGeom prst="rect">
            <a:avLst/>
          </a:prstGeom>
          <a:noFill/>
          <a:ln>
            <a:noFill/>
          </a:ln>
        </p:spPr>
        <p:txBody>
          <a:bodyPr spcFirstLastPara="1" wrap="square" lIns="90000" tIns="0" rIns="0" bIns="0" anchor="t" anchorCtr="0">
            <a:spAutoFit/>
          </a:bodyPr>
          <a:lstStyle>
            <a:lvl1pPr marL="457200" lvl="0" indent="-308610" algn="l">
              <a:lnSpc>
                <a:spcPct val="100000"/>
              </a:lnSpc>
              <a:spcBef>
                <a:spcPts val="280"/>
              </a:spcBef>
              <a:spcAft>
                <a:spcPts val="0"/>
              </a:spcAft>
              <a:buClr>
                <a:schemeClr val="dk1"/>
              </a:buClr>
              <a:buSzPts val="1260"/>
              <a:buFont typeface="Noto Sans Symbols"/>
              <a:buChar char="·"/>
              <a:defRPr sz="1400">
                <a:solidFill>
                  <a:schemeClr val="dk1"/>
                </a:solidFill>
              </a:defRPr>
            </a:lvl1pPr>
            <a:lvl2pPr marL="914400" lvl="1" indent="-331469" algn="l">
              <a:lnSpc>
                <a:spcPct val="100000"/>
              </a:lnSpc>
              <a:spcBef>
                <a:spcPts val="360"/>
              </a:spcBef>
              <a:spcAft>
                <a:spcPts val="0"/>
              </a:spcAft>
              <a:buClr>
                <a:schemeClr val="lt1"/>
              </a:buClr>
              <a:buSzPts val="1620"/>
              <a:buChar char="·"/>
              <a:defRPr sz="1800">
                <a:solidFill>
                  <a:schemeClr val="lt1"/>
                </a:solidFill>
              </a:defRPr>
            </a:lvl2pPr>
            <a:lvl3pPr marL="1371600" lvl="2" indent="-331469" algn="l">
              <a:lnSpc>
                <a:spcPct val="100000"/>
              </a:lnSpc>
              <a:spcBef>
                <a:spcPts val="360"/>
              </a:spcBef>
              <a:spcAft>
                <a:spcPts val="0"/>
              </a:spcAft>
              <a:buClr>
                <a:schemeClr val="lt1"/>
              </a:buClr>
              <a:buSzPts val="1620"/>
              <a:buChar char="·"/>
              <a:defRPr sz="1800">
                <a:solidFill>
                  <a:schemeClr val="lt1"/>
                </a:solidFill>
              </a:defRPr>
            </a:lvl3pPr>
            <a:lvl4pPr marL="1828800" lvl="3" indent="-331469" algn="l">
              <a:lnSpc>
                <a:spcPct val="100000"/>
              </a:lnSpc>
              <a:spcBef>
                <a:spcPts val="360"/>
              </a:spcBef>
              <a:spcAft>
                <a:spcPts val="0"/>
              </a:spcAft>
              <a:buClr>
                <a:schemeClr val="lt1"/>
              </a:buClr>
              <a:buSzPts val="1620"/>
              <a:buChar char="·"/>
              <a:defRPr sz="1800">
                <a:solidFill>
                  <a:schemeClr val="lt1"/>
                </a:solidFill>
              </a:defRPr>
            </a:lvl4pPr>
            <a:lvl5pPr marL="2286000" lvl="4" indent="-331470" algn="l">
              <a:lnSpc>
                <a:spcPct val="100000"/>
              </a:lnSpc>
              <a:spcBef>
                <a:spcPts val="360"/>
              </a:spcBef>
              <a:spcAft>
                <a:spcPts val="0"/>
              </a:spcAft>
              <a:buClr>
                <a:schemeClr val="lt1"/>
              </a:buClr>
              <a:buSzPts val="1620"/>
              <a:buChar char="·"/>
              <a:defRPr sz="1800">
                <a:solidFill>
                  <a:schemeClr val="lt1"/>
                </a:solidFill>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306" name="Google Shape;306;p39"/>
          <p:cNvSpPr txBox="1">
            <a:spLocks noGrp="1"/>
          </p:cNvSpPr>
          <p:nvPr>
            <p:ph type="body" idx="13"/>
          </p:nvPr>
        </p:nvSpPr>
        <p:spPr>
          <a:xfrm>
            <a:off x="6240463" y="4509120"/>
            <a:ext cx="1597025" cy="646331"/>
          </a:xfrm>
          <a:prstGeom prst="rect">
            <a:avLst/>
          </a:prstGeom>
          <a:noFill/>
          <a:ln>
            <a:noFill/>
          </a:ln>
        </p:spPr>
        <p:txBody>
          <a:bodyPr spcFirstLastPara="1" wrap="square" lIns="90000" tIns="0" rIns="0" bIns="0" anchor="t" anchorCtr="0">
            <a:spAutoFit/>
          </a:bodyPr>
          <a:lstStyle>
            <a:lvl1pPr marL="457200" lvl="0" indent="-308610" algn="l">
              <a:lnSpc>
                <a:spcPct val="100000"/>
              </a:lnSpc>
              <a:spcBef>
                <a:spcPts val="280"/>
              </a:spcBef>
              <a:spcAft>
                <a:spcPts val="0"/>
              </a:spcAft>
              <a:buClr>
                <a:schemeClr val="dk1"/>
              </a:buClr>
              <a:buSzPts val="1260"/>
              <a:buFont typeface="Noto Sans Symbols"/>
              <a:buChar char="·"/>
              <a:defRPr sz="1400">
                <a:solidFill>
                  <a:schemeClr val="dk1"/>
                </a:solidFill>
              </a:defRPr>
            </a:lvl1pPr>
            <a:lvl2pPr marL="914400" lvl="1" indent="-331469" algn="l">
              <a:lnSpc>
                <a:spcPct val="100000"/>
              </a:lnSpc>
              <a:spcBef>
                <a:spcPts val="360"/>
              </a:spcBef>
              <a:spcAft>
                <a:spcPts val="0"/>
              </a:spcAft>
              <a:buClr>
                <a:schemeClr val="lt1"/>
              </a:buClr>
              <a:buSzPts val="1620"/>
              <a:buChar char="·"/>
              <a:defRPr sz="1800">
                <a:solidFill>
                  <a:schemeClr val="lt1"/>
                </a:solidFill>
              </a:defRPr>
            </a:lvl2pPr>
            <a:lvl3pPr marL="1371600" lvl="2" indent="-331469" algn="l">
              <a:lnSpc>
                <a:spcPct val="100000"/>
              </a:lnSpc>
              <a:spcBef>
                <a:spcPts val="360"/>
              </a:spcBef>
              <a:spcAft>
                <a:spcPts val="0"/>
              </a:spcAft>
              <a:buClr>
                <a:schemeClr val="lt1"/>
              </a:buClr>
              <a:buSzPts val="1620"/>
              <a:buChar char="·"/>
              <a:defRPr sz="1800">
                <a:solidFill>
                  <a:schemeClr val="lt1"/>
                </a:solidFill>
              </a:defRPr>
            </a:lvl3pPr>
            <a:lvl4pPr marL="1828800" lvl="3" indent="-331469" algn="l">
              <a:lnSpc>
                <a:spcPct val="100000"/>
              </a:lnSpc>
              <a:spcBef>
                <a:spcPts val="360"/>
              </a:spcBef>
              <a:spcAft>
                <a:spcPts val="0"/>
              </a:spcAft>
              <a:buClr>
                <a:schemeClr val="lt1"/>
              </a:buClr>
              <a:buSzPts val="1620"/>
              <a:buChar char="·"/>
              <a:defRPr sz="1800">
                <a:solidFill>
                  <a:schemeClr val="lt1"/>
                </a:solidFill>
              </a:defRPr>
            </a:lvl4pPr>
            <a:lvl5pPr marL="2286000" lvl="4" indent="-331470" algn="l">
              <a:lnSpc>
                <a:spcPct val="100000"/>
              </a:lnSpc>
              <a:spcBef>
                <a:spcPts val="360"/>
              </a:spcBef>
              <a:spcAft>
                <a:spcPts val="0"/>
              </a:spcAft>
              <a:buClr>
                <a:schemeClr val="lt1"/>
              </a:buClr>
              <a:buSzPts val="1620"/>
              <a:buChar char="·"/>
              <a:defRPr sz="1800">
                <a:solidFill>
                  <a:schemeClr val="lt1"/>
                </a:solidFill>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307" name="Google Shape;307;p39"/>
          <p:cNvSpPr txBox="1">
            <a:spLocks noGrp="1"/>
          </p:cNvSpPr>
          <p:nvPr>
            <p:ph type="body" idx="14"/>
          </p:nvPr>
        </p:nvSpPr>
        <p:spPr>
          <a:xfrm>
            <a:off x="8128000" y="4509120"/>
            <a:ext cx="1592263" cy="646331"/>
          </a:xfrm>
          <a:prstGeom prst="rect">
            <a:avLst/>
          </a:prstGeom>
          <a:noFill/>
          <a:ln>
            <a:noFill/>
          </a:ln>
        </p:spPr>
        <p:txBody>
          <a:bodyPr spcFirstLastPara="1" wrap="square" lIns="90000" tIns="0" rIns="0" bIns="0" anchor="t" anchorCtr="0">
            <a:spAutoFit/>
          </a:bodyPr>
          <a:lstStyle>
            <a:lvl1pPr marL="457200" lvl="0" indent="-308610" algn="l">
              <a:lnSpc>
                <a:spcPct val="100000"/>
              </a:lnSpc>
              <a:spcBef>
                <a:spcPts val="280"/>
              </a:spcBef>
              <a:spcAft>
                <a:spcPts val="0"/>
              </a:spcAft>
              <a:buClr>
                <a:schemeClr val="dk1"/>
              </a:buClr>
              <a:buSzPts val="1260"/>
              <a:buFont typeface="Noto Sans Symbols"/>
              <a:buChar char="·"/>
              <a:defRPr sz="1400">
                <a:solidFill>
                  <a:schemeClr val="dk1"/>
                </a:solidFill>
              </a:defRPr>
            </a:lvl1pPr>
            <a:lvl2pPr marL="914400" lvl="1" indent="-331469" algn="l">
              <a:lnSpc>
                <a:spcPct val="100000"/>
              </a:lnSpc>
              <a:spcBef>
                <a:spcPts val="360"/>
              </a:spcBef>
              <a:spcAft>
                <a:spcPts val="0"/>
              </a:spcAft>
              <a:buClr>
                <a:schemeClr val="lt1"/>
              </a:buClr>
              <a:buSzPts val="1620"/>
              <a:buChar char="·"/>
              <a:defRPr sz="1800">
                <a:solidFill>
                  <a:schemeClr val="lt1"/>
                </a:solidFill>
              </a:defRPr>
            </a:lvl2pPr>
            <a:lvl3pPr marL="1371600" lvl="2" indent="-331469" algn="l">
              <a:lnSpc>
                <a:spcPct val="100000"/>
              </a:lnSpc>
              <a:spcBef>
                <a:spcPts val="360"/>
              </a:spcBef>
              <a:spcAft>
                <a:spcPts val="0"/>
              </a:spcAft>
              <a:buClr>
                <a:schemeClr val="lt1"/>
              </a:buClr>
              <a:buSzPts val="1620"/>
              <a:buChar char="·"/>
              <a:defRPr sz="1800">
                <a:solidFill>
                  <a:schemeClr val="lt1"/>
                </a:solidFill>
              </a:defRPr>
            </a:lvl3pPr>
            <a:lvl4pPr marL="1828800" lvl="3" indent="-331469" algn="l">
              <a:lnSpc>
                <a:spcPct val="100000"/>
              </a:lnSpc>
              <a:spcBef>
                <a:spcPts val="360"/>
              </a:spcBef>
              <a:spcAft>
                <a:spcPts val="0"/>
              </a:spcAft>
              <a:buClr>
                <a:schemeClr val="lt1"/>
              </a:buClr>
              <a:buSzPts val="1620"/>
              <a:buChar char="·"/>
              <a:defRPr sz="1800">
                <a:solidFill>
                  <a:schemeClr val="lt1"/>
                </a:solidFill>
              </a:defRPr>
            </a:lvl4pPr>
            <a:lvl5pPr marL="2286000" lvl="4" indent="-331470" algn="l">
              <a:lnSpc>
                <a:spcPct val="100000"/>
              </a:lnSpc>
              <a:spcBef>
                <a:spcPts val="360"/>
              </a:spcBef>
              <a:spcAft>
                <a:spcPts val="0"/>
              </a:spcAft>
              <a:buClr>
                <a:schemeClr val="lt1"/>
              </a:buClr>
              <a:buSzPts val="1620"/>
              <a:buChar char="·"/>
              <a:defRPr sz="1800">
                <a:solidFill>
                  <a:schemeClr val="lt1"/>
                </a:solidFill>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308" name="Google Shape;308;p39"/>
          <p:cNvSpPr txBox="1">
            <a:spLocks noGrp="1"/>
          </p:cNvSpPr>
          <p:nvPr>
            <p:ph type="body" idx="15"/>
          </p:nvPr>
        </p:nvSpPr>
        <p:spPr>
          <a:xfrm>
            <a:off x="10013950" y="4509120"/>
            <a:ext cx="1595438" cy="646331"/>
          </a:xfrm>
          <a:prstGeom prst="rect">
            <a:avLst/>
          </a:prstGeom>
          <a:noFill/>
          <a:ln>
            <a:noFill/>
          </a:ln>
        </p:spPr>
        <p:txBody>
          <a:bodyPr spcFirstLastPara="1" wrap="square" lIns="90000" tIns="0" rIns="0" bIns="0" anchor="t" anchorCtr="0">
            <a:spAutoFit/>
          </a:bodyPr>
          <a:lstStyle>
            <a:lvl1pPr marL="457200" lvl="0" indent="-308610" algn="l">
              <a:lnSpc>
                <a:spcPct val="100000"/>
              </a:lnSpc>
              <a:spcBef>
                <a:spcPts val="280"/>
              </a:spcBef>
              <a:spcAft>
                <a:spcPts val="0"/>
              </a:spcAft>
              <a:buClr>
                <a:schemeClr val="dk1"/>
              </a:buClr>
              <a:buSzPts val="1260"/>
              <a:buFont typeface="Noto Sans Symbols"/>
              <a:buChar char="·"/>
              <a:defRPr sz="1400">
                <a:solidFill>
                  <a:schemeClr val="dk1"/>
                </a:solidFill>
              </a:defRPr>
            </a:lvl1pPr>
            <a:lvl2pPr marL="914400" lvl="1" indent="-331469" algn="l">
              <a:lnSpc>
                <a:spcPct val="100000"/>
              </a:lnSpc>
              <a:spcBef>
                <a:spcPts val="360"/>
              </a:spcBef>
              <a:spcAft>
                <a:spcPts val="0"/>
              </a:spcAft>
              <a:buClr>
                <a:schemeClr val="lt1"/>
              </a:buClr>
              <a:buSzPts val="1620"/>
              <a:buChar char="·"/>
              <a:defRPr sz="1800">
                <a:solidFill>
                  <a:schemeClr val="lt1"/>
                </a:solidFill>
              </a:defRPr>
            </a:lvl2pPr>
            <a:lvl3pPr marL="1371600" lvl="2" indent="-331469" algn="l">
              <a:lnSpc>
                <a:spcPct val="100000"/>
              </a:lnSpc>
              <a:spcBef>
                <a:spcPts val="360"/>
              </a:spcBef>
              <a:spcAft>
                <a:spcPts val="0"/>
              </a:spcAft>
              <a:buClr>
                <a:schemeClr val="lt1"/>
              </a:buClr>
              <a:buSzPts val="1620"/>
              <a:buChar char="·"/>
              <a:defRPr sz="1800">
                <a:solidFill>
                  <a:schemeClr val="lt1"/>
                </a:solidFill>
              </a:defRPr>
            </a:lvl3pPr>
            <a:lvl4pPr marL="1828800" lvl="3" indent="-331469" algn="l">
              <a:lnSpc>
                <a:spcPct val="100000"/>
              </a:lnSpc>
              <a:spcBef>
                <a:spcPts val="360"/>
              </a:spcBef>
              <a:spcAft>
                <a:spcPts val="0"/>
              </a:spcAft>
              <a:buClr>
                <a:schemeClr val="lt1"/>
              </a:buClr>
              <a:buSzPts val="1620"/>
              <a:buChar char="·"/>
              <a:defRPr sz="1800">
                <a:solidFill>
                  <a:schemeClr val="lt1"/>
                </a:solidFill>
              </a:defRPr>
            </a:lvl4pPr>
            <a:lvl5pPr marL="2286000" lvl="4" indent="-331470" algn="l">
              <a:lnSpc>
                <a:spcPct val="100000"/>
              </a:lnSpc>
              <a:spcBef>
                <a:spcPts val="360"/>
              </a:spcBef>
              <a:spcAft>
                <a:spcPts val="0"/>
              </a:spcAft>
              <a:buClr>
                <a:schemeClr val="lt1"/>
              </a:buClr>
              <a:buSzPts val="1620"/>
              <a:buChar char="·"/>
              <a:defRPr sz="1800">
                <a:solidFill>
                  <a:schemeClr val="lt1"/>
                </a:solidFill>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cxnSp>
        <p:nvCxnSpPr>
          <p:cNvPr id="309" name="Google Shape;309;p39"/>
          <p:cNvCxnSpPr/>
          <p:nvPr/>
        </p:nvCxnSpPr>
        <p:spPr>
          <a:xfrm>
            <a:off x="584200" y="2017713"/>
            <a:ext cx="1595438" cy="0"/>
          </a:xfrm>
          <a:prstGeom prst="straightConnector1">
            <a:avLst/>
          </a:prstGeom>
          <a:noFill/>
          <a:ln w="25400" cap="flat" cmpd="sng">
            <a:solidFill>
              <a:schemeClr val="dk2"/>
            </a:solidFill>
            <a:prstDash val="solid"/>
            <a:round/>
            <a:headEnd type="none" w="sm" len="sm"/>
            <a:tailEnd type="none" w="sm" len="sm"/>
          </a:ln>
        </p:spPr>
      </p:cxnSp>
      <p:cxnSp>
        <p:nvCxnSpPr>
          <p:cNvPr id="310" name="Google Shape;310;p39"/>
          <p:cNvCxnSpPr/>
          <p:nvPr/>
        </p:nvCxnSpPr>
        <p:spPr>
          <a:xfrm>
            <a:off x="2495600" y="2017713"/>
            <a:ext cx="1595438" cy="0"/>
          </a:xfrm>
          <a:prstGeom prst="straightConnector1">
            <a:avLst/>
          </a:prstGeom>
          <a:noFill/>
          <a:ln w="25400" cap="flat" cmpd="sng">
            <a:solidFill>
              <a:schemeClr val="dk2"/>
            </a:solidFill>
            <a:prstDash val="solid"/>
            <a:round/>
            <a:headEnd type="none" w="sm" len="sm"/>
            <a:tailEnd type="none" w="sm" len="sm"/>
          </a:ln>
        </p:spPr>
      </p:cxnSp>
      <p:cxnSp>
        <p:nvCxnSpPr>
          <p:cNvPr id="311" name="Google Shape;311;p39"/>
          <p:cNvCxnSpPr/>
          <p:nvPr/>
        </p:nvCxnSpPr>
        <p:spPr>
          <a:xfrm>
            <a:off x="4364037" y="2015240"/>
            <a:ext cx="1595438" cy="0"/>
          </a:xfrm>
          <a:prstGeom prst="straightConnector1">
            <a:avLst/>
          </a:prstGeom>
          <a:noFill/>
          <a:ln w="25400" cap="flat" cmpd="sng">
            <a:solidFill>
              <a:schemeClr val="dk2"/>
            </a:solidFill>
            <a:prstDash val="solid"/>
            <a:round/>
            <a:headEnd type="none" w="sm" len="sm"/>
            <a:tailEnd type="none" w="sm" len="sm"/>
          </a:ln>
        </p:spPr>
      </p:cxnSp>
      <p:cxnSp>
        <p:nvCxnSpPr>
          <p:cNvPr id="312" name="Google Shape;312;p39"/>
          <p:cNvCxnSpPr/>
          <p:nvPr/>
        </p:nvCxnSpPr>
        <p:spPr>
          <a:xfrm>
            <a:off x="6240463" y="2017713"/>
            <a:ext cx="1595438" cy="0"/>
          </a:xfrm>
          <a:prstGeom prst="straightConnector1">
            <a:avLst/>
          </a:prstGeom>
          <a:noFill/>
          <a:ln w="25400" cap="flat" cmpd="sng">
            <a:solidFill>
              <a:schemeClr val="dk2"/>
            </a:solidFill>
            <a:prstDash val="solid"/>
            <a:round/>
            <a:headEnd type="none" w="sm" len="sm"/>
            <a:tailEnd type="none" w="sm" len="sm"/>
          </a:ln>
        </p:spPr>
      </p:cxnSp>
      <p:cxnSp>
        <p:nvCxnSpPr>
          <p:cNvPr id="313" name="Google Shape;313;p39"/>
          <p:cNvCxnSpPr/>
          <p:nvPr/>
        </p:nvCxnSpPr>
        <p:spPr>
          <a:xfrm>
            <a:off x="8124825" y="2017713"/>
            <a:ext cx="1595438" cy="0"/>
          </a:xfrm>
          <a:prstGeom prst="straightConnector1">
            <a:avLst/>
          </a:prstGeom>
          <a:noFill/>
          <a:ln w="25400" cap="flat" cmpd="sng">
            <a:solidFill>
              <a:schemeClr val="dk2"/>
            </a:solidFill>
            <a:prstDash val="solid"/>
            <a:round/>
            <a:headEnd type="none" w="sm" len="sm"/>
            <a:tailEnd type="none" w="sm" len="sm"/>
          </a:ln>
        </p:spPr>
      </p:cxnSp>
      <p:cxnSp>
        <p:nvCxnSpPr>
          <p:cNvPr id="314" name="Google Shape;314;p39"/>
          <p:cNvCxnSpPr/>
          <p:nvPr/>
        </p:nvCxnSpPr>
        <p:spPr>
          <a:xfrm>
            <a:off x="10013950" y="2017713"/>
            <a:ext cx="1595438" cy="0"/>
          </a:xfrm>
          <a:prstGeom prst="straightConnector1">
            <a:avLst/>
          </a:prstGeom>
          <a:noFill/>
          <a:ln w="25400" cap="flat" cmpd="sng">
            <a:solidFill>
              <a:schemeClr val="dk2"/>
            </a:solidFill>
            <a:prstDash val="solid"/>
            <a:round/>
            <a:headEnd type="none" w="sm" len="sm"/>
            <a:tailEnd type="none" w="sm" len="sm"/>
          </a:ln>
        </p:spPr>
      </p:cxnSp>
      <p:cxnSp>
        <p:nvCxnSpPr>
          <p:cNvPr id="315" name="Google Shape;315;p39"/>
          <p:cNvCxnSpPr/>
          <p:nvPr/>
        </p:nvCxnSpPr>
        <p:spPr>
          <a:xfrm>
            <a:off x="584200" y="4365104"/>
            <a:ext cx="1595438" cy="0"/>
          </a:xfrm>
          <a:prstGeom prst="straightConnector1">
            <a:avLst/>
          </a:prstGeom>
          <a:noFill/>
          <a:ln w="25400" cap="flat" cmpd="sng">
            <a:solidFill>
              <a:schemeClr val="dk2"/>
            </a:solidFill>
            <a:prstDash val="solid"/>
            <a:round/>
            <a:headEnd type="none" w="sm" len="sm"/>
            <a:tailEnd type="none" w="sm" len="sm"/>
          </a:ln>
        </p:spPr>
      </p:cxnSp>
      <p:cxnSp>
        <p:nvCxnSpPr>
          <p:cNvPr id="316" name="Google Shape;316;p39"/>
          <p:cNvCxnSpPr/>
          <p:nvPr/>
        </p:nvCxnSpPr>
        <p:spPr>
          <a:xfrm>
            <a:off x="2495600" y="4365104"/>
            <a:ext cx="1595438" cy="0"/>
          </a:xfrm>
          <a:prstGeom prst="straightConnector1">
            <a:avLst/>
          </a:prstGeom>
          <a:noFill/>
          <a:ln w="25400" cap="flat" cmpd="sng">
            <a:solidFill>
              <a:schemeClr val="dk2"/>
            </a:solidFill>
            <a:prstDash val="solid"/>
            <a:round/>
            <a:headEnd type="none" w="sm" len="sm"/>
            <a:tailEnd type="none" w="sm" len="sm"/>
          </a:ln>
        </p:spPr>
      </p:cxnSp>
      <p:cxnSp>
        <p:nvCxnSpPr>
          <p:cNvPr id="317" name="Google Shape;317;p39"/>
          <p:cNvCxnSpPr/>
          <p:nvPr/>
        </p:nvCxnSpPr>
        <p:spPr>
          <a:xfrm>
            <a:off x="4364037" y="4362631"/>
            <a:ext cx="1595438" cy="0"/>
          </a:xfrm>
          <a:prstGeom prst="straightConnector1">
            <a:avLst/>
          </a:prstGeom>
          <a:noFill/>
          <a:ln w="25400" cap="flat" cmpd="sng">
            <a:solidFill>
              <a:schemeClr val="dk2"/>
            </a:solidFill>
            <a:prstDash val="solid"/>
            <a:round/>
            <a:headEnd type="none" w="sm" len="sm"/>
            <a:tailEnd type="none" w="sm" len="sm"/>
          </a:ln>
        </p:spPr>
      </p:cxnSp>
      <p:cxnSp>
        <p:nvCxnSpPr>
          <p:cNvPr id="318" name="Google Shape;318;p39"/>
          <p:cNvCxnSpPr/>
          <p:nvPr/>
        </p:nvCxnSpPr>
        <p:spPr>
          <a:xfrm>
            <a:off x="6240463" y="4365104"/>
            <a:ext cx="1595438" cy="0"/>
          </a:xfrm>
          <a:prstGeom prst="straightConnector1">
            <a:avLst/>
          </a:prstGeom>
          <a:noFill/>
          <a:ln w="25400" cap="flat" cmpd="sng">
            <a:solidFill>
              <a:schemeClr val="dk2"/>
            </a:solidFill>
            <a:prstDash val="solid"/>
            <a:round/>
            <a:headEnd type="none" w="sm" len="sm"/>
            <a:tailEnd type="none" w="sm" len="sm"/>
          </a:ln>
        </p:spPr>
      </p:cxnSp>
      <p:cxnSp>
        <p:nvCxnSpPr>
          <p:cNvPr id="319" name="Google Shape;319;p39"/>
          <p:cNvCxnSpPr/>
          <p:nvPr/>
        </p:nvCxnSpPr>
        <p:spPr>
          <a:xfrm>
            <a:off x="8124825" y="4365104"/>
            <a:ext cx="1595438" cy="0"/>
          </a:xfrm>
          <a:prstGeom prst="straightConnector1">
            <a:avLst/>
          </a:prstGeom>
          <a:noFill/>
          <a:ln w="25400" cap="flat" cmpd="sng">
            <a:solidFill>
              <a:schemeClr val="dk2"/>
            </a:solidFill>
            <a:prstDash val="solid"/>
            <a:round/>
            <a:headEnd type="none" w="sm" len="sm"/>
            <a:tailEnd type="none" w="sm" len="sm"/>
          </a:ln>
        </p:spPr>
      </p:cxnSp>
      <p:cxnSp>
        <p:nvCxnSpPr>
          <p:cNvPr id="320" name="Google Shape;320;p39"/>
          <p:cNvCxnSpPr/>
          <p:nvPr/>
        </p:nvCxnSpPr>
        <p:spPr>
          <a:xfrm>
            <a:off x="10013950" y="4365104"/>
            <a:ext cx="1595438" cy="0"/>
          </a:xfrm>
          <a:prstGeom prst="straightConnector1">
            <a:avLst/>
          </a:prstGeom>
          <a:noFill/>
          <a:ln w="25400" cap="flat" cmpd="sng">
            <a:solidFill>
              <a:schemeClr val="dk2"/>
            </a:solidFill>
            <a:prstDash val="solid"/>
            <a:round/>
            <a:headEnd type="none" w="sm" len="sm"/>
            <a:tailEnd type="none" w="sm" len="sm"/>
          </a:ln>
        </p:spPr>
      </p:cxnSp>
    </p:spTree>
  </p:cSld>
  <p:clrMapOvr>
    <a:masterClrMapping/>
  </p:clrMapOvr>
  <p:transition>
    <p:fade/>
  </p:transition>
  <p:extLst>
    <p:ext uri="{DCECCB84-F9BA-43D5-87BE-67443E8EF086}">
      <p15:sldGuideLst xmlns:p15="http://schemas.microsoft.com/office/powerpoint/2012/main">
        <p15:guide id="1" pos="779">
          <p15:clr>
            <a:srgbClr val="A4A3A4"/>
          </p15:clr>
        </p15:guide>
        <p15:guide id="2" pos="962">
          <p15:clr>
            <a:srgbClr val="A4A3A4"/>
          </p15:clr>
        </p15:guide>
        <p15:guide id="3" pos="1373">
          <p15:clr>
            <a:srgbClr val="A4A3A4"/>
          </p15:clr>
        </p15:guide>
        <p15:guide id="4" pos="1556">
          <p15:clr>
            <a:srgbClr val="A4A3A4"/>
          </p15:clr>
        </p15:guide>
        <p15:guide id="5" pos="1967">
          <p15:clr>
            <a:srgbClr val="A4A3A4"/>
          </p15:clr>
        </p15:guide>
        <p15:guide id="6" pos="2150">
          <p15:clr>
            <a:srgbClr val="A4A3A4"/>
          </p15:clr>
        </p15:guide>
        <p15:guide id="7" pos="2561">
          <p15:clr>
            <a:srgbClr val="A4A3A4"/>
          </p15:clr>
        </p15:guide>
        <p15:guide id="8" pos="2744">
          <p15:clr>
            <a:srgbClr val="A4A3A4"/>
          </p15:clr>
        </p15:guide>
        <p15:guide id="9" pos="3161">
          <p15:clr>
            <a:srgbClr val="A4A3A4"/>
          </p15:clr>
        </p15:guide>
        <p15:guide id="10" pos="3348">
          <p15:clr>
            <a:srgbClr val="A4A3A4"/>
          </p15:clr>
        </p15:guide>
        <p15:guide id="11" pos="3754">
          <p15:clr>
            <a:srgbClr val="A4A3A4"/>
          </p15:clr>
        </p15:guide>
        <p15:guide id="12" pos="3931">
          <p15:clr>
            <a:srgbClr val="A4A3A4"/>
          </p15:clr>
        </p15:guide>
        <p15:guide id="13" pos="4342">
          <p15:clr>
            <a:srgbClr val="A4A3A4"/>
          </p15:clr>
        </p15:guide>
        <p15:guide id="14" pos="4531">
          <p15:clr>
            <a:srgbClr val="A4A3A4"/>
          </p15:clr>
        </p15:guide>
        <p15:guide id="15" pos="4937">
          <p15:clr>
            <a:srgbClr val="A4A3A4"/>
          </p15:clr>
        </p15:guide>
        <p15:guide id="16" pos="5120">
          <p15:clr>
            <a:srgbClr val="A4A3A4"/>
          </p15:clr>
        </p15:guide>
        <p15:guide id="17" pos="5529">
          <p15:clr>
            <a:srgbClr val="A4A3A4"/>
          </p15:clr>
        </p15:guide>
        <p15:guide id="18" pos="5714">
          <p15:clr>
            <a:srgbClr val="A4A3A4"/>
          </p15:clr>
        </p15:guide>
        <p15:guide id="19" pos="6123">
          <p15:clr>
            <a:srgbClr val="A4A3A4"/>
          </p15:clr>
        </p15:guide>
        <p15:guide id="20" pos="6308">
          <p15:clr>
            <a:srgbClr val="A4A3A4"/>
          </p15:clr>
        </p15:guide>
        <p15:guide id="21" pos="6717">
          <p15:clr>
            <a:srgbClr val="A4A3A4"/>
          </p15:clr>
        </p15:guide>
        <p15:guide id="22" pos="6900">
          <p15:clr>
            <a:srgbClr val="A4A3A4"/>
          </p15:clr>
        </p15:guide>
        <p15:guide id="23" orient="horz" pos="905">
          <p15:clr>
            <a:srgbClr val="5ACBF0"/>
          </p15:clr>
        </p15:guide>
        <p15:guide id="24" orient="horz" pos="1271">
          <p15:clr>
            <a:srgbClr val="5ACBF0"/>
          </p15:clr>
        </p15:guide>
        <p15:guide id="25" orient="horz" pos="288">
          <p15:clr>
            <a:srgbClr val="5ACBF0"/>
          </p15:clr>
        </p15:guide>
        <p15:guide id="26" orient="horz" pos="2387">
          <p15:clr>
            <a:srgbClr val="FBAE40"/>
          </p15:clr>
        </p15:guide>
        <p15:guide id="27" orient="horz" pos="2750">
          <p15:clr>
            <a:srgbClr val="FBAE4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matchingName="13_Header Line 12 Months">
  <p:cSld name="13_Header Line 12 Months">
    <p:bg>
      <p:bgPr>
        <a:solidFill>
          <a:schemeClr val="lt1"/>
        </a:solidFill>
        <a:effectLst/>
      </p:bgPr>
    </p:bg>
    <p:spTree>
      <p:nvGrpSpPr>
        <p:cNvPr id="1" name="Shape 321"/>
        <p:cNvGrpSpPr/>
        <p:nvPr/>
      </p:nvGrpSpPr>
      <p:grpSpPr>
        <a:xfrm>
          <a:off x="0" y="0"/>
          <a:ext cx="0" cy="0"/>
          <a:chOff x="0" y="0"/>
          <a:chExt cx="0" cy="0"/>
        </a:xfrm>
      </p:grpSpPr>
      <p:sp>
        <p:nvSpPr>
          <p:cNvPr id="322" name="Google Shape;322;p40"/>
          <p:cNvSpPr txBox="1">
            <a:spLocks noGrp="1"/>
          </p:cNvSpPr>
          <p:nvPr>
            <p:ph type="title"/>
          </p:nvPr>
        </p:nvSpPr>
        <p:spPr>
          <a:xfrm>
            <a:off x="588263" y="457200"/>
            <a:ext cx="11018520" cy="553998"/>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Clr>
                <a:schemeClr val="dk1"/>
              </a:buClr>
              <a:buSzPts val="3600"/>
              <a:buFont typeface="Quattrocento Sans"/>
              <a:buNone/>
              <a:defRPr>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23" name="Google Shape;323;p40"/>
          <p:cNvSpPr txBox="1">
            <a:spLocks noGrp="1"/>
          </p:cNvSpPr>
          <p:nvPr>
            <p:ph type="body" idx="1"/>
          </p:nvPr>
        </p:nvSpPr>
        <p:spPr>
          <a:xfrm>
            <a:off x="584200" y="2137143"/>
            <a:ext cx="1595438" cy="646331"/>
          </a:xfrm>
          <a:prstGeom prst="rect">
            <a:avLst/>
          </a:prstGeom>
          <a:noFill/>
          <a:ln>
            <a:noFill/>
          </a:ln>
        </p:spPr>
        <p:txBody>
          <a:bodyPr spcFirstLastPara="1" wrap="square" lIns="90000" tIns="0" rIns="0" bIns="0" anchor="t" anchorCtr="0">
            <a:spAutoFit/>
          </a:bodyPr>
          <a:lstStyle>
            <a:lvl1pPr marL="457200" lvl="0" indent="-308610" algn="l">
              <a:lnSpc>
                <a:spcPct val="100000"/>
              </a:lnSpc>
              <a:spcBef>
                <a:spcPts val="280"/>
              </a:spcBef>
              <a:spcAft>
                <a:spcPts val="0"/>
              </a:spcAft>
              <a:buClr>
                <a:schemeClr val="dk1"/>
              </a:buClr>
              <a:buSzPts val="1260"/>
              <a:buFont typeface="Noto Sans Symbols"/>
              <a:buChar char="·"/>
              <a:defRPr sz="1400">
                <a:solidFill>
                  <a:schemeClr val="dk1"/>
                </a:solidFill>
              </a:defRPr>
            </a:lvl1pPr>
            <a:lvl2pPr marL="914400" lvl="1" indent="-331469" algn="l">
              <a:lnSpc>
                <a:spcPct val="100000"/>
              </a:lnSpc>
              <a:spcBef>
                <a:spcPts val="360"/>
              </a:spcBef>
              <a:spcAft>
                <a:spcPts val="0"/>
              </a:spcAft>
              <a:buClr>
                <a:schemeClr val="lt1"/>
              </a:buClr>
              <a:buSzPts val="1620"/>
              <a:buChar char="·"/>
              <a:defRPr sz="1800">
                <a:solidFill>
                  <a:schemeClr val="lt1"/>
                </a:solidFill>
              </a:defRPr>
            </a:lvl2pPr>
            <a:lvl3pPr marL="1371600" lvl="2" indent="-331469" algn="l">
              <a:lnSpc>
                <a:spcPct val="100000"/>
              </a:lnSpc>
              <a:spcBef>
                <a:spcPts val="360"/>
              </a:spcBef>
              <a:spcAft>
                <a:spcPts val="0"/>
              </a:spcAft>
              <a:buClr>
                <a:schemeClr val="lt1"/>
              </a:buClr>
              <a:buSzPts val="1620"/>
              <a:buChar char="·"/>
              <a:defRPr sz="1800">
                <a:solidFill>
                  <a:schemeClr val="lt1"/>
                </a:solidFill>
              </a:defRPr>
            </a:lvl3pPr>
            <a:lvl4pPr marL="1828800" lvl="3" indent="-331469" algn="l">
              <a:lnSpc>
                <a:spcPct val="100000"/>
              </a:lnSpc>
              <a:spcBef>
                <a:spcPts val="360"/>
              </a:spcBef>
              <a:spcAft>
                <a:spcPts val="0"/>
              </a:spcAft>
              <a:buClr>
                <a:schemeClr val="lt1"/>
              </a:buClr>
              <a:buSzPts val="1620"/>
              <a:buChar char="·"/>
              <a:defRPr sz="1800">
                <a:solidFill>
                  <a:schemeClr val="lt1"/>
                </a:solidFill>
              </a:defRPr>
            </a:lvl4pPr>
            <a:lvl5pPr marL="2286000" lvl="4" indent="-331470" algn="l">
              <a:lnSpc>
                <a:spcPct val="100000"/>
              </a:lnSpc>
              <a:spcBef>
                <a:spcPts val="360"/>
              </a:spcBef>
              <a:spcAft>
                <a:spcPts val="0"/>
              </a:spcAft>
              <a:buClr>
                <a:schemeClr val="lt1"/>
              </a:buClr>
              <a:buSzPts val="1620"/>
              <a:buChar char="·"/>
              <a:defRPr sz="1800">
                <a:solidFill>
                  <a:schemeClr val="lt1"/>
                </a:solidFill>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324" name="Google Shape;324;p40"/>
          <p:cNvSpPr txBox="1">
            <a:spLocks noGrp="1"/>
          </p:cNvSpPr>
          <p:nvPr>
            <p:ph type="body" idx="2"/>
          </p:nvPr>
        </p:nvSpPr>
        <p:spPr>
          <a:xfrm>
            <a:off x="2470150" y="2137143"/>
            <a:ext cx="1595438" cy="646331"/>
          </a:xfrm>
          <a:prstGeom prst="rect">
            <a:avLst/>
          </a:prstGeom>
          <a:noFill/>
          <a:ln>
            <a:noFill/>
          </a:ln>
        </p:spPr>
        <p:txBody>
          <a:bodyPr spcFirstLastPara="1" wrap="square" lIns="90000" tIns="0" rIns="0" bIns="0" anchor="t" anchorCtr="0">
            <a:spAutoFit/>
          </a:bodyPr>
          <a:lstStyle>
            <a:lvl1pPr marL="457200" lvl="0" indent="-308610" algn="l">
              <a:lnSpc>
                <a:spcPct val="100000"/>
              </a:lnSpc>
              <a:spcBef>
                <a:spcPts val="280"/>
              </a:spcBef>
              <a:spcAft>
                <a:spcPts val="0"/>
              </a:spcAft>
              <a:buClr>
                <a:schemeClr val="dk1"/>
              </a:buClr>
              <a:buSzPts val="1260"/>
              <a:buFont typeface="Noto Sans Symbols"/>
              <a:buChar char="·"/>
              <a:defRPr sz="1400">
                <a:solidFill>
                  <a:schemeClr val="dk1"/>
                </a:solidFill>
              </a:defRPr>
            </a:lvl1pPr>
            <a:lvl2pPr marL="914400" lvl="1" indent="-331469" algn="l">
              <a:lnSpc>
                <a:spcPct val="100000"/>
              </a:lnSpc>
              <a:spcBef>
                <a:spcPts val="360"/>
              </a:spcBef>
              <a:spcAft>
                <a:spcPts val="0"/>
              </a:spcAft>
              <a:buClr>
                <a:schemeClr val="lt1"/>
              </a:buClr>
              <a:buSzPts val="1620"/>
              <a:buChar char="·"/>
              <a:defRPr sz="1800">
                <a:solidFill>
                  <a:schemeClr val="lt1"/>
                </a:solidFill>
              </a:defRPr>
            </a:lvl2pPr>
            <a:lvl3pPr marL="1371600" lvl="2" indent="-331469" algn="l">
              <a:lnSpc>
                <a:spcPct val="100000"/>
              </a:lnSpc>
              <a:spcBef>
                <a:spcPts val="360"/>
              </a:spcBef>
              <a:spcAft>
                <a:spcPts val="0"/>
              </a:spcAft>
              <a:buClr>
                <a:schemeClr val="lt1"/>
              </a:buClr>
              <a:buSzPts val="1620"/>
              <a:buChar char="·"/>
              <a:defRPr sz="1800">
                <a:solidFill>
                  <a:schemeClr val="lt1"/>
                </a:solidFill>
              </a:defRPr>
            </a:lvl3pPr>
            <a:lvl4pPr marL="1828800" lvl="3" indent="-331469" algn="l">
              <a:lnSpc>
                <a:spcPct val="100000"/>
              </a:lnSpc>
              <a:spcBef>
                <a:spcPts val="360"/>
              </a:spcBef>
              <a:spcAft>
                <a:spcPts val="0"/>
              </a:spcAft>
              <a:buClr>
                <a:schemeClr val="lt1"/>
              </a:buClr>
              <a:buSzPts val="1620"/>
              <a:buChar char="·"/>
              <a:defRPr sz="1800">
                <a:solidFill>
                  <a:schemeClr val="lt1"/>
                </a:solidFill>
              </a:defRPr>
            </a:lvl4pPr>
            <a:lvl5pPr marL="2286000" lvl="4" indent="-331470" algn="l">
              <a:lnSpc>
                <a:spcPct val="100000"/>
              </a:lnSpc>
              <a:spcBef>
                <a:spcPts val="360"/>
              </a:spcBef>
              <a:spcAft>
                <a:spcPts val="0"/>
              </a:spcAft>
              <a:buClr>
                <a:schemeClr val="lt1"/>
              </a:buClr>
              <a:buSzPts val="1620"/>
              <a:buChar char="·"/>
              <a:defRPr sz="1800">
                <a:solidFill>
                  <a:schemeClr val="lt1"/>
                </a:solidFill>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325" name="Google Shape;325;p40"/>
          <p:cNvSpPr txBox="1">
            <a:spLocks noGrp="1"/>
          </p:cNvSpPr>
          <p:nvPr>
            <p:ph type="body" idx="3"/>
          </p:nvPr>
        </p:nvSpPr>
        <p:spPr>
          <a:xfrm>
            <a:off x="4356100" y="2137143"/>
            <a:ext cx="1603375" cy="646331"/>
          </a:xfrm>
          <a:prstGeom prst="rect">
            <a:avLst/>
          </a:prstGeom>
          <a:noFill/>
          <a:ln>
            <a:noFill/>
          </a:ln>
        </p:spPr>
        <p:txBody>
          <a:bodyPr spcFirstLastPara="1" wrap="square" lIns="90000" tIns="0" rIns="0" bIns="0" anchor="t" anchorCtr="0">
            <a:spAutoFit/>
          </a:bodyPr>
          <a:lstStyle>
            <a:lvl1pPr marL="457200" lvl="0" indent="-308610" algn="l">
              <a:lnSpc>
                <a:spcPct val="100000"/>
              </a:lnSpc>
              <a:spcBef>
                <a:spcPts val="280"/>
              </a:spcBef>
              <a:spcAft>
                <a:spcPts val="0"/>
              </a:spcAft>
              <a:buClr>
                <a:schemeClr val="dk1"/>
              </a:buClr>
              <a:buSzPts val="1260"/>
              <a:buFont typeface="Noto Sans Symbols"/>
              <a:buChar char="·"/>
              <a:defRPr sz="1400">
                <a:solidFill>
                  <a:schemeClr val="dk1"/>
                </a:solidFill>
              </a:defRPr>
            </a:lvl1pPr>
            <a:lvl2pPr marL="914400" lvl="1" indent="-331469" algn="l">
              <a:lnSpc>
                <a:spcPct val="100000"/>
              </a:lnSpc>
              <a:spcBef>
                <a:spcPts val="360"/>
              </a:spcBef>
              <a:spcAft>
                <a:spcPts val="0"/>
              </a:spcAft>
              <a:buClr>
                <a:schemeClr val="lt1"/>
              </a:buClr>
              <a:buSzPts val="1620"/>
              <a:buChar char="·"/>
              <a:defRPr sz="1800">
                <a:solidFill>
                  <a:schemeClr val="lt1"/>
                </a:solidFill>
              </a:defRPr>
            </a:lvl2pPr>
            <a:lvl3pPr marL="1371600" lvl="2" indent="-331469" algn="l">
              <a:lnSpc>
                <a:spcPct val="100000"/>
              </a:lnSpc>
              <a:spcBef>
                <a:spcPts val="360"/>
              </a:spcBef>
              <a:spcAft>
                <a:spcPts val="0"/>
              </a:spcAft>
              <a:buClr>
                <a:schemeClr val="lt1"/>
              </a:buClr>
              <a:buSzPts val="1620"/>
              <a:buChar char="·"/>
              <a:defRPr sz="1800">
                <a:solidFill>
                  <a:schemeClr val="lt1"/>
                </a:solidFill>
              </a:defRPr>
            </a:lvl3pPr>
            <a:lvl4pPr marL="1828800" lvl="3" indent="-331469" algn="l">
              <a:lnSpc>
                <a:spcPct val="100000"/>
              </a:lnSpc>
              <a:spcBef>
                <a:spcPts val="360"/>
              </a:spcBef>
              <a:spcAft>
                <a:spcPts val="0"/>
              </a:spcAft>
              <a:buClr>
                <a:schemeClr val="lt1"/>
              </a:buClr>
              <a:buSzPts val="1620"/>
              <a:buChar char="·"/>
              <a:defRPr sz="1800">
                <a:solidFill>
                  <a:schemeClr val="lt1"/>
                </a:solidFill>
              </a:defRPr>
            </a:lvl4pPr>
            <a:lvl5pPr marL="2286000" lvl="4" indent="-331470" algn="l">
              <a:lnSpc>
                <a:spcPct val="100000"/>
              </a:lnSpc>
              <a:spcBef>
                <a:spcPts val="360"/>
              </a:spcBef>
              <a:spcAft>
                <a:spcPts val="0"/>
              </a:spcAft>
              <a:buClr>
                <a:schemeClr val="lt1"/>
              </a:buClr>
              <a:buSzPts val="1620"/>
              <a:buChar char="·"/>
              <a:defRPr sz="1800">
                <a:solidFill>
                  <a:schemeClr val="lt1"/>
                </a:solidFill>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326" name="Google Shape;326;p40"/>
          <p:cNvSpPr txBox="1">
            <a:spLocks noGrp="1"/>
          </p:cNvSpPr>
          <p:nvPr>
            <p:ph type="body" idx="4"/>
          </p:nvPr>
        </p:nvSpPr>
        <p:spPr>
          <a:xfrm>
            <a:off x="6240463" y="2137143"/>
            <a:ext cx="1597025" cy="646331"/>
          </a:xfrm>
          <a:prstGeom prst="rect">
            <a:avLst/>
          </a:prstGeom>
          <a:noFill/>
          <a:ln>
            <a:noFill/>
          </a:ln>
        </p:spPr>
        <p:txBody>
          <a:bodyPr spcFirstLastPara="1" wrap="square" lIns="90000" tIns="0" rIns="0" bIns="0" anchor="t" anchorCtr="0">
            <a:spAutoFit/>
          </a:bodyPr>
          <a:lstStyle>
            <a:lvl1pPr marL="457200" lvl="0" indent="-308610" algn="l">
              <a:lnSpc>
                <a:spcPct val="100000"/>
              </a:lnSpc>
              <a:spcBef>
                <a:spcPts val="280"/>
              </a:spcBef>
              <a:spcAft>
                <a:spcPts val="0"/>
              </a:spcAft>
              <a:buClr>
                <a:schemeClr val="dk1"/>
              </a:buClr>
              <a:buSzPts val="1260"/>
              <a:buFont typeface="Noto Sans Symbols"/>
              <a:buChar char="·"/>
              <a:defRPr sz="1400">
                <a:solidFill>
                  <a:schemeClr val="dk1"/>
                </a:solidFill>
              </a:defRPr>
            </a:lvl1pPr>
            <a:lvl2pPr marL="914400" lvl="1" indent="-331469" algn="l">
              <a:lnSpc>
                <a:spcPct val="100000"/>
              </a:lnSpc>
              <a:spcBef>
                <a:spcPts val="360"/>
              </a:spcBef>
              <a:spcAft>
                <a:spcPts val="0"/>
              </a:spcAft>
              <a:buClr>
                <a:schemeClr val="lt1"/>
              </a:buClr>
              <a:buSzPts val="1620"/>
              <a:buChar char="·"/>
              <a:defRPr sz="1800">
                <a:solidFill>
                  <a:schemeClr val="lt1"/>
                </a:solidFill>
              </a:defRPr>
            </a:lvl2pPr>
            <a:lvl3pPr marL="1371600" lvl="2" indent="-331469" algn="l">
              <a:lnSpc>
                <a:spcPct val="100000"/>
              </a:lnSpc>
              <a:spcBef>
                <a:spcPts val="360"/>
              </a:spcBef>
              <a:spcAft>
                <a:spcPts val="0"/>
              </a:spcAft>
              <a:buClr>
                <a:schemeClr val="lt1"/>
              </a:buClr>
              <a:buSzPts val="1620"/>
              <a:buChar char="·"/>
              <a:defRPr sz="1800">
                <a:solidFill>
                  <a:schemeClr val="lt1"/>
                </a:solidFill>
              </a:defRPr>
            </a:lvl3pPr>
            <a:lvl4pPr marL="1828800" lvl="3" indent="-331469" algn="l">
              <a:lnSpc>
                <a:spcPct val="100000"/>
              </a:lnSpc>
              <a:spcBef>
                <a:spcPts val="360"/>
              </a:spcBef>
              <a:spcAft>
                <a:spcPts val="0"/>
              </a:spcAft>
              <a:buClr>
                <a:schemeClr val="lt1"/>
              </a:buClr>
              <a:buSzPts val="1620"/>
              <a:buChar char="·"/>
              <a:defRPr sz="1800">
                <a:solidFill>
                  <a:schemeClr val="lt1"/>
                </a:solidFill>
              </a:defRPr>
            </a:lvl4pPr>
            <a:lvl5pPr marL="2286000" lvl="4" indent="-331470" algn="l">
              <a:lnSpc>
                <a:spcPct val="100000"/>
              </a:lnSpc>
              <a:spcBef>
                <a:spcPts val="360"/>
              </a:spcBef>
              <a:spcAft>
                <a:spcPts val="0"/>
              </a:spcAft>
              <a:buClr>
                <a:schemeClr val="lt1"/>
              </a:buClr>
              <a:buSzPts val="1620"/>
              <a:buChar char="·"/>
              <a:defRPr sz="1800">
                <a:solidFill>
                  <a:schemeClr val="lt1"/>
                </a:solidFill>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327" name="Google Shape;327;p40"/>
          <p:cNvSpPr txBox="1">
            <a:spLocks noGrp="1"/>
          </p:cNvSpPr>
          <p:nvPr>
            <p:ph type="body" idx="5"/>
          </p:nvPr>
        </p:nvSpPr>
        <p:spPr>
          <a:xfrm>
            <a:off x="8128000" y="2137143"/>
            <a:ext cx="1592263" cy="646331"/>
          </a:xfrm>
          <a:prstGeom prst="rect">
            <a:avLst/>
          </a:prstGeom>
          <a:noFill/>
          <a:ln>
            <a:noFill/>
          </a:ln>
        </p:spPr>
        <p:txBody>
          <a:bodyPr spcFirstLastPara="1" wrap="square" lIns="90000" tIns="0" rIns="0" bIns="0" anchor="t" anchorCtr="0">
            <a:spAutoFit/>
          </a:bodyPr>
          <a:lstStyle>
            <a:lvl1pPr marL="457200" lvl="0" indent="-308610" algn="l">
              <a:lnSpc>
                <a:spcPct val="100000"/>
              </a:lnSpc>
              <a:spcBef>
                <a:spcPts val="280"/>
              </a:spcBef>
              <a:spcAft>
                <a:spcPts val="0"/>
              </a:spcAft>
              <a:buClr>
                <a:schemeClr val="dk1"/>
              </a:buClr>
              <a:buSzPts val="1260"/>
              <a:buFont typeface="Noto Sans Symbols"/>
              <a:buChar char="·"/>
              <a:defRPr sz="1400">
                <a:solidFill>
                  <a:schemeClr val="dk1"/>
                </a:solidFill>
              </a:defRPr>
            </a:lvl1pPr>
            <a:lvl2pPr marL="914400" lvl="1" indent="-331469" algn="l">
              <a:lnSpc>
                <a:spcPct val="100000"/>
              </a:lnSpc>
              <a:spcBef>
                <a:spcPts val="360"/>
              </a:spcBef>
              <a:spcAft>
                <a:spcPts val="0"/>
              </a:spcAft>
              <a:buClr>
                <a:schemeClr val="lt1"/>
              </a:buClr>
              <a:buSzPts val="1620"/>
              <a:buChar char="·"/>
              <a:defRPr sz="1800">
                <a:solidFill>
                  <a:schemeClr val="lt1"/>
                </a:solidFill>
              </a:defRPr>
            </a:lvl2pPr>
            <a:lvl3pPr marL="1371600" lvl="2" indent="-331469" algn="l">
              <a:lnSpc>
                <a:spcPct val="100000"/>
              </a:lnSpc>
              <a:spcBef>
                <a:spcPts val="360"/>
              </a:spcBef>
              <a:spcAft>
                <a:spcPts val="0"/>
              </a:spcAft>
              <a:buClr>
                <a:schemeClr val="lt1"/>
              </a:buClr>
              <a:buSzPts val="1620"/>
              <a:buChar char="·"/>
              <a:defRPr sz="1800">
                <a:solidFill>
                  <a:schemeClr val="lt1"/>
                </a:solidFill>
              </a:defRPr>
            </a:lvl3pPr>
            <a:lvl4pPr marL="1828800" lvl="3" indent="-331469" algn="l">
              <a:lnSpc>
                <a:spcPct val="100000"/>
              </a:lnSpc>
              <a:spcBef>
                <a:spcPts val="360"/>
              </a:spcBef>
              <a:spcAft>
                <a:spcPts val="0"/>
              </a:spcAft>
              <a:buClr>
                <a:schemeClr val="lt1"/>
              </a:buClr>
              <a:buSzPts val="1620"/>
              <a:buChar char="·"/>
              <a:defRPr sz="1800">
                <a:solidFill>
                  <a:schemeClr val="lt1"/>
                </a:solidFill>
              </a:defRPr>
            </a:lvl4pPr>
            <a:lvl5pPr marL="2286000" lvl="4" indent="-331470" algn="l">
              <a:lnSpc>
                <a:spcPct val="100000"/>
              </a:lnSpc>
              <a:spcBef>
                <a:spcPts val="360"/>
              </a:spcBef>
              <a:spcAft>
                <a:spcPts val="0"/>
              </a:spcAft>
              <a:buClr>
                <a:schemeClr val="lt1"/>
              </a:buClr>
              <a:buSzPts val="1620"/>
              <a:buChar char="·"/>
              <a:defRPr sz="1800">
                <a:solidFill>
                  <a:schemeClr val="lt1"/>
                </a:solidFill>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328" name="Google Shape;328;p40"/>
          <p:cNvSpPr txBox="1">
            <a:spLocks noGrp="1"/>
          </p:cNvSpPr>
          <p:nvPr>
            <p:ph type="body" idx="6"/>
          </p:nvPr>
        </p:nvSpPr>
        <p:spPr>
          <a:xfrm>
            <a:off x="10013950" y="2137143"/>
            <a:ext cx="1595438" cy="646331"/>
          </a:xfrm>
          <a:prstGeom prst="rect">
            <a:avLst/>
          </a:prstGeom>
          <a:noFill/>
          <a:ln>
            <a:noFill/>
          </a:ln>
        </p:spPr>
        <p:txBody>
          <a:bodyPr spcFirstLastPara="1" wrap="square" lIns="90000" tIns="0" rIns="0" bIns="0" anchor="t" anchorCtr="0">
            <a:spAutoFit/>
          </a:bodyPr>
          <a:lstStyle>
            <a:lvl1pPr marL="457200" lvl="0" indent="-308610" algn="l">
              <a:lnSpc>
                <a:spcPct val="100000"/>
              </a:lnSpc>
              <a:spcBef>
                <a:spcPts val="280"/>
              </a:spcBef>
              <a:spcAft>
                <a:spcPts val="0"/>
              </a:spcAft>
              <a:buClr>
                <a:schemeClr val="dk1"/>
              </a:buClr>
              <a:buSzPts val="1260"/>
              <a:buFont typeface="Noto Sans Symbols"/>
              <a:buChar char="·"/>
              <a:defRPr sz="1400">
                <a:solidFill>
                  <a:schemeClr val="dk1"/>
                </a:solidFill>
              </a:defRPr>
            </a:lvl1pPr>
            <a:lvl2pPr marL="914400" lvl="1" indent="-331469" algn="l">
              <a:lnSpc>
                <a:spcPct val="100000"/>
              </a:lnSpc>
              <a:spcBef>
                <a:spcPts val="360"/>
              </a:spcBef>
              <a:spcAft>
                <a:spcPts val="0"/>
              </a:spcAft>
              <a:buClr>
                <a:schemeClr val="lt1"/>
              </a:buClr>
              <a:buSzPts val="1620"/>
              <a:buChar char="·"/>
              <a:defRPr sz="1800">
                <a:solidFill>
                  <a:schemeClr val="lt1"/>
                </a:solidFill>
              </a:defRPr>
            </a:lvl2pPr>
            <a:lvl3pPr marL="1371600" lvl="2" indent="-331469" algn="l">
              <a:lnSpc>
                <a:spcPct val="100000"/>
              </a:lnSpc>
              <a:spcBef>
                <a:spcPts val="360"/>
              </a:spcBef>
              <a:spcAft>
                <a:spcPts val="0"/>
              </a:spcAft>
              <a:buClr>
                <a:schemeClr val="lt1"/>
              </a:buClr>
              <a:buSzPts val="1620"/>
              <a:buChar char="·"/>
              <a:defRPr sz="1800">
                <a:solidFill>
                  <a:schemeClr val="lt1"/>
                </a:solidFill>
              </a:defRPr>
            </a:lvl3pPr>
            <a:lvl4pPr marL="1828800" lvl="3" indent="-331469" algn="l">
              <a:lnSpc>
                <a:spcPct val="100000"/>
              </a:lnSpc>
              <a:spcBef>
                <a:spcPts val="360"/>
              </a:spcBef>
              <a:spcAft>
                <a:spcPts val="0"/>
              </a:spcAft>
              <a:buClr>
                <a:schemeClr val="lt1"/>
              </a:buClr>
              <a:buSzPts val="1620"/>
              <a:buChar char="·"/>
              <a:defRPr sz="1800">
                <a:solidFill>
                  <a:schemeClr val="lt1"/>
                </a:solidFill>
              </a:defRPr>
            </a:lvl4pPr>
            <a:lvl5pPr marL="2286000" lvl="4" indent="-331470" algn="l">
              <a:lnSpc>
                <a:spcPct val="100000"/>
              </a:lnSpc>
              <a:spcBef>
                <a:spcPts val="360"/>
              </a:spcBef>
              <a:spcAft>
                <a:spcPts val="0"/>
              </a:spcAft>
              <a:buClr>
                <a:schemeClr val="lt1"/>
              </a:buClr>
              <a:buSzPts val="1620"/>
              <a:buChar char="·"/>
              <a:defRPr sz="1800">
                <a:solidFill>
                  <a:schemeClr val="lt1"/>
                </a:solidFill>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329" name="Google Shape;329;p40"/>
          <p:cNvSpPr txBox="1">
            <a:spLocks noGrp="1"/>
          </p:cNvSpPr>
          <p:nvPr>
            <p:ph type="body" idx="7"/>
          </p:nvPr>
        </p:nvSpPr>
        <p:spPr>
          <a:xfrm>
            <a:off x="584200" y="4509120"/>
            <a:ext cx="1595438" cy="646331"/>
          </a:xfrm>
          <a:prstGeom prst="rect">
            <a:avLst/>
          </a:prstGeom>
          <a:noFill/>
          <a:ln>
            <a:noFill/>
          </a:ln>
        </p:spPr>
        <p:txBody>
          <a:bodyPr spcFirstLastPara="1" wrap="square" lIns="90000" tIns="0" rIns="0" bIns="0" anchor="t" anchorCtr="0">
            <a:spAutoFit/>
          </a:bodyPr>
          <a:lstStyle>
            <a:lvl1pPr marL="457200" lvl="0" indent="-308610" algn="l">
              <a:lnSpc>
                <a:spcPct val="100000"/>
              </a:lnSpc>
              <a:spcBef>
                <a:spcPts val="280"/>
              </a:spcBef>
              <a:spcAft>
                <a:spcPts val="0"/>
              </a:spcAft>
              <a:buClr>
                <a:schemeClr val="dk1"/>
              </a:buClr>
              <a:buSzPts val="1260"/>
              <a:buFont typeface="Noto Sans Symbols"/>
              <a:buChar char="·"/>
              <a:defRPr sz="1400">
                <a:solidFill>
                  <a:schemeClr val="dk1"/>
                </a:solidFill>
              </a:defRPr>
            </a:lvl1pPr>
            <a:lvl2pPr marL="914400" lvl="1" indent="-331469" algn="l">
              <a:lnSpc>
                <a:spcPct val="100000"/>
              </a:lnSpc>
              <a:spcBef>
                <a:spcPts val="360"/>
              </a:spcBef>
              <a:spcAft>
                <a:spcPts val="0"/>
              </a:spcAft>
              <a:buClr>
                <a:schemeClr val="lt1"/>
              </a:buClr>
              <a:buSzPts val="1620"/>
              <a:buChar char="·"/>
              <a:defRPr sz="1800">
                <a:solidFill>
                  <a:schemeClr val="lt1"/>
                </a:solidFill>
              </a:defRPr>
            </a:lvl2pPr>
            <a:lvl3pPr marL="1371600" lvl="2" indent="-331469" algn="l">
              <a:lnSpc>
                <a:spcPct val="100000"/>
              </a:lnSpc>
              <a:spcBef>
                <a:spcPts val="360"/>
              </a:spcBef>
              <a:spcAft>
                <a:spcPts val="0"/>
              </a:spcAft>
              <a:buClr>
                <a:schemeClr val="lt1"/>
              </a:buClr>
              <a:buSzPts val="1620"/>
              <a:buChar char="·"/>
              <a:defRPr sz="1800">
                <a:solidFill>
                  <a:schemeClr val="lt1"/>
                </a:solidFill>
              </a:defRPr>
            </a:lvl3pPr>
            <a:lvl4pPr marL="1828800" lvl="3" indent="-331469" algn="l">
              <a:lnSpc>
                <a:spcPct val="100000"/>
              </a:lnSpc>
              <a:spcBef>
                <a:spcPts val="360"/>
              </a:spcBef>
              <a:spcAft>
                <a:spcPts val="0"/>
              </a:spcAft>
              <a:buClr>
                <a:schemeClr val="lt1"/>
              </a:buClr>
              <a:buSzPts val="1620"/>
              <a:buChar char="·"/>
              <a:defRPr sz="1800">
                <a:solidFill>
                  <a:schemeClr val="lt1"/>
                </a:solidFill>
              </a:defRPr>
            </a:lvl4pPr>
            <a:lvl5pPr marL="2286000" lvl="4" indent="-331470" algn="l">
              <a:lnSpc>
                <a:spcPct val="100000"/>
              </a:lnSpc>
              <a:spcBef>
                <a:spcPts val="360"/>
              </a:spcBef>
              <a:spcAft>
                <a:spcPts val="0"/>
              </a:spcAft>
              <a:buClr>
                <a:schemeClr val="lt1"/>
              </a:buClr>
              <a:buSzPts val="1620"/>
              <a:buChar char="·"/>
              <a:defRPr sz="1800">
                <a:solidFill>
                  <a:schemeClr val="lt1"/>
                </a:solidFill>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330" name="Google Shape;330;p40"/>
          <p:cNvSpPr txBox="1">
            <a:spLocks noGrp="1"/>
          </p:cNvSpPr>
          <p:nvPr>
            <p:ph type="body" idx="8"/>
          </p:nvPr>
        </p:nvSpPr>
        <p:spPr>
          <a:xfrm>
            <a:off x="2470150" y="4509120"/>
            <a:ext cx="1595438" cy="646331"/>
          </a:xfrm>
          <a:prstGeom prst="rect">
            <a:avLst/>
          </a:prstGeom>
          <a:noFill/>
          <a:ln>
            <a:noFill/>
          </a:ln>
        </p:spPr>
        <p:txBody>
          <a:bodyPr spcFirstLastPara="1" wrap="square" lIns="90000" tIns="0" rIns="0" bIns="0" anchor="t" anchorCtr="0">
            <a:spAutoFit/>
          </a:bodyPr>
          <a:lstStyle>
            <a:lvl1pPr marL="457200" lvl="0" indent="-308610" algn="l">
              <a:lnSpc>
                <a:spcPct val="100000"/>
              </a:lnSpc>
              <a:spcBef>
                <a:spcPts val="280"/>
              </a:spcBef>
              <a:spcAft>
                <a:spcPts val="0"/>
              </a:spcAft>
              <a:buClr>
                <a:schemeClr val="dk1"/>
              </a:buClr>
              <a:buSzPts val="1260"/>
              <a:buFont typeface="Noto Sans Symbols"/>
              <a:buChar char="·"/>
              <a:defRPr sz="1400">
                <a:solidFill>
                  <a:schemeClr val="dk1"/>
                </a:solidFill>
              </a:defRPr>
            </a:lvl1pPr>
            <a:lvl2pPr marL="914400" lvl="1" indent="-331469" algn="l">
              <a:lnSpc>
                <a:spcPct val="100000"/>
              </a:lnSpc>
              <a:spcBef>
                <a:spcPts val="360"/>
              </a:spcBef>
              <a:spcAft>
                <a:spcPts val="0"/>
              </a:spcAft>
              <a:buClr>
                <a:schemeClr val="lt1"/>
              </a:buClr>
              <a:buSzPts val="1620"/>
              <a:buChar char="·"/>
              <a:defRPr sz="1800">
                <a:solidFill>
                  <a:schemeClr val="lt1"/>
                </a:solidFill>
              </a:defRPr>
            </a:lvl2pPr>
            <a:lvl3pPr marL="1371600" lvl="2" indent="-331469" algn="l">
              <a:lnSpc>
                <a:spcPct val="100000"/>
              </a:lnSpc>
              <a:spcBef>
                <a:spcPts val="360"/>
              </a:spcBef>
              <a:spcAft>
                <a:spcPts val="0"/>
              </a:spcAft>
              <a:buClr>
                <a:schemeClr val="lt1"/>
              </a:buClr>
              <a:buSzPts val="1620"/>
              <a:buChar char="·"/>
              <a:defRPr sz="1800">
                <a:solidFill>
                  <a:schemeClr val="lt1"/>
                </a:solidFill>
              </a:defRPr>
            </a:lvl3pPr>
            <a:lvl4pPr marL="1828800" lvl="3" indent="-331469" algn="l">
              <a:lnSpc>
                <a:spcPct val="100000"/>
              </a:lnSpc>
              <a:spcBef>
                <a:spcPts val="360"/>
              </a:spcBef>
              <a:spcAft>
                <a:spcPts val="0"/>
              </a:spcAft>
              <a:buClr>
                <a:schemeClr val="lt1"/>
              </a:buClr>
              <a:buSzPts val="1620"/>
              <a:buChar char="·"/>
              <a:defRPr sz="1800">
                <a:solidFill>
                  <a:schemeClr val="lt1"/>
                </a:solidFill>
              </a:defRPr>
            </a:lvl4pPr>
            <a:lvl5pPr marL="2286000" lvl="4" indent="-331470" algn="l">
              <a:lnSpc>
                <a:spcPct val="100000"/>
              </a:lnSpc>
              <a:spcBef>
                <a:spcPts val="360"/>
              </a:spcBef>
              <a:spcAft>
                <a:spcPts val="0"/>
              </a:spcAft>
              <a:buClr>
                <a:schemeClr val="lt1"/>
              </a:buClr>
              <a:buSzPts val="1620"/>
              <a:buChar char="·"/>
              <a:defRPr sz="1800">
                <a:solidFill>
                  <a:schemeClr val="lt1"/>
                </a:solidFill>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331" name="Google Shape;331;p40"/>
          <p:cNvSpPr txBox="1">
            <a:spLocks noGrp="1"/>
          </p:cNvSpPr>
          <p:nvPr>
            <p:ph type="body" idx="9"/>
          </p:nvPr>
        </p:nvSpPr>
        <p:spPr>
          <a:xfrm>
            <a:off x="4356100" y="4509120"/>
            <a:ext cx="1603375" cy="646331"/>
          </a:xfrm>
          <a:prstGeom prst="rect">
            <a:avLst/>
          </a:prstGeom>
          <a:noFill/>
          <a:ln>
            <a:noFill/>
          </a:ln>
        </p:spPr>
        <p:txBody>
          <a:bodyPr spcFirstLastPara="1" wrap="square" lIns="90000" tIns="0" rIns="0" bIns="0" anchor="t" anchorCtr="0">
            <a:spAutoFit/>
          </a:bodyPr>
          <a:lstStyle>
            <a:lvl1pPr marL="457200" lvl="0" indent="-308610" algn="l">
              <a:lnSpc>
                <a:spcPct val="100000"/>
              </a:lnSpc>
              <a:spcBef>
                <a:spcPts val="280"/>
              </a:spcBef>
              <a:spcAft>
                <a:spcPts val="0"/>
              </a:spcAft>
              <a:buClr>
                <a:schemeClr val="dk1"/>
              </a:buClr>
              <a:buSzPts val="1260"/>
              <a:buFont typeface="Noto Sans Symbols"/>
              <a:buChar char="·"/>
              <a:defRPr sz="1400">
                <a:solidFill>
                  <a:schemeClr val="dk1"/>
                </a:solidFill>
              </a:defRPr>
            </a:lvl1pPr>
            <a:lvl2pPr marL="914400" lvl="1" indent="-331469" algn="l">
              <a:lnSpc>
                <a:spcPct val="100000"/>
              </a:lnSpc>
              <a:spcBef>
                <a:spcPts val="360"/>
              </a:spcBef>
              <a:spcAft>
                <a:spcPts val="0"/>
              </a:spcAft>
              <a:buClr>
                <a:schemeClr val="lt1"/>
              </a:buClr>
              <a:buSzPts val="1620"/>
              <a:buChar char="·"/>
              <a:defRPr sz="1800">
                <a:solidFill>
                  <a:schemeClr val="lt1"/>
                </a:solidFill>
              </a:defRPr>
            </a:lvl2pPr>
            <a:lvl3pPr marL="1371600" lvl="2" indent="-331469" algn="l">
              <a:lnSpc>
                <a:spcPct val="100000"/>
              </a:lnSpc>
              <a:spcBef>
                <a:spcPts val="360"/>
              </a:spcBef>
              <a:spcAft>
                <a:spcPts val="0"/>
              </a:spcAft>
              <a:buClr>
                <a:schemeClr val="lt1"/>
              </a:buClr>
              <a:buSzPts val="1620"/>
              <a:buChar char="·"/>
              <a:defRPr sz="1800">
                <a:solidFill>
                  <a:schemeClr val="lt1"/>
                </a:solidFill>
              </a:defRPr>
            </a:lvl3pPr>
            <a:lvl4pPr marL="1828800" lvl="3" indent="-331469" algn="l">
              <a:lnSpc>
                <a:spcPct val="100000"/>
              </a:lnSpc>
              <a:spcBef>
                <a:spcPts val="360"/>
              </a:spcBef>
              <a:spcAft>
                <a:spcPts val="0"/>
              </a:spcAft>
              <a:buClr>
                <a:schemeClr val="lt1"/>
              </a:buClr>
              <a:buSzPts val="1620"/>
              <a:buChar char="·"/>
              <a:defRPr sz="1800">
                <a:solidFill>
                  <a:schemeClr val="lt1"/>
                </a:solidFill>
              </a:defRPr>
            </a:lvl4pPr>
            <a:lvl5pPr marL="2286000" lvl="4" indent="-331470" algn="l">
              <a:lnSpc>
                <a:spcPct val="100000"/>
              </a:lnSpc>
              <a:spcBef>
                <a:spcPts val="360"/>
              </a:spcBef>
              <a:spcAft>
                <a:spcPts val="0"/>
              </a:spcAft>
              <a:buClr>
                <a:schemeClr val="lt1"/>
              </a:buClr>
              <a:buSzPts val="1620"/>
              <a:buChar char="·"/>
              <a:defRPr sz="1800">
                <a:solidFill>
                  <a:schemeClr val="lt1"/>
                </a:solidFill>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332" name="Google Shape;332;p40"/>
          <p:cNvSpPr txBox="1">
            <a:spLocks noGrp="1"/>
          </p:cNvSpPr>
          <p:nvPr>
            <p:ph type="body" idx="13"/>
          </p:nvPr>
        </p:nvSpPr>
        <p:spPr>
          <a:xfrm>
            <a:off x="6240463" y="4509120"/>
            <a:ext cx="1597025" cy="646331"/>
          </a:xfrm>
          <a:prstGeom prst="rect">
            <a:avLst/>
          </a:prstGeom>
          <a:noFill/>
          <a:ln>
            <a:noFill/>
          </a:ln>
        </p:spPr>
        <p:txBody>
          <a:bodyPr spcFirstLastPara="1" wrap="square" lIns="90000" tIns="0" rIns="0" bIns="0" anchor="t" anchorCtr="0">
            <a:spAutoFit/>
          </a:bodyPr>
          <a:lstStyle>
            <a:lvl1pPr marL="457200" lvl="0" indent="-308610" algn="l">
              <a:lnSpc>
                <a:spcPct val="100000"/>
              </a:lnSpc>
              <a:spcBef>
                <a:spcPts val="280"/>
              </a:spcBef>
              <a:spcAft>
                <a:spcPts val="0"/>
              </a:spcAft>
              <a:buClr>
                <a:schemeClr val="dk1"/>
              </a:buClr>
              <a:buSzPts val="1260"/>
              <a:buFont typeface="Noto Sans Symbols"/>
              <a:buChar char="·"/>
              <a:defRPr sz="1400">
                <a:solidFill>
                  <a:schemeClr val="dk1"/>
                </a:solidFill>
              </a:defRPr>
            </a:lvl1pPr>
            <a:lvl2pPr marL="914400" lvl="1" indent="-331469" algn="l">
              <a:lnSpc>
                <a:spcPct val="100000"/>
              </a:lnSpc>
              <a:spcBef>
                <a:spcPts val="360"/>
              </a:spcBef>
              <a:spcAft>
                <a:spcPts val="0"/>
              </a:spcAft>
              <a:buClr>
                <a:schemeClr val="lt1"/>
              </a:buClr>
              <a:buSzPts val="1620"/>
              <a:buChar char="·"/>
              <a:defRPr sz="1800">
                <a:solidFill>
                  <a:schemeClr val="lt1"/>
                </a:solidFill>
              </a:defRPr>
            </a:lvl2pPr>
            <a:lvl3pPr marL="1371600" lvl="2" indent="-331469" algn="l">
              <a:lnSpc>
                <a:spcPct val="100000"/>
              </a:lnSpc>
              <a:spcBef>
                <a:spcPts val="360"/>
              </a:spcBef>
              <a:spcAft>
                <a:spcPts val="0"/>
              </a:spcAft>
              <a:buClr>
                <a:schemeClr val="lt1"/>
              </a:buClr>
              <a:buSzPts val="1620"/>
              <a:buChar char="·"/>
              <a:defRPr sz="1800">
                <a:solidFill>
                  <a:schemeClr val="lt1"/>
                </a:solidFill>
              </a:defRPr>
            </a:lvl3pPr>
            <a:lvl4pPr marL="1828800" lvl="3" indent="-331469" algn="l">
              <a:lnSpc>
                <a:spcPct val="100000"/>
              </a:lnSpc>
              <a:spcBef>
                <a:spcPts val="360"/>
              </a:spcBef>
              <a:spcAft>
                <a:spcPts val="0"/>
              </a:spcAft>
              <a:buClr>
                <a:schemeClr val="lt1"/>
              </a:buClr>
              <a:buSzPts val="1620"/>
              <a:buChar char="·"/>
              <a:defRPr sz="1800">
                <a:solidFill>
                  <a:schemeClr val="lt1"/>
                </a:solidFill>
              </a:defRPr>
            </a:lvl4pPr>
            <a:lvl5pPr marL="2286000" lvl="4" indent="-331470" algn="l">
              <a:lnSpc>
                <a:spcPct val="100000"/>
              </a:lnSpc>
              <a:spcBef>
                <a:spcPts val="360"/>
              </a:spcBef>
              <a:spcAft>
                <a:spcPts val="0"/>
              </a:spcAft>
              <a:buClr>
                <a:schemeClr val="lt1"/>
              </a:buClr>
              <a:buSzPts val="1620"/>
              <a:buChar char="·"/>
              <a:defRPr sz="1800">
                <a:solidFill>
                  <a:schemeClr val="lt1"/>
                </a:solidFill>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333" name="Google Shape;333;p40"/>
          <p:cNvSpPr txBox="1">
            <a:spLocks noGrp="1"/>
          </p:cNvSpPr>
          <p:nvPr>
            <p:ph type="body" idx="14"/>
          </p:nvPr>
        </p:nvSpPr>
        <p:spPr>
          <a:xfrm>
            <a:off x="8128000" y="4509120"/>
            <a:ext cx="1592263" cy="646331"/>
          </a:xfrm>
          <a:prstGeom prst="rect">
            <a:avLst/>
          </a:prstGeom>
          <a:noFill/>
          <a:ln>
            <a:noFill/>
          </a:ln>
        </p:spPr>
        <p:txBody>
          <a:bodyPr spcFirstLastPara="1" wrap="square" lIns="90000" tIns="0" rIns="0" bIns="0" anchor="t" anchorCtr="0">
            <a:spAutoFit/>
          </a:bodyPr>
          <a:lstStyle>
            <a:lvl1pPr marL="457200" lvl="0" indent="-308610" algn="l">
              <a:lnSpc>
                <a:spcPct val="100000"/>
              </a:lnSpc>
              <a:spcBef>
                <a:spcPts val="280"/>
              </a:spcBef>
              <a:spcAft>
                <a:spcPts val="0"/>
              </a:spcAft>
              <a:buClr>
                <a:schemeClr val="dk1"/>
              </a:buClr>
              <a:buSzPts val="1260"/>
              <a:buFont typeface="Noto Sans Symbols"/>
              <a:buChar char="·"/>
              <a:defRPr sz="1400">
                <a:solidFill>
                  <a:schemeClr val="dk1"/>
                </a:solidFill>
              </a:defRPr>
            </a:lvl1pPr>
            <a:lvl2pPr marL="914400" lvl="1" indent="-331469" algn="l">
              <a:lnSpc>
                <a:spcPct val="100000"/>
              </a:lnSpc>
              <a:spcBef>
                <a:spcPts val="360"/>
              </a:spcBef>
              <a:spcAft>
                <a:spcPts val="0"/>
              </a:spcAft>
              <a:buClr>
                <a:schemeClr val="lt1"/>
              </a:buClr>
              <a:buSzPts val="1620"/>
              <a:buChar char="·"/>
              <a:defRPr sz="1800">
                <a:solidFill>
                  <a:schemeClr val="lt1"/>
                </a:solidFill>
              </a:defRPr>
            </a:lvl2pPr>
            <a:lvl3pPr marL="1371600" lvl="2" indent="-331469" algn="l">
              <a:lnSpc>
                <a:spcPct val="100000"/>
              </a:lnSpc>
              <a:spcBef>
                <a:spcPts val="360"/>
              </a:spcBef>
              <a:spcAft>
                <a:spcPts val="0"/>
              </a:spcAft>
              <a:buClr>
                <a:schemeClr val="lt1"/>
              </a:buClr>
              <a:buSzPts val="1620"/>
              <a:buChar char="·"/>
              <a:defRPr sz="1800">
                <a:solidFill>
                  <a:schemeClr val="lt1"/>
                </a:solidFill>
              </a:defRPr>
            </a:lvl3pPr>
            <a:lvl4pPr marL="1828800" lvl="3" indent="-331469" algn="l">
              <a:lnSpc>
                <a:spcPct val="100000"/>
              </a:lnSpc>
              <a:spcBef>
                <a:spcPts val="360"/>
              </a:spcBef>
              <a:spcAft>
                <a:spcPts val="0"/>
              </a:spcAft>
              <a:buClr>
                <a:schemeClr val="lt1"/>
              </a:buClr>
              <a:buSzPts val="1620"/>
              <a:buChar char="·"/>
              <a:defRPr sz="1800">
                <a:solidFill>
                  <a:schemeClr val="lt1"/>
                </a:solidFill>
              </a:defRPr>
            </a:lvl4pPr>
            <a:lvl5pPr marL="2286000" lvl="4" indent="-331470" algn="l">
              <a:lnSpc>
                <a:spcPct val="100000"/>
              </a:lnSpc>
              <a:spcBef>
                <a:spcPts val="360"/>
              </a:spcBef>
              <a:spcAft>
                <a:spcPts val="0"/>
              </a:spcAft>
              <a:buClr>
                <a:schemeClr val="lt1"/>
              </a:buClr>
              <a:buSzPts val="1620"/>
              <a:buChar char="·"/>
              <a:defRPr sz="1800">
                <a:solidFill>
                  <a:schemeClr val="lt1"/>
                </a:solidFill>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334" name="Google Shape;334;p40"/>
          <p:cNvSpPr txBox="1">
            <a:spLocks noGrp="1"/>
          </p:cNvSpPr>
          <p:nvPr>
            <p:ph type="body" idx="15"/>
          </p:nvPr>
        </p:nvSpPr>
        <p:spPr>
          <a:xfrm>
            <a:off x="10013950" y="4509120"/>
            <a:ext cx="1595438" cy="646331"/>
          </a:xfrm>
          <a:prstGeom prst="rect">
            <a:avLst/>
          </a:prstGeom>
          <a:noFill/>
          <a:ln>
            <a:noFill/>
          </a:ln>
        </p:spPr>
        <p:txBody>
          <a:bodyPr spcFirstLastPara="1" wrap="square" lIns="90000" tIns="0" rIns="0" bIns="0" anchor="t" anchorCtr="0">
            <a:spAutoFit/>
          </a:bodyPr>
          <a:lstStyle>
            <a:lvl1pPr marL="457200" lvl="0" indent="-308610" algn="l">
              <a:lnSpc>
                <a:spcPct val="100000"/>
              </a:lnSpc>
              <a:spcBef>
                <a:spcPts val="280"/>
              </a:spcBef>
              <a:spcAft>
                <a:spcPts val="0"/>
              </a:spcAft>
              <a:buClr>
                <a:schemeClr val="dk1"/>
              </a:buClr>
              <a:buSzPts val="1260"/>
              <a:buFont typeface="Noto Sans Symbols"/>
              <a:buChar char="·"/>
              <a:defRPr sz="1400">
                <a:solidFill>
                  <a:schemeClr val="dk1"/>
                </a:solidFill>
              </a:defRPr>
            </a:lvl1pPr>
            <a:lvl2pPr marL="914400" lvl="1" indent="-331469" algn="l">
              <a:lnSpc>
                <a:spcPct val="100000"/>
              </a:lnSpc>
              <a:spcBef>
                <a:spcPts val="360"/>
              </a:spcBef>
              <a:spcAft>
                <a:spcPts val="0"/>
              </a:spcAft>
              <a:buClr>
                <a:schemeClr val="lt1"/>
              </a:buClr>
              <a:buSzPts val="1620"/>
              <a:buChar char="·"/>
              <a:defRPr sz="1800">
                <a:solidFill>
                  <a:schemeClr val="lt1"/>
                </a:solidFill>
              </a:defRPr>
            </a:lvl2pPr>
            <a:lvl3pPr marL="1371600" lvl="2" indent="-331469" algn="l">
              <a:lnSpc>
                <a:spcPct val="100000"/>
              </a:lnSpc>
              <a:spcBef>
                <a:spcPts val="360"/>
              </a:spcBef>
              <a:spcAft>
                <a:spcPts val="0"/>
              </a:spcAft>
              <a:buClr>
                <a:schemeClr val="lt1"/>
              </a:buClr>
              <a:buSzPts val="1620"/>
              <a:buChar char="·"/>
              <a:defRPr sz="1800">
                <a:solidFill>
                  <a:schemeClr val="lt1"/>
                </a:solidFill>
              </a:defRPr>
            </a:lvl3pPr>
            <a:lvl4pPr marL="1828800" lvl="3" indent="-331469" algn="l">
              <a:lnSpc>
                <a:spcPct val="100000"/>
              </a:lnSpc>
              <a:spcBef>
                <a:spcPts val="360"/>
              </a:spcBef>
              <a:spcAft>
                <a:spcPts val="0"/>
              </a:spcAft>
              <a:buClr>
                <a:schemeClr val="lt1"/>
              </a:buClr>
              <a:buSzPts val="1620"/>
              <a:buChar char="·"/>
              <a:defRPr sz="1800">
                <a:solidFill>
                  <a:schemeClr val="lt1"/>
                </a:solidFill>
              </a:defRPr>
            </a:lvl4pPr>
            <a:lvl5pPr marL="2286000" lvl="4" indent="-331470" algn="l">
              <a:lnSpc>
                <a:spcPct val="100000"/>
              </a:lnSpc>
              <a:spcBef>
                <a:spcPts val="360"/>
              </a:spcBef>
              <a:spcAft>
                <a:spcPts val="0"/>
              </a:spcAft>
              <a:buClr>
                <a:schemeClr val="lt1"/>
              </a:buClr>
              <a:buSzPts val="1620"/>
              <a:buChar char="·"/>
              <a:defRPr sz="1800">
                <a:solidFill>
                  <a:schemeClr val="lt1"/>
                </a:solidFill>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cxnSp>
        <p:nvCxnSpPr>
          <p:cNvPr id="335" name="Google Shape;335;p40"/>
          <p:cNvCxnSpPr/>
          <p:nvPr/>
        </p:nvCxnSpPr>
        <p:spPr>
          <a:xfrm>
            <a:off x="584200" y="2017713"/>
            <a:ext cx="1595438" cy="0"/>
          </a:xfrm>
          <a:prstGeom prst="straightConnector1">
            <a:avLst/>
          </a:prstGeom>
          <a:noFill/>
          <a:ln w="25400" cap="flat" cmpd="sng">
            <a:solidFill>
              <a:schemeClr val="dk2"/>
            </a:solidFill>
            <a:prstDash val="solid"/>
            <a:round/>
            <a:headEnd type="none" w="sm" len="sm"/>
            <a:tailEnd type="none" w="sm" len="sm"/>
          </a:ln>
        </p:spPr>
      </p:cxnSp>
      <p:cxnSp>
        <p:nvCxnSpPr>
          <p:cNvPr id="336" name="Google Shape;336;p40"/>
          <p:cNvCxnSpPr/>
          <p:nvPr/>
        </p:nvCxnSpPr>
        <p:spPr>
          <a:xfrm>
            <a:off x="2470150" y="2017713"/>
            <a:ext cx="1595438" cy="0"/>
          </a:xfrm>
          <a:prstGeom prst="straightConnector1">
            <a:avLst/>
          </a:prstGeom>
          <a:noFill/>
          <a:ln w="25400" cap="flat" cmpd="sng">
            <a:solidFill>
              <a:schemeClr val="dk2"/>
            </a:solidFill>
            <a:prstDash val="solid"/>
            <a:round/>
            <a:headEnd type="none" w="sm" len="sm"/>
            <a:tailEnd type="none" w="sm" len="sm"/>
          </a:ln>
        </p:spPr>
      </p:cxnSp>
      <p:cxnSp>
        <p:nvCxnSpPr>
          <p:cNvPr id="337" name="Google Shape;337;p40"/>
          <p:cNvCxnSpPr/>
          <p:nvPr/>
        </p:nvCxnSpPr>
        <p:spPr>
          <a:xfrm>
            <a:off x="4364037" y="2015240"/>
            <a:ext cx="1595438" cy="0"/>
          </a:xfrm>
          <a:prstGeom prst="straightConnector1">
            <a:avLst/>
          </a:prstGeom>
          <a:noFill/>
          <a:ln w="25400" cap="flat" cmpd="sng">
            <a:solidFill>
              <a:schemeClr val="dk2"/>
            </a:solidFill>
            <a:prstDash val="solid"/>
            <a:round/>
            <a:headEnd type="none" w="sm" len="sm"/>
            <a:tailEnd type="none" w="sm" len="sm"/>
          </a:ln>
        </p:spPr>
      </p:cxnSp>
      <p:cxnSp>
        <p:nvCxnSpPr>
          <p:cNvPr id="338" name="Google Shape;338;p40"/>
          <p:cNvCxnSpPr/>
          <p:nvPr/>
        </p:nvCxnSpPr>
        <p:spPr>
          <a:xfrm>
            <a:off x="6240463" y="2017713"/>
            <a:ext cx="1595438" cy="0"/>
          </a:xfrm>
          <a:prstGeom prst="straightConnector1">
            <a:avLst/>
          </a:prstGeom>
          <a:noFill/>
          <a:ln w="25400" cap="flat" cmpd="sng">
            <a:solidFill>
              <a:schemeClr val="dk2"/>
            </a:solidFill>
            <a:prstDash val="solid"/>
            <a:round/>
            <a:headEnd type="none" w="sm" len="sm"/>
            <a:tailEnd type="none" w="sm" len="sm"/>
          </a:ln>
        </p:spPr>
      </p:cxnSp>
      <p:cxnSp>
        <p:nvCxnSpPr>
          <p:cNvPr id="339" name="Google Shape;339;p40"/>
          <p:cNvCxnSpPr/>
          <p:nvPr/>
        </p:nvCxnSpPr>
        <p:spPr>
          <a:xfrm>
            <a:off x="8124825" y="2017713"/>
            <a:ext cx="1595438" cy="0"/>
          </a:xfrm>
          <a:prstGeom prst="straightConnector1">
            <a:avLst/>
          </a:prstGeom>
          <a:noFill/>
          <a:ln w="25400" cap="flat" cmpd="sng">
            <a:solidFill>
              <a:schemeClr val="dk2"/>
            </a:solidFill>
            <a:prstDash val="solid"/>
            <a:round/>
            <a:headEnd type="none" w="sm" len="sm"/>
            <a:tailEnd type="none" w="sm" len="sm"/>
          </a:ln>
        </p:spPr>
      </p:cxnSp>
      <p:cxnSp>
        <p:nvCxnSpPr>
          <p:cNvPr id="340" name="Google Shape;340;p40"/>
          <p:cNvCxnSpPr/>
          <p:nvPr/>
        </p:nvCxnSpPr>
        <p:spPr>
          <a:xfrm>
            <a:off x="10013950" y="2017713"/>
            <a:ext cx="1595438" cy="0"/>
          </a:xfrm>
          <a:prstGeom prst="straightConnector1">
            <a:avLst/>
          </a:prstGeom>
          <a:noFill/>
          <a:ln w="25400" cap="flat" cmpd="sng">
            <a:solidFill>
              <a:schemeClr val="dk2"/>
            </a:solidFill>
            <a:prstDash val="solid"/>
            <a:round/>
            <a:headEnd type="none" w="sm" len="sm"/>
            <a:tailEnd type="none" w="sm" len="sm"/>
          </a:ln>
        </p:spPr>
      </p:cxnSp>
      <p:cxnSp>
        <p:nvCxnSpPr>
          <p:cNvPr id="341" name="Google Shape;341;p40"/>
          <p:cNvCxnSpPr/>
          <p:nvPr/>
        </p:nvCxnSpPr>
        <p:spPr>
          <a:xfrm>
            <a:off x="584200" y="4365104"/>
            <a:ext cx="1595438" cy="0"/>
          </a:xfrm>
          <a:prstGeom prst="straightConnector1">
            <a:avLst/>
          </a:prstGeom>
          <a:noFill/>
          <a:ln w="25400" cap="flat" cmpd="sng">
            <a:solidFill>
              <a:schemeClr val="dk2"/>
            </a:solidFill>
            <a:prstDash val="solid"/>
            <a:round/>
            <a:headEnd type="none" w="sm" len="sm"/>
            <a:tailEnd type="none" w="sm" len="sm"/>
          </a:ln>
        </p:spPr>
      </p:cxnSp>
      <p:cxnSp>
        <p:nvCxnSpPr>
          <p:cNvPr id="342" name="Google Shape;342;p40"/>
          <p:cNvCxnSpPr/>
          <p:nvPr/>
        </p:nvCxnSpPr>
        <p:spPr>
          <a:xfrm>
            <a:off x="2495600" y="4365104"/>
            <a:ext cx="1595438" cy="0"/>
          </a:xfrm>
          <a:prstGeom prst="straightConnector1">
            <a:avLst/>
          </a:prstGeom>
          <a:noFill/>
          <a:ln w="25400" cap="flat" cmpd="sng">
            <a:solidFill>
              <a:schemeClr val="dk2"/>
            </a:solidFill>
            <a:prstDash val="solid"/>
            <a:round/>
            <a:headEnd type="none" w="sm" len="sm"/>
            <a:tailEnd type="none" w="sm" len="sm"/>
          </a:ln>
        </p:spPr>
      </p:cxnSp>
      <p:cxnSp>
        <p:nvCxnSpPr>
          <p:cNvPr id="343" name="Google Shape;343;p40"/>
          <p:cNvCxnSpPr/>
          <p:nvPr/>
        </p:nvCxnSpPr>
        <p:spPr>
          <a:xfrm>
            <a:off x="4364037" y="4362631"/>
            <a:ext cx="1595438" cy="0"/>
          </a:xfrm>
          <a:prstGeom prst="straightConnector1">
            <a:avLst/>
          </a:prstGeom>
          <a:noFill/>
          <a:ln w="25400" cap="flat" cmpd="sng">
            <a:solidFill>
              <a:schemeClr val="dk2"/>
            </a:solidFill>
            <a:prstDash val="solid"/>
            <a:round/>
            <a:headEnd type="none" w="sm" len="sm"/>
            <a:tailEnd type="none" w="sm" len="sm"/>
          </a:ln>
        </p:spPr>
      </p:cxnSp>
      <p:cxnSp>
        <p:nvCxnSpPr>
          <p:cNvPr id="344" name="Google Shape;344;p40"/>
          <p:cNvCxnSpPr/>
          <p:nvPr/>
        </p:nvCxnSpPr>
        <p:spPr>
          <a:xfrm>
            <a:off x="6240463" y="4365104"/>
            <a:ext cx="1595438" cy="0"/>
          </a:xfrm>
          <a:prstGeom prst="straightConnector1">
            <a:avLst/>
          </a:prstGeom>
          <a:noFill/>
          <a:ln w="25400" cap="flat" cmpd="sng">
            <a:solidFill>
              <a:schemeClr val="dk2"/>
            </a:solidFill>
            <a:prstDash val="solid"/>
            <a:round/>
            <a:headEnd type="none" w="sm" len="sm"/>
            <a:tailEnd type="none" w="sm" len="sm"/>
          </a:ln>
        </p:spPr>
      </p:cxnSp>
      <p:cxnSp>
        <p:nvCxnSpPr>
          <p:cNvPr id="345" name="Google Shape;345;p40"/>
          <p:cNvCxnSpPr/>
          <p:nvPr/>
        </p:nvCxnSpPr>
        <p:spPr>
          <a:xfrm>
            <a:off x="8124825" y="4365104"/>
            <a:ext cx="1595438" cy="0"/>
          </a:xfrm>
          <a:prstGeom prst="straightConnector1">
            <a:avLst/>
          </a:prstGeom>
          <a:noFill/>
          <a:ln w="25400" cap="flat" cmpd="sng">
            <a:solidFill>
              <a:schemeClr val="dk2"/>
            </a:solidFill>
            <a:prstDash val="solid"/>
            <a:round/>
            <a:headEnd type="none" w="sm" len="sm"/>
            <a:tailEnd type="none" w="sm" len="sm"/>
          </a:ln>
        </p:spPr>
      </p:cxnSp>
      <p:cxnSp>
        <p:nvCxnSpPr>
          <p:cNvPr id="346" name="Google Shape;346;p40"/>
          <p:cNvCxnSpPr/>
          <p:nvPr/>
        </p:nvCxnSpPr>
        <p:spPr>
          <a:xfrm>
            <a:off x="10013950" y="4365104"/>
            <a:ext cx="1595438" cy="0"/>
          </a:xfrm>
          <a:prstGeom prst="straightConnector1">
            <a:avLst/>
          </a:prstGeom>
          <a:noFill/>
          <a:ln w="25400" cap="flat" cmpd="sng">
            <a:solidFill>
              <a:schemeClr val="dk2"/>
            </a:solidFill>
            <a:prstDash val="solid"/>
            <a:round/>
            <a:headEnd type="none" w="sm" len="sm"/>
            <a:tailEnd type="none" w="sm" len="sm"/>
          </a:ln>
        </p:spPr>
      </p:cxnSp>
      <p:sp>
        <p:nvSpPr>
          <p:cNvPr id="347" name="Google Shape;347;p40"/>
          <p:cNvSpPr txBox="1">
            <a:spLocks noGrp="1"/>
          </p:cNvSpPr>
          <p:nvPr>
            <p:ph type="body" idx="16"/>
          </p:nvPr>
        </p:nvSpPr>
        <p:spPr>
          <a:xfrm>
            <a:off x="584200" y="1436688"/>
            <a:ext cx="1595439" cy="581025"/>
          </a:xfrm>
          <a:prstGeom prst="rect">
            <a:avLst/>
          </a:prstGeom>
          <a:noFill/>
          <a:ln>
            <a:noFill/>
          </a:ln>
        </p:spPr>
        <p:txBody>
          <a:bodyPr spcFirstLastPara="1" wrap="square" lIns="90000" tIns="46800" rIns="90000" bIns="46800" anchor="ctr" anchorCtr="0">
            <a:noAutofit/>
          </a:bodyPr>
          <a:lstStyle>
            <a:lvl1pPr marL="457200" lvl="0" indent="-228600" algn="l">
              <a:lnSpc>
                <a:spcPct val="100000"/>
              </a:lnSpc>
              <a:spcBef>
                <a:spcPts val="400"/>
              </a:spcBef>
              <a:spcAft>
                <a:spcPts val="0"/>
              </a:spcAft>
              <a:buClr>
                <a:schemeClr val="dk2"/>
              </a:buClr>
              <a:buSzPts val="1800"/>
              <a:buNone/>
              <a:defRPr sz="2000">
                <a:solidFill>
                  <a:schemeClr val="dk2"/>
                </a:solidFill>
                <a:latin typeface="Quattrocento Sans"/>
                <a:ea typeface="Quattrocento Sans"/>
                <a:cs typeface="Quattrocento Sans"/>
                <a:sym typeface="Quattrocento Sans"/>
              </a:defRPr>
            </a:lvl1pPr>
            <a:lvl2pPr marL="914400" lvl="1" indent="-228600" algn="ctr">
              <a:lnSpc>
                <a:spcPct val="100000"/>
              </a:lnSpc>
              <a:spcBef>
                <a:spcPts val="400"/>
              </a:spcBef>
              <a:spcAft>
                <a:spcPts val="0"/>
              </a:spcAft>
              <a:buClr>
                <a:schemeClr val="lt1"/>
              </a:buClr>
              <a:buSzPts val="1800"/>
              <a:buNone/>
              <a:defRPr>
                <a:solidFill>
                  <a:schemeClr val="lt1"/>
                </a:solidFill>
                <a:latin typeface="Quattrocento Sans"/>
                <a:ea typeface="Quattrocento Sans"/>
                <a:cs typeface="Quattrocento Sans"/>
                <a:sym typeface="Quattrocento Sans"/>
              </a:defRPr>
            </a:lvl2pPr>
            <a:lvl3pPr marL="1371600" lvl="2" indent="-331469" algn="l">
              <a:lnSpc>
                <a:spcPct val="100000"/>
              </a:lnSpc>
              <a:spcBef>
                <a:spcPts val="360"/>
              </a:spcBef>
              <a:spcAft>
                <a:spcPts val="0"/>
              </a:spcAft>
              <a:buClr>
                <a:schemeClr val="dk1"/>
              </a:buClr>
              <a:buSzPts val="1620"/>
              <a:buChar char="·"/>
              <a:defRPr/>
            </a:lvl3pPr>
            <a:lvl4pPr marL="1828800" lvl="3" indent="-331469" algn="l">
              <a:lnSpc>
                <a:spcPct val="100000"/>
              </a:lnSpc>
              <a:spcBef>
                <a:spcPts val="360"/>
              </a:spcBef>
              <a:spcAft>
                <a:spcPts val="0"/>
              </a:spcAft>
              <a:buClr>
                <a:schemeClr val="dk1"/>
              </a:buClr>
              <a:buSzPts val="1620"/>
              <a:buChar char="·"/>
              <a:defRPr/>
            </a:lvl4pPr>
            <a:lvl5pPr marL="2286000" lvl="4" indent="-331470" algn="l">
              <a:lnSpc>
                <a:spcPct val="100000"/>
              </a:lnSpc>
              <a:spcBef>
                <a:spcPts val="360"/>
              </a:spcBef>
              <a:spcAft>
                <a:spcPts val="0"/>
              </a:spcAft>
              <a:buClr>
                <a:schemeClr val="dk1"/>
              </a:buClr>
              <a:buSzPts val="162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348" name="Google Shape;348;p40"/>
          <p:cNvSpPr txBox="1">
            <a:spLocks noGrp="1"/>
          </p:cNvSpPr>
          <p:nvPr>
            <p:ph type="body" idx="17"/>
          </p:nvPr>
        </p:nvSpPr>
        <p:spPr>
          <a:xfrm>
            <a:off x="2470150" y="1436688"/>
            <a:ext cx="1595438" cy="581025"/>
          </a:xfrm>
          <a:prstGeom prst="rect">
            <a:avLst/>
          </a:prstGeom>
          <a:noFill/>
          <a:ln>
            <a:noFill/>
          </a:ln>
        </p:spPr>
        <p:txBody>
          <a:bodyPr spcFirstLastPara="1" wrap="square" lIns="90000" tIns="46800" rIns="90000" bIns="46800" anchor="ctr" anchorCtr="0">
            <a:noAutofit/>
          </a:bodyPr>
          <a:lstStyle>
            <a:lvl1pPr marL="457200" lvl="0" indent="-228600" algn="l">
              <a:lnSpc>
                <a:spcPct val="100000"/>
              </a:lnSpc>
              <a:spcBef>
                <a:spcPts val="400"/>
              </a:spcBef>
              <a:spcAft>
                <a:spcPts val="0"/>
              </a:spcAft>
              <a:buClr>
                <a:schemeClr val="dk2"/>
              </a:buClr>
              <a:buSzPts val="1800"/>
              <a:buNone/>
              <a:defRPr sz="2000">
                <a:solidFill>
                  <a:schemeClr val="dk2"/>
                </a:solidFill>
                <a:latin typeface="Quattrocento Sans"/>
                <a:ea typeface="Quattrocento Sans"/>
                <a:cs typeface="Quattrocento Sans"/>
                <a:sym typeface="Quattrocento Sans"/>
              </a:defRPr>
            </a:lvl1pPr>
            <a:lvl2pPr marL="914400" lvl="1" indent="-228600" algn="ctr">
              <a:lnSpc>
                <a:spcPct val="100000"/>
              </a:lnSpc>
              <a:spcBef>
                <a:spcPts val="400"/>
              </a:spcBef>
              <a:spcAft>
                <a:spcPts val="0"/>
              </a:spcAft>
              <a:buClr>
                <a:schemeClr val="lt1"/>
              </a:buClr>
              <a:buSzPts val="1800"/>
              <a:buNone/>
              <a:defRPr>
                <a:solidFill>
                  <a:schemeClr val="lt1"/>
                </a:solidFill>
                <a:latin typeface="Quattrocento Sans"/>
                <a:ea typeface="Quattrocento Sans"/>
                <a:cs typeface="Quattrocento Sans"/>
                <a:sym typeface="Quattrocento Sans"/>
              </a:defRPr>
            </a:lvl2pPr>
            <a:lvl3pPr marL="1371600" lvl="2" indent="-331469" algn="l">
              <a:lnSpc>
                <a:spcPct val="100000"/>
              </a:lnSpc>
              <a:spcBef>
                <a:spcPts val="360"/>
              </a:spcBef>
              <a:spcAft>
                <a:spcPts val="0"/>
              </a:spcAft>
              <a:buClr>
                <a:schemeClr val="dk1"/>
              </a:buClr>
              <a:buSzPts val="1620"/>
              <a:buChar char="·"/>
              <a:defRPr/>
            </a:lvl3pPr>
            <a:lvl4pPr marL="1828800" lvl="3" indent="-331469" algn="l">
              <a:lnSpc>
                <a:spcPct val="100000"/>
              </a:lnSpc>
              <a:spcBef>
                <a:spcPts val="360"/>
              </a:spcBef>
              <a:spcAft>
                <a:spcPts val="0"/>
              </a:spcAft>
              <a:buClr>
                <a:schemeClr val="dk1"/>
              </a:buClr>
              <a:buSzPts val="1620"/>
              <a:buChar char="·"/>
              <a:defRPr/>
            </a:lvl4pPr>
            <a:lvl5pPr marL="2286000" lvl="4" indent="-331470" algn="l">
              <a:lnSpc>
                <a:spcPct val="100000"/>
              </a:lnSpc>
              <a:spcBef>
                <a:spcPts val="360"/>
              </a:spcBef>
              <a:spcAft>
                <a:spcPts val="0"/>
              </a:spcAft>
              <a:buClr>
                <a:schemeClr val="dk1"/>
              </a:buClr>
              <a:buSzPts val="162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349" name="Google Shape;349;p40"/>
          <p:cNvSpPr txBox="1">
            <a:spLocks noGrp="1"/>
          </p:cNvSpPr>
          <p:nvPr>
            <p:ph type="body" idx="18"/>
          </p:nvPr>
        </p:nvSpPr>
        <p:spPr>
          <a:xfrm>
            <a:off x="4367808" y="1436688"/>
            <a:ext cx="1595438" cy="581025"/>
          </a:xfrm>
          <a:prstGeom prst="rect">
            <a:avLst/>
          </a:prstGeom>
          <a:noFill/>
          <a:ln>
            <a:noFill/>
          </a:ln>
        </p:spPr>
        <p:txBody>
          <a:bodyPr spcFirstLastPara="1" wrap="square" lIns="90000" tIns="46800" rIns="90000" bIns="46800" anchor="ctr" anchorCtr="0">
            <a:noAutofit/>
          </a:bodyPr>
          <a:lstStyle>
            <a:lvl1pPr marL="457200" lvl="0" indent="-228600" algn="l">
              <a:lnSpc>
                <a:spcPct val="100000"/>
              </a:lnSpc>
              <a:spcBef>
                <a:spcPts val="400"/>
              </a:spcBef>
              <a:spcAft>
                <a:spcPts val="0"/>
              </a:spcAft>
              <a:buClr>
                <a:schemeClr val="dk2"/>
              </a:buClr>
              <a:buSzPts val="1800"/>
              <a:buNone/>
              <a:defRPr sz="2000">
                <a:solidFill>
                  <a:schemeClr val="dk2"/>
                </a:solidFill>
                <a:latin typeface="Quattrocento Sans"/>
                <a:ea typeface="Quattrocento Sans"/>
                <a:cs typeface="Quattrocento Sans"/>
                <a:sym typeface="Quattrocento Sans"/>
              </a:defRPr>
            </a:lvl1pPr>
            <a:lvl2pPr marL="914400" lvl="1" indent="-228600" algn="ctr">
              <a:lnSpc>
                <a:spcPct val="100000"/>
              </a:lnSpc>
              <a:spcBef>
                <a:spcPts val="400"/>
              </a:spcBef>
              <a:spcAft>
                <a:spcPts val="0"/>
              </a:spcAft>
              <a:buClr>
                <a:schemeClr val="lt1"/>
              </a:buClr>
              <a:buSzPts val="1800"/>
              <a:buNone/>
              <a:defRPr>
                <a:solidFill>
                  <a:schemeClr val="lt1"/>
                </a:solidFill>
                <a:latin typeface="Quattrocento Sans"/>
                <a:ea typeface="Quattrocento Sans"/>
                <a:cs typeface="Quattrocento Sans"/>
                <a:sym typeface="Quattrocento Sans"/>
              </a:defRPr>
            </a:lvl2pPr>
            <a:lvl3pPr marL="1371600" lvl="2" indent="-331469" algn="l">
              <a:lnSpc>
                <a:spcPct val="100000"/>
              </a:lnSpc>
              <a:spcBef>
                <a:spcPts val="360"/>
              </a:spcBef>
              <a:spcAft>
                <a:spcPts val="0"/>
              </a:spcAft>
              <a:buClr>
                <a:schemeClr val="dk1"/>
              </a:buClr>
              <a:buSzPts val="1620"/>
              <a:buChar char="·"/>
              <a:defRPr/>
            </a:lvl3pPr>
            <a:lvl4pPr marL="1828800" lvl="3" indent="-331469" algn="l">
              <a:lnSpc>
                <a:spcPct val="100000"/>
              </a:lnSpc>
              <a:spcBef>
                <a:spcPts val="360"/>
              </a:spcBef>
              <a:spcAft>
                <a:spcPts val="0"/>
              </a:spcAft>
              <a:buClr>
                <a:schemeClr val="dk1"/>
              </a:buClr>
              <a:buSzPts val="1620"/>
              <a:buChar char="·"/>
              <a:defRPr/>
            </a:lvl4pPr>
            <a:lvl5pPr marL="2286000" lvl="4" indent="-331470" algn="l">
              <a:lnSpc>
                <a:spcPct val="100000"/>
              </a:lnSpc>
              <a:spcBef>
                <a:spcPts val="360"/>
              </a:spcBef>
              <a:spcAft>
                <a:spcPts val="0"/>
              </a:spcAft>
              <a:buClr>
                <a:schemeClr val="dk1"/>
              </a:buClr>
              <a:buSzPts val="162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350" name="Google Shape;350;p40"/>
          <p:cNvSpPr txBox="1">
            <a:spLocks noGrp="1"/>
          </p:cNvSpPr>
          <p:nvPr>
            <p:ph type="body" idx="19"/>
          </p:nvPr>
        </p:nvSpPr>
        <p:spPr>
          <a:xfrm>
            <a:off x="6240016" y="1436688"/>
            <a:ext cx="1595438" cy="581025"/>
          </a:xfrm>
          <a:prstGeom prst="rect">
            <a:avLst/>
          </a:prstGeom>
          <a:noFill/>
          <a:ln>
            <a:noFill/>
          </a:ln>
        </p:spPr>
        <p:txBody>
          <a:bodyPr spcFirstLastPara="1" wrap="square" lIns="90000" tIns="46800" rIns="90000" bIns="46800" anchor="ctr" anchorCtr="0">
            <a:noAutofit/>
          </a:bodyPr>
          <a:lstStyle>
            <a:lvl1pPr marL="457200" lvl="0" indent="-228600" algn="l">
              <a:lnSpc>
                <a:spcPct val="100000"/>
              </a:lnSpc>
              <a:spcBef>
                <a:spcPts val="400"/>
              </a:spcBef>
              <a:spcAft>
                <a:spcPts val="0"/>
              </a:spcAft>
              <a:buClr>
                <a:schemeClr val="dk2"/>
              </a:buClr>
              <a:buSzPts val="1800"/>
              <a:buNone/>
              <a:defRPr sz="2000">
                <a:solidFill>
                  <a:schemeClr val="dk2"/>
                </a:solidFill>
                <a:latin typeface="Quattrocento Sans"/>
                <a:ea typeface="Quattrocento Sans"/>
                <a:cs typeface="Quattrocento Sans"/>
                <a:sym typeface="Quattrocento Sans"/>
              </a:defRPr>
            </a:lvl1pPr>
            <a:lvl2pPr marL="914400" lvl="1" indent="-228600" algn="ctr">
              <a:lnSpc>
                <a:spcPct val="100000"/>
              </a:lnSpc>
              <a:spcBef>
                <a:spcPts val="400"/>
              </a:spcBef>
              <a:spcAft>
                <a:spcPts val="0"/>
              </a:spcAft>
              <a:buClr>
                <a:schemeClr val="lt1"/>
              </a:buClr>
              <a:buSzPts val="1800"/>
              <a:buNone/>
              <a:defRPr>
                <a:solidFill>
                  <a:schemeClr val="lt1"/>
                </a:solidFill>
                <a:latin typeface="Quattrocento Sans"/>
                <a:ea typeface="Quattrocento Sans"/>
                <a:cs typeface="Quattrocento Sans"/>
                <a:sym typeface="Quattrocento Sans"/>
              </a:defRPr>
            </a:lvl2pPr>
            <a:lvl3pPr marL="1371600" lvl="2" indent="-331469" algn="l">
              <a:lnSpc>
                <a:spcPct val="100000"/>
              </a:lnSpc>
              <a:spcBef>
                <a:spcPts val="360"/>
              </a:spcBef>
              <a:spcAft>
                <a:spcPts val="0"/>
              </a:spcAft>
              <a:buClr>
                <a:schemeClr val="dk1"/>
              </a:buClr>
              <a:buSzPts val="1620"/>
              <a:buChar char="·"/>
              <a:defRPr/>
            </a:lvl3pPr>
            <a:lvl4pPr marL="1828800" lvl="3" indent="-331469" algn="l">
              <a:lnSpc>
                <a:spcPct val="100000"/>
              </a:lnSpc>
              <a:spcBef>
                <a:spcPts val="360"/>
              </a:spcBef>
              <a:spcAft>
                <a:spcPts val="0"/>
              </a:spcAft>
              <a:buClr>
                <a:schemeClr val="dk1"/>
              </a:buClr>
              <a:buSzPts val="1620"/>
              <a:buChar char="·"/>
              <a:defRPr/>
            </a:lvl4pPr>
            <a:lvl5pPr marL="2286000" lvl="4" indent="-331470" algn="l">
              <a:lnSpc>
                <a:spcPct val="100000"/>
              </a:lnSpc>
              <a:spcBef>
                <a:spcPts val="360"/>
              </a:spcBef>
              <a:spcAft>
                <a:spcPts val="0"/>
              </a:spcAft>
              <a:buClr>
                <a:schemeClr val="dk1"/>
              </a:buClr>
              <a:buSzPts val="162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351" name="Google Shape;351;p40"/>
          <p:cNvSpPr txBox="1">
            <a:spLocks noGrp="1"/>
          </p:cNvSpPr>
          <p:nvPr>
            <p:ph type="body" idx="20"/>
          </p:nvPr>
        </p:nvSpPr>
        <p:spPr>
          <a:xfrm>
            <a:off x="8128000" y="1436688"/>
            <a:ext cx="1595438" cy="581025"/>
          </a:xfrm>
          <a:prstGeom prst="rect">
            <a:avLst/>
          </a:prstGeom>
          <a:noFill/>
          <a:ln>
            <a:noFill/>
          </a:ln>
        </p:spPr>
        <p:txBody>
          <a:bodyPr spcFirstLastPara="1" wrap="square" lIns="90000" tIns="46800" rIns="90000" bIns="46800" anchor="ctr" anchorCtr="0">
            <a:noAutofit/>
          </a:bodyPr>
          <a:lstStyle>
            <a:lvl1pPr marL="457200" lvl="0" indent="-228600" algn="l">
              <a:lnSpc>
                <a:spcPct val="100000"/>
              </a:lnSpc>
              <a:spcBef>
                <a:spcPts val="400"/>
              </a:spcBef>
              <a:spcAft>
                <a:spcPts val="0"/>
              </a:spcAft>
              <a:buClr>
                <a:schemeClr val="dk2"/>
              </a:buClr>
              <a:buSzPts val="1800"/>
              <a:buNone/>
              <a:defRPr sz="2000">
                <a:solidFill>
                  <a:schemeClr val="dk2"/>
                </a:solidFill>
                <a:latin typeface="Quattrocento Sans"/>
                <a:ea typeface="Quattrocento Sans"/>
                <a:cs typeface="Quattrocento Sans"/>
                <a:sym typeface="Quattrocento Sans"/>
              </a:defRPr>
            </a:lvl1pPr>
            <a:lvl2pPr marL="914400" lvl="1" indent="-228600" algn="ctr">
              <a:lnSpc>
                <a:spcPct val="100000"/>
              </a:lnSpc>
              <a:spcBef>
                <a:spcPts val="400"/>
              </a:spcBef>
              <a:spcAft>
                <a:spcPts val="0"/>
              </a:spcAft>
              <a:buClr>
                <a:schemeClr val="lt1"/>
              </a:buClr>
              <a:buSzPts val="1800"/>
              <a:buNone/>
              <a:defRPr>
                <a:solidFill>
                  <a:schemeClr val="lt1"/>
                </a:solidFill>
                <a:latin typeface="Quattrocento Sans"/>
                <a:ea typeface="Quattrocento Sans"/>
                <a:cs typeface="Quattrocento Sans"/>
                <a:sym typeface="Quattrocento Sans"/>
              </a:defRPr>
            </a:lvl2pPr>
            <a:lvl3pPr marL="1371600" lvl="2" indent="-331469" algn="l">
              <a:lnSpc>
                <a:spcPct val="100000"/>
              </a:lnSpc>
              <a:spcBef>
                <a:spcPts val="360"/>
              </a:spcBef>
              <a:spcAft>
                <a:spcPts val="0"/>
              </a:spcAft>
              <a:buClr>
                <a:schemeClr val="dk1"/>
              </a:buClr>
              <a:buSzPts val="1620"/>
              <a:buChar char="·"/>
              <a:defRPr/>
            </a:lvl3pPr>
            <a:lvl4pPr marL="1828800" lvl="3" indent="-331469" algn="l">
              <a:lnSpc>
                <a:spcPct val="100000"/>
              </a:lnSpc>
              <a:spcBef>
                <a:spcPts val="360"/>
              </a:spcBef>
              <a:spcAft>
                <a:spcPts val="0"/>
              </a:spcAft>
              <a:buClr>
                <a:schemeClr val="dk1"/>
              </a:buClr>
              <a:buSzPts val="1620"/>
              <a:buChar char="·"/>
              <a:defRPr/>
            </a:lvl4pPr>
            <a:lvl5pPr marL="2286000" lvl="4" indent="-331470" algn="l">
              <a:lnSpc>
                <a:spcPct val="100000"/>
              </a:lnSpc>
              <a:spcBef>
                <a:spcPts val="360"/>
              </a:spcBef>
              <a:spcAft>
                <a:spcPts val="0"/>
              </a:spcAft>
              <a:buClr>
                <a:schemeClr val="dk1"/>
              </a:buClr>
              <a:buSzPts val="162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352" name="Google Shape;352;p40"/>
          <p:cNvSpPr txBox="1">
            <a:spLocks noGrp="1"/>
          </p:cNvSpPr>
          <p:nvPr>
            <p:ph type="body" idx="21"/>
          </p:nvPr>
        </p:nvSpPr>
        <p:spPr>
          <a:xfrm>
            <a:off x="10013950" y="1436688"/>
            <a:ext cx="1595438" cy="581025"/>
          </a:xfrm>
          <a:prstGeom prst="rect">
            <a:avLst/>
          </a:prstGeom>
          <a:noFill/>
          <a:ln>
            <a:noFill/>
          </a:ln>
        </p:spPr>
        <p:txBody>
          <a:bodyPr spcFirstLastPara="1" wrap="square" lIns="90000" tIns="46800" rIns="90000" bIns="46800" anchor="ctr" anchorCtr="0">
            <a:noAutofit/>
          </a:bodyPr>
          <a:lstStyle>
            <a:lvl1pPr marL="457200" lvl="0" indent="-228600" algn="l">
              <a:lnSpc>
                <a:spcPct val="100000"/>
              </a:lnSpc>
              <a:spcBef>
                <a:spcPts val="400"/>
              </a:spcBef>
              <a:spcAft>
                <a:spcPts val="0"/>
              </a:spcAft>
              <a:buClr>
                <a:schemeClr val="dk2"/>
              </a:buClr>
              <a:buSzPts val="1800"/>
              <a:buNone/>
              <a:defRPr sz="2000">
                <a:solidFill>
                  <a:schemeClr val="dk2"/>
                </a:solidFill>
                <a:latin typeface="Quattrocento Sans"/>
                <a:ea typeface="Quattrocento Sans"/>
                <a:cs typeface="Quattrocento Sans"/>
                <a:sym typeface="Quattrocento Sans"/>
              </a:defRPr>
            </a:lvl1pPr>
            <a:lvl2pPr marL="914400" lvl="1" indent="-228600" algn="ctr">
              <a:lnSpc>
                <a:spcPct val="100000"/>
              </a:lnSpc>
              <a:spcBef>
                <a:spcPts val="400"/>
              </a:spcBef>
              <a:spcAft>
                <a:spcPts val="0"/>
              </a:spcAft>
              <a:buClr>
                <a:schemeClr val="lt1"/>
              </a:buClr>
              <a:buSzPts val="1800"/>
              <a:buNone/>
              <a:defRPr>
                <a:solidFill>
                  <a:schemeClr val="lt1"/>
                </a:solidFill>
                <a:latin typeface="Quattrocento Sans"/>
                <a:ea typeface="Quattrocento Sans"/>
                <a:cs typeface="Quattrocento Sans"/>
                <a:sym typeface="Quattrocento Sans"/>
              </a:defRPr>
            </a:lvl2pPr>
            <a:lvl3pPr marL="1371600" lvl="2" indent="-331469" algn="l">
              <a:lnSpc>
                <a:spcPct val="100000"/>
              </a:lnSpc>
              <a:spcBef>
                <a:spcPts val="360"/>
              </a:spcBef>
              <a:spcAft>
                <a:spcPts val="0"/>
              </a:spcAft>
              <a:buClr>
                <a:schemeClr val="dk1"/>
              </a:buClr>
              <a:buSzPts val="1620"/>
              <a:buChar char="·"/>
              <a:defRPr/>
            </a:lvl3pPr>
            <a:lvl4pPr marL="1828800" lvl="3" indent="-331469" algn="l">
              <a:lnSpc>
                <a:spcPct val="100000"/>
              </a:lnSpc>
              <a:spcBef>
                <a:spcPts val="360"/>
              </a:spcBef>
              <a:spcAft>
                <a:spcPts val="0"/>
              </a:spcAft>
              <a:buClr>
                <a:schemeClr val="dk1"/>
              </a:buClr>
              <a:buSzPts val="1620"/>
              <a:buChar char="·"/>
              <a:defRPr/>
            </a:lvl4pPr>
            <a:lvl5pPr marL="2286000" lvl="4" indent="-331470" algn="l">
              <a:lnSpc>
                <a:spcPct val="100000"/>
              </a:lnSpc>
              <a:spcBef>
                <a:spcPts val="360"/>
              </a:spcBef>
              <a:spcAft>
                <a:spcPts val="0"/>
              </a:spcAft>
              <a:buClr>
                <a:schemeClr val="dk1"/>
              </a:buClr>
              <a:buSzPts val="162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353" name="Google Shape;353;p40"/>
          <p:cNvSpPr txBox="1">
            <a:spLocks noGrp="1"/>
          </p:cNvSpPr>
          <p:nvPr>
            <p:ph type="body" idx="22"/>
          </p:nvPr>
        </p:nvSpPr>
        <p:spPr>
          <a:xfrm>
            <a:off x="584200" y="3789040"/>
            <a:ext cx="1595439" cy="581025"/>
          </a:xfrm>
          <a:prstGeom prst="rect">
            <a:avLst/>
          </a:prstGeom>
          <a:noFill/>
          <a:ln>
            <a:noFill/>
          </a:ln>
        </p:spPr>
        <p:txBody>
          <a:bodyPr spcFirstLastPara="1" wrap="square" lIns="90000" tIns="46800" rIns="90000" bIns="46800" anchor="ctr" anchorCtr="0">
            <a:noAutofit/>
          </a:bodyPr>
          <a:lstStyle>
            <a:lvl1pPr marL="457200" lvl="0" indent="-228600" algn="l">
              <a:lnSpc>
                <a:spcPct val="100000"/>
              </a:lnSpc>
              <a:spcBef>
                <a:spcPts val="400"/>
              </a:spcBef>
              <a:spcAft>
                <a:spcPts val="0"/>
              </a:spcAft>
              <a:buClr>
                <a:schemeClr val="dk2"/>
              </a:buClr>
              <a:buSzPts val="1800"/>
              <a:buNone/>
              <a:defRPr sz="2000">
                <a:solidFill>
                  <a:schemeClr val="dk2"/>
                </a:solidFill>
                <a:latin typeface="Quattrocento Sans"/>
                <a:ea typeface="Quattrocento Sans"/>
                <a:cs typeface="Quattrocento Sans"/>
                <a:sym typeface="Quattrocento Sans"/>
              </a:defRPr>
            </a:lvl1pPr>
            <a:lvl2pPr marL="914400" lvl="1" indent="-228600" algn="ctr">
              <a:lnSpc>
                <a:spcPct val="100000"/>
              </a:lnSpc>
              <a:spcBef>
                <a:spcPts val="400"/>
              </a:spcBef>
              <a:spcAft>
                <a:spcPts val="0"/>
              </a:spcAft>
              <a:buClr>
                <a:schemeClr val="lt1"/>
              </a:buClr>
              <a:buSzPts val="1800"/>
              <a:buNone/>
              <a:defRPr>
                <a:solidFill>
                  <a:schemeClr val="lt1"/>
                </a:solidFill>
                <a:latin typeface="Quattrocento Sans"/>
                <a:ea typeface="Quattrocento Sans"/>
                <a:cs typeface="Quattrocento Sans"/>
                <a:sym typeface="Quattrocento Sans"/>
              </a:defRPr>
            </a:lvl2pPr>
            <a:lvl3pPr marL="1371600" lvl="2" indent="-331469" algn="l">
              <a:lnSpc>
                <a:spcPct val="100000"/>
              </a:lnSpc>
              <a:spcBef>
                <a:spcPts val="360"/>
              </a:spcBef>
              <a:spcAft>
                <a:spcPts val="0"/>
              </a:spcAft>
              <a:buClr>
                <a:schemeClr val="dk1"/>
              </a:buClr>
              <a:buSzPts val="1620"/>
              <a:buChar char="·"/>
              <a:defRPr/>
            </a:lvl3pPr>
            <a:lvl4pPr marL="1828800" lvl="3" indent="-331469" algn="l">
              <a:lnSpc>
                <a:spcPct val="100000"/>
              </a:lnSpc>
              <a:spcBef>
                <a:spcPts val="360"/>
              </a:spcBef>
              <a:spcAft>
                <a:spcPts val="0"/>
              </a:spcAft>
              <a:buClr>
                <a:schemeClr val="dk1"/>
              </a:buClr>
              <a:buSzPts val="1620"/>
              <a:buChar char="·"/>
              <a:defRPr/>
            </a:lvl4pPr>
            <a:lvl5pPr marL="2286000" lvl="4" indent="-331470" algn="l">
              <a:lnSpc>
                <a:spcPct val="100000"/>
              </a:lnSpc>
              <a:spcBef>
                <a:spcPts val="360"/>
              </a:spcBef>
              <a:spcAft>
                <a:spcPts val="0"/>
              </a:spcAft>
              <a:buClr>
                <a:schemeClr val="dk1"/>
              </a:buClr>
              <a:buSzPts val="162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354" name="Google Shape;354;p40"/>
          <p:cNvSpPr txBox="1">
            <a:spLocks noGrp="1"/>
          </p:cNvSpPr>
          <p:nvPr>
            <p:ph type="body" idx="23"/>
          </p:nvPr>
        </p:nvSpPr>
        <p:spPr>
          <a:xfrm>
            <a:off x="2470150" y="3789040"/>
            <a:ext cx="1595438" cy="581025"/>
          </a:xfrm>
          <a:prstGeom prst="rect">
            <a:avLst/>
          </a:prstGeom>
          <a:noFill/>
          <a:ln>
            <a:noFill/>
          </a:ln>
        </p:spPr>
        <p:txBody>
          <a:bodyPr spcFirstLastPara="1" wrap="square" lIns="90000" tIns="46800" rIns="90000" bIns="46800" anchor="ctr" anchorCtr="0">
            <a:noAutofit/>
          </a:bodyPr>
          <a:lstStyle>
            <a:lvl1pPr marL="457200" lvl="0" indent="-228600" algn="l">
              <a:lnSpc>
                <a:spcPct val="100000"/>
              </a:lnSpc>
              <a:spcBef>
                <a:spcPts val="400"/>
              </a:spcBef>
              <a:spcAft>
                <a:spcPts val="0"/>
              </a:spcAft>
              <a:buClr>
                <a:schemeClr val="dk2"/>
              </a:buClr>
              <a:buSzPts val="1800"/>
              <a:buNone/>
              <a:defRPr sz="2000">
                <a:solidFill>
                  <a:schemeClr val="dk2"/>
                </a:solidFill>
                <a:latin typeface="Quattrocento Sans"/>
                <a:ea typeface="Quattrocento Sans"/>
                <a:cs typeface="Quattrocento Sans"/>
                <a:sym typeface="Quattrocento Sans"/>
              </a:defRPr>
            </a:lvl1pPr>
            <a:lvl2pPr marL="914400" lvl="1" indent="-228600" algn="ctr">
              <a:lnSpc>
                <a:spcPct val="100000"/>
              </a:lnSpc>
              <a:spcBef>
                <a:spcPts val="400"/>
              </a:spcBef>
              <a:spcAft>
                <a:spcPts val="0"/>
              </a:spcAft>
              <a:buClr>
                <a:schemeClr val="lt1"/>
              </a:buClr>
              <a:buSzPts val="1800"/>
              <a:buNone/>
              <a:defRPr>
                <a:solidFill>
                  <a:schemeClr val="lt1"/>
                </a:solidFill>
                <a:latin typeface="Quattrocento Sans"/>
                <a:ea typeface="Quattrocento Sans"/>
                <a:cs typeface="Quattrocento Sans"/>
                <a:sym typeface="Quattrocento Sans"/>
              </a:defRPr>
            </a:lvl2pPr>
            <a:lvl3pPr marL="1371600" lvl="2" indent="-331469" algn="l">
              <a:lnSpc>
                <a:spcPct val="100000"/>
              </a:lnSpc>
              <a:spcBef>
                <a:spcPts val="360"/>
              </a:spcBef>
              <a:spcAft>
                <a:spcPts val="0"/>
              </a:spcAft>
              <a:buClr>
                <a:schemeClr val="dk1"/>
              </a:buClr>
              <a:buSzPts val="1620"/>
              <a:buChar char="·"/>
              <a:defRPr/>
            </a:lvl3pPr>
            <a:lvl4pPr marL="1828800" lvl="3" indent="-331469" algn="l">
              <a:lnSpc>
                <a:spcPct val="100000"/>
              </a:lnSpc>
              <a:spcBef>
                <a:spcPts val="360"/>
              </a:spcBef>
              <a:spcAft>
                <a:spcPts val="0"/>
              </a:spcAft>
              <a:buClr>
                <a:schemeClr val="dk1"/>
              </a:buClr>
              <a:buSzPts val="1620"/>
              <a:buChar char="·"/>
              <a:defRPr/>
            </a:lvl4pPr>
            <a:lvl5pPr marL="2286000" lvl="4" indent="-331470" algn="l">
              <a:lnSpc>
                <a:spcPct val="100000"/>
              </a:lnSpc>
              <a:spcBef>
                <a:spcPts val="360"/>
              </a:spcBef>
              <a:spcAft>
                <a:spcPts val="0"/>
              </a:spcAft>
              <a:buClr>
                <a:schemeClr val="dk1"/>
              </a:buClr>
              <a:buSzPts val="162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355" name="Google Shape;355;p40"/>
          <p:cNvSpPr txBox="1">
            <a:spLocks noGrp="1"/>
          </p:cNvSpPr>
          <p:nvPr>
            <p:ph type="body" idx="24"/>
          </p:nvPr>
        </p:nvSpPr>
        <p:spPr>
          <a:xfrm>
            <a:off x="4367808" y="3789040"/>
            <a:ext cx="1595438" cy="581025"/>
          </a:xfrm>
          <a:prstGeom prst="rect">
            <a:avLst/>
          </a:prstGeom>
          <a:noFill/>
          <a:ln>
            <a:noFill/>
          </a:ln>
        </p:spPr>
        <p:txBody>
          <a:bodyPr spcFirstLastPara="1" wrap="square" lIns="90000" tIns="46800" rIns="90000" bIns="46800" anchor="ctr" anchorCtr="0">
            <a:noAutofit/>
          </a:bodyPr>
          <a:lstStyle>
            <a:lvl1pPr marL="457200" lvl="0" indent="-228600" algn="l">
              <a:lnSpc>
                <a:spcPct val="100000"/>
              </a:lnSpc>
              <a:spcBef>
                <a:spcPts val="400"/>
              </a:spcBef>
              <a:spcAft>
                <a:spcPts val="0"/>
              </a:spcAft>
              <a:buClr>
                <a:schemeClr val="dk2"/>
              </a:buClr>
              <a:buSzPts val="1800"/>
              <a:buNone/>
              <a:defRPr sz="2000">
                <a:solidFill>
                  <a:schemeClr val="dk2"/>
                </a:solidFill>
                <a:latin typeface="Quattrocento Sans"/>
                <a:ea typeface="Quattrocento Sans"/>
                <a:cs typeface="Quattrocento Sans"/>
                <a:sym typeface="Quattrocento Sans"/>
              </a:defRPr>
            </a:lvl1pPr>
            <a:lvl2pPr marL="914400" lvl="1" indent="-228600" algn="ctr">
              <a:lnSpc>
                <a:spcPct val="100000"/>
              </a:lnSpc>
              <a:spcBef>
                <a:spcPts val="400"/>
              </a:spcBef>
              <a:spcAft>
                <a:spcPts val="0"/>
              </a:spcAft>
              <a:buClr>
                <a:schemeClr val="lt1"/>
              </a:buClr>
              <a:buSzPts val="1800"/>
              <a:buNone/>
              <a:defRPr>
                <a:solidFill>
                  <a:schemeClr val="lt1"/>
                </a:solidFill>
                <a:latin typeface="Quattrocento Sans"/>
                <a:ea typeface="Quattrocento Sans"/>
                <a:cs typeface="Quattrocento Sans"/>
                <a:sym typeface="Quattrocento Sans"/>
              </a:defRPr>
            </a:lvl2pPr>
            <a:lvl3pPr marL="1371600" lvl="2" indent="-331469" algn="l">
              <a:lnSpc>
                <a:spcPct val="100000"/>
              </a:lnSpc>
              <a:spcBef>
                <a:spcPts val="360"/>
              </a:spcBef>
              <a:spcAft>
                <a:spcPts val="0"/>
              </a:spcAft>
              <a:buClr>
                <a:schemeClr val="dk1"/>
              </a:buClr>
              <a:buSzPts val="1620"/>
              <a:buChar char="·"/>
              <a:defRPr/>
            </a:lvl3pPr>
            <a:lvl4pPr marL="1828800" lvl="3" indent="-331469" algn="l">
              <a:lnSpc>
                <a:spcPct val="100000"/>
              </a:lnSpc>
              <a:spcBef>
                <a:spcPts val="360"/>
              </a:spcBef>
              <a:spcAft>
                <a:spcPts val="0"/>
              </a:spcAft>
              <a:buClr>
                <a:schemeClr val="dk1"/>
              </a:buClr>
              <a:buSzPts val="1620"/>
              <a:buChar char="·"/>
              <a:defRPr/>
            </a:lvl4pPr>
            <a:lvl5pPr marL="2286000" lvl="4" indent="-331470" algn="l">
              <a:lnSpc>
                <a:spcPct val="100000"/>
              </a:lnSpc>
              <a:spcBef>
                <a:spcPts val="360"/>
              </a:spcBef>
              <a:spcAft>
                <a:spcPts val="0"/>
              </a:spcAft>
              <a:buClr>
                <a:schemeClr val="dk1"/>
              </a:buClr>
              <a:buSzPts val="162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356" name="Google Shape;356;p40"/>
          <p:cNvSpPr txBox="1">
            <a:spLocks noGrp="1"/>
          </p:cNvSpPr>
          <p:nvPr>
            <p:ph type="body" idx="25"/>
          </p:nvPr>
        </p:nvSpPr>
        <p:spPr>
          <a:xfrm>
            <a:off x="6240016" y="3789040"/>
            <a:ext cx="1595438" cy="581025"/>
          </a:xfrm>
          <a:prstGeom prst="rect">
            <a:avLst/>
          </a:prstGeom>
          <a:noFill/>
          <a:ln>
            <a:noFill/>
          </a:ln>
        </p:spPr>
        <p:txBody>
          <a:bodyPr spcFirstLastPara="1" wrap="square" lIns="90000" tIns="46800" rIns="90000" bIns="46800" anchor="ctr" anchorCtr="0">
            <a:noAutofit/>
          </a:bodyPr>
          <a:lstStyle>
            <a:lvl1pPr marL="457200" lvl="0" indent="-228600" algn="l">
              <a:lnSpc>
                <a:spcPct val="100000"/>
              </a:lnSpc>
              <a:spcBef>
                <a:spcPts val="400"/>
              </a:spcBef>
              <a:spcAft>
                <a:spcPts val="0"/>
              </a:spcAft>
              <a:buClr>
                <a:schemeClr val="dk2"/>
              </a:buClr>
              <a:buSzPts val="1800"/>
              <a:buNone/>
              <a:defRPr sz="2000">
                <a:solidFill>
                  <a:schemeClr val="dk2"/>
                </a:solidFill>
                <a:latin typeface="Quattrocento Sans"/>
                <a:ea typeface="Quattrocento Sans"/>
                <a:cs typeface="Quattrocento Sans"/>
                <a:sym typeface="Quattrocento Sans"/>
              </a:defRPr>
            </a:lvl1pPr>
            <a:lvl2pPr marL="914400" lvl="1" indent="-228600" algn="ctr">
              <a:lnSpc>
                <a:spcPct val="100000"/>
              </a:lnSpc>
              <a:spcBef>
                <a:spcPts val="400"/>
              </a:spcBef>
              <a:spcAft>
                <a:spcPts val="0"/>
              </a:spcAft>
              <a:buClr>
                <a:schemeClr val="lt1"/>
              </a:buClr>
              <a:buSzPts val="1800"/>
              <a:buNone/>
              <a:defRPr>
                <a:solidFill>
                  <a:schemeClr val="lt1"/>
                </a:solidFill>
                <a:latin typeface="Quattrocento Sans"/>
                <a:ea typeface="Quattrocento Sans"/>
                <a:cs typeface="Quattrocento Sans"/>
                <a:sym typeface="Quattrocento Sans"/>
              </a:defRPr>
            </a:lvl2pPr>
            <a:lvl3pPr marL="1371600" lvl="2" indent="-331469" algn="l">
              <a:lnSpc>
                <a:spcPct val="100000"/>
              </a:lnSpc>
              <a:spcBef>
                <a:spcPts val="360"/>
              </a:spcBef>
              <a:spcAft>
                <a:spcPts val="0"/>
              </a:spcAft>
              <a:buClr>
                <a:schemeClr val="dk1"/>
              </a:buClr>
              <a:buSzPts val="1620"/>
              <a:buChar char="·"/>
              <a:defRPr/>
            </a:lvl3pPr>
            <a:lvl4pPr marL="1828800" lvl="3" indent="-331469" algn="l">
              <a:lnSpc>
                <a:spcPct val="100000"/>
              </a:lnSpc>
              <a:spcBef>
                <a:spcPts val="360"/>
              </a:spcBef>
              <a:spcAft>
                <a:spcPts val="0"/>
              </a:spcAft>
              <a:buClr>
                <a:schemeClr val="dk1"/>
              </a:buClr>
              <a:buSzPts val="1620"/>
              <a:buChar char="·"/>
              <a:defRPr/>
            </a:lvl4pPr>
            <a:lvl5pPr marL="2286000" lvl="4" indent="-331470" algn="l">
              <a:lnSpc>
                <a:spcPct val="100000"/>
              </a:lnSpc>
              <a:spcBef>
                <a:spcPts val="360"/>
              </a:spcBef>
              <a:spcAft>
                <a:spcPts val="0"/>
              </a:spcAft>
              <a:buClr>
                <a:schemeClr val="dk1"/>
              </a:buClr>
              <a:buSzPts val="162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357" name="Google Shape;357;p40"/>
          <p:cNvSpPr txBox="1">
            <a:spLocks noGrp="1"/>
          </p:cNvSpPr>
          <p:nvPr>
            <p:ph type="body" idx="26"/>
          </p:nvPr>
        </p:nvSpPr>
        <p:spPr>
          <a:xfrm>
            <a:off x="8128000" y="3789040"/>
            <a:ext cx="1595438" cy="581025"/>
          </a:xfrm>
          <a:prstGeom prst="rect">
            <a:avLst/>
          </a:prstGeom>
          <a:noFill/>
          <a:ln>
            <a:noFill/>
          </a:ln>
        </p:spPr>
        <p:txBody>
          <a:bodyPr spcFirstLastPara="1" wrap="square" lIns="90000" tIns="46800" rIns="90000" bIns="46800" anchor="ctr" anchorCtr="0">
            <a:noAutofit/>
          </a:bodyPr>
          <a:lstStyle>
            <a:lvl1pPr marL="457200" lvl="0" indent="-228600" algn="l">
              <a:lnSpc>
                <a:spcPct val="100000"/>
              </a:lnSpc>
              <a:spcBef>
                <a:spcPts val="400"/>
              </a:spcBef>
              <a:spcAft>
                <a:spcPts val="0"/>
              </a:spcAft>
              <a:buClr>
                <a:schemeClr val="dk2"/>
              </a:buClr>
              <a:buSzPts val="1800"/>
              <a:buNone/>
              <a:defRPr sz="2000">
                <a:solidFill>
                  <a:schemeClr val="dk2"/>
                </a:solidFill>
                <a:latin typeface="Quattrocento Sans"/>
                <a:ea typeface="Quattrocento Sans"/>
                <a:cs typeface="Quattrocento Sans"/>
                <a:sym typeface="Quattrocento Sans"/>
              </a:defRPr>
            </a:lvl1pPr>
            <a:lvl2pPr marL="914400" lvl="1" indent="-228600" algn="ctr">
              <a:lnSpc>
                <a:spcPct val="100000"/>
              </a:lnSpc>
              <a:spcBef>
                <a:spcPts val="400"/>
              </a:spcBef>
              <a:spcAft>
                <a:spcPts val="0"/>
              </a:spcAft>
              <a:buClr>
                <a:schemeClr val="lt1"/>
              </a:buClr>
              <a:buSzPts val="1800"/>
              <a:buNone/>
              <a:defRPr>
                <a:solidFill>
                  <a:schemeClr val="lt1"/>
                </a:solidFill>
                <a:latin typeface="Quattrocento Sans"/>
                <a:ea typeface="Quattrocento Sans"/>
                <a:cs typeface="Quattrocento Sans"/>
                <a:sym typeface="Quattrocento Sans"/>
              </a:defRPr>
            </a:lvl2pPr>
            <a:lvl3pPr marL="1371600" lvl="2" indent="-331469" algn="l">
              <a:lnSpc>
                <a:spcPct val="100000"/>
              </a:lnSpc>
              <a:spcBef>
                <a:spcPts val="360"/>
              </a:spcBef>
              <a:spcAft>
                <a:spcPts val="0"/>
              </a:spcAft>
              <a:buClr>
                <a:schemeClr val="dk1"/>
              </a:buClr>
              <a:buSzPts val="1620"/>
              <a:buChar char="·"/>
              <a:defRPr/>
            </a:lvl3pPr>
            <a:lvl4pPr marL="1828800" lvl="3" indent="-331469" algn="l">
              <a:lnSpc>
                <a:spcPct val="100000"/>
              </a:lnSpc>
              <a:spcBef>
                <a:spcPts val="360"/>
              </a:spcBef>
              <a:spcAft>
                <a:spcPts val="0"/>
              </a:spcAft>
              <a:buClr>
                <a:schemeClr val="dk1"/>
              </a:buClr>
              <a:buSzPts val="1620"/>
              <a:buChar char="·"/>
              <a:defRPr/>
            </a:lvl4pPr>
            <a:lvl5pPr marL="2286000" lvl="4" indent="-331470" algn="l">
              <a:lnSpc>
                <a:spcPct val="100000"/>
              </a:lnSpc>
              <a:spcBef>
                <a:spcPts val="360"/>
              </a:spcBef>
              <a:spcAft>
                <a:spcPts val="0"/>
              </a:spcAft>
              <a:buClr>
                <a:schemeClr val="dk1"/>
              </a:buClr>
              <a:buSzPts val="162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358" name="Google Shape;358;p40"/>
          <p:cNvSpPr txBox="1">
            <a:spLocks noGrp="1"/>
          </p:cNvSpPr>
          <p:nvPr>
            <p:ph type="body" idx="27"/>
          </p:nvPr>
        </p:nvSpPr>
        <p:spPr>
          <a:xfrm>
            <a:off x="10013950" y="3789040"/>
            <a:ext cx="1595438" cy="581025"/>
          </a:xfrm>
          <a:prstGeom prst="rect">
            <a:avLst/>
          </a:prstGeom>
          <a:noFill/>
          <a:ln>
            <a:noFill/>
          </a:ln>
        </p:spPr>
        <p:txBody>
          <a:bodyPr spcFirstLastPara="1" wrap="square" lIns="90000" tIns="46800" rIns="90000" bIns="46800" anchor="ctr" anchorCtr="0">
            <a:noAutofit/>
          </a:bodyPr>
          <a:lstStyle>
            <a:lvl1pPr marL="457200" lvl="0" indent="-228600" algn="l">
              <a:lnSpc>
                <a:spcPct val="100000"/>
              </a:lnSpc>
              <a:spcBef>
                <a:spcPts val="400"/>
              </a:spcBef>
              <a:spcAft>
                <a:spcPts val="0"/>
              </a:spcAft>
              <a:buClr>
                <a:schemeClr val="dk2"/>
              </a:buClr>
              <a:buSzPts val="1800"/>
              <a:buNone/>
              <a:defRPr sz="2000">
                <a:solidFill>
                  <a:schemeClr val="dk2"/>
                </a:solidFill>
                <a:latin typeface="Quattrocento Sans"/>
                <a:ea typeface="Quattrocento Sans"/>
                <a:cs typeface="Quattrocento Sans"/>
                <a:sym typeface="Quattrocento Sans"/>
              </a:defRPr>
            </a:lvl1pPr>
            <a:lvl2pPr marL="914400" lvl="1" indent="-228600" algn="ctr">
              <a:lnSpc>
                <a:spcPct val="100000"/>
              </a:lnSpc>
              <a:spcBef>
                <a:spcPts val="400"/>
              </a:spcBef>
              <a:spcAft>
                <a:spcPts val="0"/>
              </a:spcAft>
              <a:buClr>
                <a:schemeClr val="lt1"/>
              </a:buClr>
              <a:buSzPts val="1800"/>
              <a:buNone/>
              <a:defRPr>
                <a:solidFill>
                  <a:schemeClr val="lt1"/>
                </a:solidFill>
                <a:latin typeface="Quattrocento Sans"/>
                <a:ea typeface="Quattrocento Sans"/>
                <a:cs typeface="Quattrocento Sans"/>
                <a:sym typeface="Quattrocento Sans"/>
              </a:defRPr>
            </a:lvl2pPr>
            <a:lvl3pPr marL="1371600" lvl="2" indent="-331469" algn="l">
              <a:lnSpc>
                <a:spcPct val="100000"/>
              </a:lnSpc>
              <a:spcBef>
                <a:spcPts val="360"/>
              </a:spcBef>
              <a:spcAft>
                <a:spcPts val="0"/>
              </a:spcAft>
              <a:buClr>
                <a:schemeClr val="dk1"/>
              </a:buClr>
              <a:buSzPts val="1620"/>
              <a:buChar char="·"/>
              <a:defRPr/>
            </a:lvl3pPr>
            <a:lvl4pPr marL="1828800" lvl="3" indent="-331469" algn="l">
              <a:lnSpc>
                <a:spcPct val="100000"/>
              </a:lnSpc>
              <a:spcBef>
                <a:spcPts val="360"/>
              </a:spcBef>
              <a:spcAft>
                <a:spcPts val="0"/>
              </a:spcAft>
              <a:buClr>
                <a:schemeClr val="dk1"/>
              </a:buClr>
              <a:buSzPts val="1620"/>
              <a:buChar char="·"/>
              <a:defRPr/>
            </a:lvl4pPr>
            <a:lvl5pPr marL="2286000" lvl="4" indent="-331470" algn="l">
              <a:lnSpc>
                <a:spcPct val="100000"/>
              </a:lnSpc>
              <a:spcBef>
                <a:spcPts val="360"/>
              </a:spcBef>
              <a:spcAft>
                <a:spcPts val="0"/>
              </a:spcAft>
              <a:buClr>
                <a:schemeClr val="dk1"/>
              </a:buClr>
              <a:buSzPts val="162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Tree>
  </p:cSld>
  <p:clrMapOvr>
    <a:masterClrMapping/>
  </p:clrMapOvr>
  <p:transition>
    <p:fade/>
  </p:transition>
  <p:extLst>
    <p:ext uri="{DCECCB84-F9BA-43D5-87BE-67443E8EF086}">
      <p15:sldGuideLst xmlns:p15="http://schemas.microsoft.com/office/powerpoint/2012/main">
        <p15:guide id="1" pos="1373">
          <p15:clr>
            <a:srgbClr val="A4A3A4"/>
          </p15:clr>
        </p15:guide>
        <p15:guide id="2" pos="1556">
          <p15:clr>
            <a:srgbClr val="A4A3A4"/>
          </p15:clr>
        </p15:guide>
        <p15:guide id="3" pos="2561">
          <p15:clr>
            <a:srgbClr val="A4A3A4"/>
          </p15:clr>
        </p15:guide>
        <p15:guide id="4" pos="2744">
          <p15:clr>
            <a:srgbClr val="A4A3A4"/>
          </p15:clr>
        </p15:guide>
        <p15:guide id="5" pos="3754">
          <p15:clr>
            <a:srgbClr val="A4A3A4"/>
          </p15:clr>
        </p15:guide>
        <p15:guide id="6" pos="3931">
          <p15:clr>
            <a:srgbClr val="A4A3A4"/>
          </p15:clr>
        </p15:guide>
        <p15:guide id="7" pos="4937">
          <p15:clr>
            <a:srgbClr val="A4A3A4"/>
          </p15:clr>
        </p15:guide>
        <p15:guide id="8" pos="5120">
          <p15:clr>
            <a:srgbClr val="A4A3A4"/>
          </p15:clr>
        </p15:guide>
        <p15:guide id="9" pos="6123">
          <p15:clr>
            <a:srgbClr val="A4A3A4"/>
          </p15:clr>
        </p15:guide>
        <p15:guide id="10" pos="6308">
          <p15:clr>
            <a:srgbClr val="A4A3A4"/>
          </p15:clr>
        </p15:guide>
        <p15:guide id="11" orient="horz" pos="905">
          <p15:clr>
            <a:srgbClr val="5ACBF0"/>
          </p15:clr>
        </p15:guide>
        <p15:guide id="12" orient="horz" pos="1271">
          <p15:clr>
            <a:srgbClr val="5ACBF0"/>
          </p15:clr>
        </p15:guide>
        <p15:guide id="13" orient="horz" pos="288">
          <p15:clr>
            <a:srgbClr val="5ACBF0"/>
          </p15:clr>
        </p15:guide>
        <p15:guide id="14" orient="horz" pos="2387">
          <p15:clr>
            <a:srgbClr val="FBAE40"/>
          </p15:clr>
        </p15:guide>
        <p15:guide id="15" orient="horz" pos="2750">
          <p15:clr>
            <a:srgbClr val="FBAE4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matchingName="12_Header Line 12 Months">
  <p:cSld name="12_Header Line 12 Months">
    <p:bg>
      <p:bgPr>
        <a:solidFill>
          <a:schemeClr val="dk2"/>
        </a:solidFill>
        <a:effectLst/>
      </p:bgPr>
    </p:bg>
    <p:spTree>
      <p:nvGrpSpPr>
        <p:cNvPr id="1" name="Shape 359"/>
        <p:cNvGrpSpPr/>
        <p:nvPr/>
      </p:nvGrpSpPr>
      <p:grpSpPr>
        <a:xfrm>
          <a:off x="0" y="0"/>
          <a:ext cx="0" cy="0"/>
          <a:chOff x="0" y="0"/>
          <a:chExt cx="0" cy="0"/>
        </a:xfrm>
      </p:grpSpPr>
      <p:sp>
        <p:nvSpPr>
          <p:cNvPr id="360" name="Google Shape;360;p41"/>
          <p:cNvSpPr txBox="1">
            <a:spLocks noGrp="1"/>
          </p:cNvSpPr>
          <p:nvPr>
            <p:ph type="title"/>
          </p:nvPr>
        </p:nvSpPr>
        <p:spPr>
          <a:xfrm>
            <a:off x="588263" y="457200"/>
            <a:ext cx="11018520" cy="553998"/>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Clr>
                <a:schemeClr val="accent3"/>
              </a:buClr>
              <a:buSzPts val="3600"/>
              <a:buFont typeface="Quattrocento Sans"/>
              <a:buNone/>
              <a:defRPr>
                <a:solidFill>
                  <a:schemeClr val="accent3"/>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61" name="Google Shape;361;p41"/>
          <p:cNvSpPr txBox="1">
            <a:spLocks noGrp="1"/>
          </p:cNvSpPr>
          <p:nvPr>
            <p:ph type="body" idx="1"/>
          </p:nvPr>
        </p:nvSpPr>
        <p:spPr>
          <a:xfrm>
            <a:off x="584200" y="2137143"/>
            <a:ext cx="1595438" cy="646331"/>
          </a:xfrm>
          <a:prstGeom prst="rect">
            <a:avLst/>
          </a:prstGeom>
          <a:noFill/>
          <a:ln>
            <a:noFill/>
          </a:ln>
        </p:spPr>
        <p:txBody>
          <a:bodyPr spcFirstLastPara="1" wrap="square" lIns="90000" tIns="0" rIns="0" bIns="0" anchor="t" anchorCtr="0">
            <a:spAutoFit/>
          </a:bodyPr>
          <a:lstStyle>
            <a:lvl1pPr marL="457200" lvl="0" indent="-308610" algn="l">
              <a:lnSpc>
                <a:spcPct val="100000"/>
              </a:lnSpc>
              <a:spcBef>
                <a:spcPts val="280"/>
              </a:spcBef>
              <a:spcAft>
                <a:spcPts val="0"/>
              </a:spcAft>
              <a:buClr>
                <a:schemeClr val="lt2"/>
              </a:buClr>
              <a:buSzPts val="1260"/>
              <a:buFont typeface="Noto Sans Symbols"/>
              <a:buChar char="·"/>
              <a:defRPr sz="1400">
                <a:solidFill>
                  <a:schemeClr val="lt2"/>
                </a:solidFill>
              </a:defRPr>
            </a:lvl1pPr>
            <a:lvl2pPr marL="914400" lvl="1" indent="-331469" algn="l">
              <a:lnSpc>
                <a:spcPct val="100000"/>
              </a:lnSpc>
              <a:spcBef>
                <a:spcPts val="360"/>
              </a:spcBef>
              <a:spcAft>
                <a:spcPts val="0"/>
              </a:spcAft>
              <a:buClr>
                <a:schemeClr val="lt1"/>
              </a:buClr>
              <a:buSzPts val="1620"/>
              <a:buChar char="·"/>
              <a:defRPr sz="1800">
                <a:solidFill>
                  <a:schemeClr val="lt1"/>
                </a:solidFill>
              </a:defRPr>
            </a:lvl2pPr>
            <a:lvl3pPr marL="1371600" lvl="2" indent="-331469" algn="l">
              <a:lnSpc>
                <a:spcPct val="100000"/>
              </a:lnSpc>
              <a:spcBef>
                <a:spcPts val="360"/>
              </a:spcBef>
              <a:spcAft>
                <a:spcPts val="0"/>
              </a:spcAft>
              <a:buClr>
                <a:schemeClr val="lt1"/>
              </a:buClr>
              <a:buSzPts val="1620"/>
              <a:buChar char="·"/>
              <a:defRPr sz="1800">
                <a:solidFill>
                  <a:schemeClr val="lt1"/>
                </a:solidFill>
              </a:defRPr>
            </a:lvl3pPr>
            <a:lvl4pPr marL="1828800" lvl="3" indent="-331469" algn="l">
              <a:lnSpc>
                <a:spcPct val="100000"/>
              </a:lnSpc>
              <a:spcBef>
                <a:spcPts val="360"/>
              </a:spcBef>
              <a:spcAft>
                <a:spcPts val="0"/>
              </a:spcAft>
              <a:buClr>
                <a:schemeClr val="lt1"/>
              </a:buClr>
              <a:buSzPts val="1620"/>
              <a:buChar char="·"/>
              <a:defRPr sz="1800">
                <a:solidFill>
                  <a:schemeClr val="lt1"/>
                </a:solidFill>
              </a:defRPr>
            </a:lvl4pPr>
            <a:lvl5pPr marL="2286000" lvl="4" indent="-331470" algn="l">
              <a:lnSpc>
                <a:spcPct val="100000"/>
              </a:lnSpc>
              <a:spcBef>
                <a:spcPts val="360"/>
              </a:spcBef>
              <a:spcAft>
                <a:spcPts val="0"/>
              </a:spcAft>
              <a:buClr>
                <a:schemeClr val="lt1"/>
              </a:buClr>
              <a:buSzPts val="1620"/>
              <a:buChar char="·"/>
              <a:defRPr sz="1800">
                <a:solidFill>
                  <a:schemeClr val="lt1"/>
                </a:solidFill>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362" name="Google Shape;362;p41"/>
          <p:cNvSpPr txBox="1">
            <a:spLocks noGrp="1"/>
          </p:cNvSpPr>
          <p:nvPr>
            <p:ph type="body" idx="2"/>
          </p:nvPr>
        </p:nvSpPr>
        <p:spPr>
          <a:xfrm>
            <a:off x="2470150" y="2137143"/>
            <a:ext cx="1595438" cy="646331"/>
          </a:xfrm>
          <a:prstGeom prst="rect">
            <a:avLst/>
          </a:prstGeom>
          <a:noFill/>
          <a:ln>
            <a:noFill/>
          </a:ln>
        </p:spPr>
        <p:txBody>
          <a:bodyPr spcFirstLastPara="1" wrap="square" lIns="90000" tIns="0" rIns="0" bIns="0" anchor="t" anchorCtr="0">
            <a:spAutoFit/>
          </a:bodyPr>
          <a:lstStyle>
            <a:lvl1pPr marL="457200" lvl="0" indent="-308610" algn="l">
              <a:lnSpc>
                <a:spcPct val="100000"/>
              </a:lnSpc>
              <a:spcBef>
                <a:spcPts val="280"/>
              </a:spcBef>
              <a:spcAft>
                <a:spcPts val="0"/>
              </a:spcAft>
              <a:buClr>
                <a:schemeClr val="lt2"/>
              </a:buClr>
              <a:buSzPts val="1260"/>
              <a:buFont typeface="Noto Sans Symbols"/>
              <a:buChar char="·"/>
              <a:defRPr sz="1400">
                <a:solidFill>
                  <a:schemeClr val="lt2"/>
                </a:solidFill>
              </a:defRPr>
            </a:lvl1pPr>
            <a:lvl2pPr marL="914400" lvl="1" indent="-331469" algn="l">
              <a:lnSpc>
                <a:spcPct val="100000"/>
              </a:lnSpc>
              <a:spcBef>
                <a:spcPts val="360"/>
              </a:spcBef>
              <a:spcAft>
                <a:spcPts val="0"/>
              </a:spcAft>
              <a:buClr>
                <a:schemeClr val="lt1"/>
              </a:buClr>
              <a:buSzPts val="1620"/>
              <a:buChar char="·"/>
              <a:defRPr sz="1800">
                <a:solidFill>
                  <a:schemeClr val="lt1"/>
                </a:solidFill>
              </a:defRPr>
            </a:lvl2pPr>
            <a:lvl3pPr marL="1371600" lvl="2" indent="-331469" algn="l">
              <a:lnSpc>
                <a:spcPct val="100000"/>
              </a:lnSpc>
              <a:spcBef>
                <a:spcPts val="360"/>
              </a:spcBef>
              <a:spcAft>
                <a:spcPts val="0"/>
              </a:spcAft>
              <a:buClr>
                <a:schemeClr val="lt1"/>
              </a:buClr>
              <a:buSzPts val="1620"/>
              <a:buChar char="·"/>
              <a:defRPr sz="1800">
                <a:solidFill>
                  <a:schemeClr val="lt1"/>
                </a:solidFill>
              </a:defRPr>
            </a:lvl3pPr>
            <a:lvl4pPr marL="1828800" lvl="3" indent="-331469" algn="l">
              <a:lnSpc>
                <a:spcPct val="100000"/>
              </a:lnSpc>
              <a:spcBef>
                <a:spcPts val="360"/>
              </a:spcBef>
              <a:spcAft>
                <a:spcPts val="0"/>
              </a:spcAft>
              <a:buClr>
                <a:schemeClr val="lt1"/>
              </a:buClr>
              <a:buSzPts val="1620"/>
              <a:buChar char="·"/>
              <a:defRPr sz="1800">
                <a:solidFill>
                  <a:schemeClr val="lt1"/>
                </a:solidFill>
              </a:defRPr>
            </a:lvl4pPr>
            <a:lvl5pPr marL="2286000" lvl="4" indent="-331470" algn="l">
              <a:lnSpc>
                <a:spcPct val="100000"/>
              </a:lnSpc>
              <a:spcBef>
                <a:spcPts val="360"/>
              </a:spcBef>
              <a:spcAft>
                <a:spcPts val="0"/>
              </a:spcAft>
              <a:buClr>
                <a:schemeClr val="lt1"/>
              </a:buClr>
              <a:buSzPts val="1620"/>
              <a:buChar char="·"/>
              <a:defRPr sz="1800">
                <a:solidFill>
                  <a:schemeClr val="lt1"/>
                </a:solidFill>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363" name="Google Shape;363;p41"/>
          <p:cNvSpPr txBox="1">
            <a:spLocks noGrp="1"/>
          </p:cNvSpPr>
          <p:nvPr>
            <p:ph type="body" idx="3"/>
          </p:nvPr>
        </p:nvSpPr>
        <p:spPr>
          <a:xfrm>
            <a:off x="4356100" y="2137143"/>
            <a:ext cx="1603375" cy="646331"/>
          </a:xfrm>
          <a:prstGeom prst="rect">
            <a:avLst/>
          </a:prstGeom>
          <a:noFill/>
          <a:ln>
            <a:noFill/>
          </a:ln>
        </p:spPr>
        <p:txBody>
          <a:bodyPr spcFirstLastPara="1" wrap="square" lIns="90000" tIns="0" rIns="0" bIns="0" anchor="t" anchorCtr="0">
            <a:spAutoFit/>
          </a:bodyPr>
          <a:lstStyle>
            <a:lvl1pPr marL="457200" lvl="0" indent="-308610" algn="l">
              <a:lnSpc>
                <a:spcPct val="100000"/>
              </a:lnSpc>
              <a:spcBef>
                <a:spcPts val="280"/>
              </a:spcBef>
              <a:spcAft>
                <a:spcPts val="0"/>
              </a:spcAft>
              <a:buClr>
                <a:schemeClr val="lt2"/>
              </a:buClr>
              <a:buSzPts val="1260"/>
              <a:buFont typeface="Noto Sans Symbols"/>
              <a:buChar char="·"/>
              <a:defRPr sz="1400">
                <a:solidFill>
                  <a:schemeClr val="lt2"/>
                </a:solidFill>
              </a:defRPr>
            </a:lvl1pPr>
            <a:lvl2pPr marL="914400" lvl="1" indent="-331469" algn="l">
              <a:lnSpc>
                <a:spcPct val="100000"/>
              </a:lnSpc>
              <a:spcBef>
                <a:spcPts val="360"/>
              </a:spcBef>
              <a:spcAft>
                <a:spcPts val="0"/>
              </a:spcAft>
              <a:buClr>
                <a:schemeClr val="lt1"/>
              </a:buClr>
              <a:buSzPts val="1620"/>
              <a:buChar char="·"/>
              <a:defRPr sz="1800">
                <a:solidFill>
                  <a:schemeClr val="lt1"/>
                </a:solidFill>
              </a:defRPr>
            </a:lvl2pPr>
            <a:lvl3pPr marL="1371600" lvl="2" indent="-331469" algn="l">
              <a:lnSpc>
                <a:spcPct val="100000"/>
              </a:lnSpc>
              <a:spcBef>
                <a:spcPts val="360"/>
              </a:spcBef>
              <a:spcAft>
                <a:spcPts val="0"/>
              </a:spcAft>
              <a:buClr>
                <a:schemeClr val="lt1"/>
              </a:buClr>
              <a:buSzPts val="1620"/>
              <a:buChar char="·"/>
              <a:defRPr sz="1800">
                <a:solidFill>
                  <a:schemeClr val="lt1"/>
                </a:solidFill>
              </a:defRPr>
            </a:lvl3pPr>
            <a:lvl4pPr marL="1828800" lvl="3" indent="-331469" algn="l">
              <a:lnSpc>
                <a:spcPct val="100000"/>
              </a:lnSpc>
              <a:spcBef>
                <a:spcPts val="360"/>
              </a:spcBef>
              <a:spcAft>
                <a:spcPts val="0"/>
              </a:spcAft>
              <a:buClr>
                <a:schemeClr val="lt1"/>
              </a:buClr>
              <a:buSzPts val="1620"/>
              <a:buChar char="·"/>
              <a:defRPr sz="1800">
                <a:solidFill>
                  <a:schemeClr val="lt1"/>
                </a:solidFill>
              </a:defRPr>
            </a:lvl4pPr>
            <a:lvl5pPr marL="2286000" lvl="4" indent="-331470" algn="l">
              <a:lnSpc>
                <a:spcPct val="100000"/>
              </a:lnSpc>
              <a:spcBef>
                <a:spcPts val="360"/>
              </a:spcBef>
              <a:spcAft>
                <a:spcPts val="0"/>
              </a:spcAft>
              <a:buClr>
                <a:schemeClr val="lt1"/>
              </a:buClr>
              <a:buSzPts val="1620"/>
              <a:buChar char="·"/>
              <a:defRPr sz="1800">
                <a:solidFill>
                  <a:schemeClr val="lt1"/>
                </a:solidFill>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364" name="Google Shape;364;p41"/>
          <p:cNvSpPr txBox="1">
            <a:spLocks noGrp="1"/>
          </p:cNvSpPr>
          <p:nvPr>
            <p:ph type="body" idx="4"/>
          </p:nvPr>
        </p:nvSpPr>
        <p:spPr>
          <a:xfrm>
            <a:off x="6240463" y="2137143"/>
            <a:ext cx="1597025" cy="646331"/>
          </a:xfrm>
          <a:prstGeom prst="rect">
            <a:avLst/>
          </a:prstGeom>
          <a:noFill/>
          <a:ln>
            <a:noFill/>
          </a:ln>
        </p:spPr>
        <p:txBody>
          <a:bodyPr spcFirstLastPara="1" wrap="square" lIns="90000" tIns="0" rIns="0" bIns="0" anchor="t" anchorCtr="0">
            <a:spAutoFit/>
          </a:bodyPr>
          <a:lstStyle>
            <a:lvl1pPr marL="457200" lvl="0" indent="-308610" algn="l">
              <a:lnSpc>
                <a:spcPct val="100000"/>
              </a:lnSpc>
              <a:spcBef>
                <a:spcPts val="280"/>
              </a:spcBef>
              <a:spcAft>
                <a:spcPts val="0"/>
              </a:spcAft>
              <a:buClr>
                <a:schemeClr val="lt2"/>
              </a:buClr>
              <a:buSzPts val="1260"/>
              <a:buFont typeface="Noto Sans Symbols"/>
              <a:buChar char="·"/>
              <a:defRPr sz="1400">
                <a:solidFill>
                  <a:schemeClr val="lt2"/>
                </a:solidFill>
              </a:defRPr>
            </a:lvl1pPr>
            <a:lvl2pPr marL="914400" lvl="1" indent="-331469" algn="l">
              <a:lnSpc>
                <a:spcPct val="100000"/>
              </a:lnSpc>
              <a:spcBef>
                <a:spcPts val="360"/>
              </a:spcBef>
              <a:spcAft>
                <a:spcPts val="0"/>
              </a:spcAft>
              <a:buClr>
                <a:schemeClr val="lt1"/>
              </a:buClr>
              <a:buSzPts val="1620"/>
              <a:buChar char="·"/>
              <a:defRPr sz="1800">
                <a:solidFill>
                  <a:schemeClr val="lt1"/>
                </a:solidFill>
              </a:defRPr>
            </a:lvl2pPr>
            <a:lvl3pPr marL="1371600" lvl="2" indent="-331469" algn="l">
              <a:lnSpc>
                <a:spcPct val="100000"/>
              </a:lnSpc>
              <a:spcBef>
                <a:spcPts val="360"/>
              </a:spcBef>
              <a:spcAft>
                <a:spcPts val="0"/>
              </a:spcAft>
              <a:buClr>
                <a:schemeClr val="lt1"/>
              </a:buClr>
              <a:buSzPts val="1620"/>
              <a:buChar char="·"/>
              <a:defRPr sz="1800">
                <a:solidFill>
                  <a:schemeClr val="lt1"/>
                </a:solidFill>
              </a:defRPr>
            </a:lvl3pPr>
            <a:lvl4pPr marL="1828800" lvl="3" indent="-331469" algn="l">
              <a:lnSpc>
                <a:spcPct val="100000"/>
              </a:lnSpc>
              <a:spcBef>
                <a:spcPts val="360"/>
              </a:spcBef>
              <a:spcAft>
                <a:spcPts val="0"/>
              </a:spcAft>
              <a:buClr>
                <a:schemeClr val="lt1"/>
              </a:buClr>
              <a:buSzPts val="1620"/>
              <a:buChar char="·"/>
              <a:defRPr sz="1800">
                <a:solidFill>
                  <a:schemeClr val="lt1"/>
                </a:solidFill>
              </a:defRPr>
            </a:lvl4pPr>
            <a:lvl5pPr marL="2286000" lvl="4" indent="-331470" algn="l">
              <a:lnSpc>
                <a:spcPct val="100000"/>
              </a:lnSpc>
              <a:spcBef>
                <a:spcPts val="360"/>
              </a:spcBef>
              <a:spcAft>
                <a:spcPts val="0"/>
              </a:spcAft>
              <a:buClr>
                <a:schemeClr val="lt1"/>
              </a:buClr>
              <a:buSzPts val="1620"/>
              <a:buChar char="·"/>
              <a:defRPr sz="1800">
                <a:solidFill>
                  <a:schemeClr val="lt1"/>
                </a:solidFill>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365" name="Google Shape;365;p41"/>
          <p:cNvSpPr txBox="1">
            <a:spLocks noGrp="1"/>
          </p:cNvSpPr>
          <p:nvPr>
            <p:ph type="body" idx="5"/>
          </p:nvPr>
        </p:nvSpPr>
        <p:spPr>
          <a:xfrm>
            <a:off x="8128000" y="2137143"/>
            <a:ext cx="1592263" cy="646331"/>
          </a:xfrm>
          <a:prstGeom prst="rect">
            <a:avLst/>
          </a:prstGeom>
          <a:noFill/>
          <a:ln>
            <a:noFill/>
          </a:ln>
        </p:spPr>
        <p:txBody>
          <a:bodyPr spcFirstLastPara="1" wrap="square" lIns="90000" tIns="0" rIns="0" bIns="0" anchor="t" anchorCtr="0">
            <a:spAutoFit/>
          </a:bodyPr>
          <a:lstStyle>
            <a:lvl1pPr marL="457200" lvl="0" indent="-308610" algn="l">
              <a:lnSpc>
                <a:spcPct val="100000"/>
              </a:lnSpc>
              <a:spcBef>
                <a:spcPts val="280"/>
              </a:spcBef>
              <a:spcAft>
                <a:spcPts val="0"/>
              </a:spcAft>
              <a:buClr>
                <a:schemeClr val="lt2"/>
              </a:buClr>
              <a:buSzPts val="1260"/>
              <a:buFont typeface="Noto Sans Symbols"/>
              <a:buChar char="·"/>
              <a:defRPr sz="1400">
                <a:solidFill>
                  <a:schemeClr val="lt2"/>
                </a:solidFill>
              </a:defRPr>
            </a:lvl1pPr>
            <a:lvl2pPr marL="914400" lvl="1" indent="-331469" algn="l">
              <a:lnSpc>
                <a:spcPct val="100000"/>
              </a:lnSpc>
              <a:spcBef>
                <a:spcPts val="360"/>
              </a:spcBef>
              <a:spcAft>
                <a:spcPts val="0"/>
              </a:spcAft>
              <a:buClr>
                <a:schemeClr val="lt1"/>
              </a:buClr>
              <a:buSzPts val="1620"/>
              <a:buChar char="·"/>
              <a:defRPr sz="1800">
                <a:solidFill>
                  <a:schemeClr val="lt1"/>
                </a:solidFill>
              </a:defRPr>
            </a:lvl2pPr>
            <a:lvl3pPr marL="1371600" lvl="2" indent="-331469" algn="l">
              <a:lnSpc>
                <a:spcPct val="100000"/>
              </a:lnSpc>
              <a:spcBef>
                <a:spcPts val="360"/>
              </a:spcBef>
              <a:spcAft>
                <a:spcPts val="0"/>
              </a:spcAft>
              <a:buClr>
                <a:schemeClr val="lt1"/>
              </a:buClr>
              <a:buSzPts val="1620"/>
              <a:buChar char="·"/>
              <a:defRPr sz="1800">
                <a:solidFill>
                  <a:schemeClr val="lt1"/>
                </a:solidFill>
              </a:defRPr>
            </a:lvl3pPr>
            <a:lvl4pPr marL="1828800" lvl="3" indent="-331469" algn="l">
              <a:lnSpc>
                <a:spcPct val="100000"/>
              </a:lnSpc>
              <a:spcBef>
                <a:spcPts val="360"/>
              </a:spcBef>
              <a:spcAft>
                <a:spcPts val="0"/>
              </a:spcAft>
              <a:buClr>
                <a:schemeClr val="lt1"/>
              </a:buClr>
              <a:buSzPts val="1620"/>
              <a:buChar char="·"/>
              <a:defRPr sz="1800">
                <a:solidFill>
                  <a:schemeClr val="lt1"/>
                </a:solidFill>
              </a:defRPr>
            </a:lvl4pPr>
            <a:lvl5pPr marL="2286000" lvl="4" indent="-331470" algn="l">
              <a:lnSpc>
                <a:spcPct val="100000"/>
              </a:lnSpc>
              <a:spcBef>
                <a:spcPts val="360"/>
              </a:spcBef>
              <a:spcAft>
                <a:spcPts val="0"/>
              </a:spcAft>
              <a:buClr>
                <a:schemeClr val="lt1"/>
              </a:buClr>
              <a:buSzPts val="1620"/>
              <a:buChar char="·"/>
              <a:defRPr sz="1800">
                <a:solidFill>
                  <a:schemeClr val="lt1"/>
                </a:solidFill>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366" name="Google Shape;366;p41"/>
          <p:cNvSpPr txBox="1">
            <a:spLocks noGrp="1"/>
          </p:cNvSpPr>
          <p:nvPr>
            <p:ph type="body" idx="6"/>
          </p:nvPr>
        </p:nvSpPr>
        <p:spPr>
          <a:xfrm>
            <a:off x="10013950" y="2137143"/>
            <a:ext cx="1595438" cy="646331"/>
          </a:xfrm>
          <a:prstGeom prst="rect">
            <a:avLst/>
          </a:prstGeom>
          <a:noFill/>
          <a:ln>
            <a:noFill/>
          </a:ln>
        </p:spPr>
        <p:txBody>
          <a:bodyPr spcFirstLastPara="1" wrap="square" lIns="90000" tIns="0" rIns="0" bIns="0" anchor="t" anchorCtr="0">
            <a:spAutoFit/>
          </a:bodyPr>
          <a:lstStyle>
            <a:lvl1pPr marL="457200" lvl="0" indent="-308610" algn="l">
              <a:lnSpc>
                <a:spcPct val="100000"/>
              </a:lnSpc>
              <a:spcBef>
                <a:spcPts val="280"/>
              </a:spcBef>
              <a:spcAft>
                <a:spcPts val="0"/>
              </a:spcAft>
              <a:buClr>
                <a:schemeClr val="lt2"/>
              </a:buClr>
              <a:buSzPts val="1260"/>
              <a:buFont typeface="Noto Sans Symbols"/>
              <a:buChar char="·"/>
              <a:defRPr sz="1400">
                <a:solidFill>
                  <a:schemeClr val="lt2"/>
                </a:solidFill>
              </a:defRPr>
            </a:lvl1pPr>
            <a:lvl2pPr marL="914400" lvl="1" indent="-331469" algn="l">
              <a:lnSpc>
                <a:spcPct val="100000"/>
              </a:lnSpc>
              <a:spcBef>
                <a:spcPts val="360"/>
              </a:spcBef>
              <a:spcAft>
                <a:spcPts val="0"/>
              </a:spcAft>
              <a:buClr>
                <a:schemeClr val="lt1"/>
              </a:buClr>
              <a:buSzPts val="1620"/>
              <a:buChar char="·"/>
              <a:defRPr sz="1800">
                <a:solidFill>
                  <a:schemeClr val="lt1"/>
                </a:solidFill>
              </a:defRPr>
            </a:lvl2pPr>
            <a:lvl3pPr marL="1371600" lvl="2" indent="-331469" algn="l">
              <a:lnSpc>
                <a:spcPct val="100000"/>
              </a:lnSpc>
              <a:spcBef>
                <a:spcPts val="360"/>
              </a:spcBef>
              <a:spcAft>
                <a:spcPts val="0"/>
              </a:spcAft>
              <a:buClr>
                <a:schemeClr val="lt1"/>
              </a:buClr>
              <a:buSzPts val="1620"/>
              <a:buChar char="·"/>
              <a:defRPr sz="1800">
                <a:solidFill>
                  <a:schemeClr val="lt1"/>
                </a:solidFill>
              </a:defRPr>
            </a:lvl3pPr>
            <a:lvl4pPr marL="1828800" lvl="3" indent="-331469" algn="l">
              <a:lnSpc>
                <a:spcPct val="100000"/>
              </a:lnSpc>
              <a:spcBef>
                <a:spcPts val="360"/>
              </a:spcBef>
              <a:spcAft>
                <a:spcPts val="0"/>
              </a:spcAft>
              <a:buClr>
                <a:schemeClr val="lt1"/>
              </a:buClr>
              <a:buSzPts val="1620"/>
              <a:buChar char="·"/>
              <a:defRPr sz="1800">
                <a:solidFill>
                  <a:schemeClr val="lt1"/>
                </a:solidFill>
              </a:defRPr>
            </a:lvl4pPr>
            <a:lvl5pPr marL="2286000" lvl="4" indent="-331470" algn="l">
              <a:lnSpc>
                <a:spcPct val="100000"/>
              </a:lnSpc>
              <a:spcBef>
                <a:spcPts val="360"/>
              </a:spcBef>
              <a:spcAft>
                <a:spcPts val="0"/>
              </a:spcAft>
              <a:buClr>
                <a:schemeClr val="lt1"/>
              </a:buClr>
              <a:buSzPts val="1620"/>
              <a:buChar char="·"/>
              <a:defRPr sz="1800">
                <a:solidFill>
                  <a:schemeClr val="lt1"/>
                </a:solidFill>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367" name="Google Shape;367;p41"/>
          <p:cNvSpPr txBox="1">
            <a:spLocks noGrp="1"/>
          </p:cNvSpPr>
          <p:nvPr>
            <p:ph type="body" idx="7"/>
          </p:nvPr>
        </p:nvSpPr>
        <p:spPr>
          <a:xfrm>
            <a:off x="584200" y="4509120"/>
            <a:ext cx="1595438" cy="646331"/>
          </a:xfrm>
          <a:prstGeom prst="rect">
            <a:avLst/>
          </a:prstGeom>
          <a:noFill/>
          <a:ln>
            <a:noFill/>
          </a:ln>
        </p:spPr>
        <p:txBody>
          <a:bodyPr spcFirstLastPara="1" wrap="square" lIns="90000" tIns="0" rIns="0" bIns="0" anchor="t" anchorCtr="0">
            <a:spAutoFit/>
          </a:bodyPr>
          <a:lstStyle>
            <a:lvl1pPr marL="457200" lvl="0" indent="-308610" algn="l">
              <a:lnSpc>
                <a:spcPct val="100000"/>
              </a:lnSpc>
              <a:spcBef>
                <a:spcPts val="280"/>
              </a:spcBef>
              <a:spcAft>
                <a:spcPts val="0"/>
              </a:spcAft>
              <a:buClr>
                <a:schemeClr val="lt2"/>
              </a:buClr>
              <a:buSzPts val="1260"/>
              <a:buFont typeface="Noto Sans Symbols"/>
              <a:buChar char="·"/>
              <a:defRPr sz="1400">
                <a:solidFill>
                  <a:schemeClr val="lt2"/>
                </a:solidFill>
              </a:defRPr>
            </a:lvl1pPr>
            <a:lvl2pPr marL="914400" lvl="1" indent="-331469" algn="l">
              <a:lnSpc>
                <a:spcPct val="100000"/>
              </a:lnSpc>
              <a:spcBef>
                <a:spcPts val="360"/>
              </a:spcBef>
              <a:spcAft>
                <a:spcPts val="0"/>
              </a:spcAft>
              <a:buClr>
                <a:schemeClr val="lt1"/>
              </a:buClr>
              <a:buSzPts val="1620"/>
              <a:buChar char="·"/>
              <a:defRPr sz="1800">
                <a:solidFill>
                  <a:schemeClr val="lt1"/>
                </a:solidFill>
              </a:defRPr>
            </a:lvl2pPr>
            <a:lvl3pPr marL="1371600" lvl="2" indent="-331469" algn="l">
              <a:lnSpc>
                <a:spcPct val="100000"/>
              </a:lnSpc>
              <a:spcBef>
                <a:spcPts val="360"/>
              </a:spcBef>
              <a:spcAft>
                <a:spcPts val="0"/>
              </a:spcAft>
              <a:buClr>
                <a:schemeClr val="lt1"/>
              </a:buClr>
              <a:buSzPts val="1620"/>
              <a:buChar char="·"/>
              <a:defRPr sz="1800">
                <a:solidFill>
                  <a:schemeClr val="lt1"/>
                </a:solidFill>
              </a:defRPr>
            </a:lvl3pPr>
            <a:lvl4pPr marL="1828800" lvl="3" indent="-331469" algn="l">
              <a:lnSpc>
                <a:spcPct val="100000"/>
              </a:lnSpc>
              <a:spcBef>
                <a:spcPts val="360"/>
              </a:spcBef>
              <a:spcAft>
                <a:spcPts val="0"/>
              </a:spcAft>
              <a:buClr>
                <a:schemeClr val="lt1"/>
              </a:buClr>
              <a:buSzPts val="1620"/>
              <a:buChar char="·"/>
              <a:defRPr sz="1800">
                <a:solidFill>
                  <a:schemeClr val="lt1"/>
                </a:solidFill>
              </a:defRPr>
            </a:lvl4pPr>
            <a:lvl5pPr marL="2286000" lvl="4" indent="-331470" algn="l">
              <a:lnSpc>
                <a:spcPct val="100000"/>
              </a:lnSpc>
              <a:spcBef>
                <a:spcPts val="360"/>
              </a:spcBef>
              <a:spcAft>
                <a:spcPts val="0"/>
              </a:spcAft>
              <a:buClr>
                <a:schemeClr val="lt1"/>
              </a:buClr>
              <a:buSzPts val="1620"/>
              <a:buChar char="·"/>
              <a:defRPr sz="1800">
                <a:solidFill>
                  <a:schemeClr val="lt1"/>
                </a:solidFill>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368" name="Google Shape;368;p41"/>
          <p:cNvSpPr txBox="1">
            <a:spLocks noGrp="1"/>
          </p:cNvSpPr>
          <p:nvPr>
            <p:ph type="body" idx="8"/>
          </p:nvPr>
        </p:nvSpPr>
        <p:spPr>
          <a:xfrm>
            <a:off x="2470150" y="4509120"/>
            <a:ext cx="1595438" cy="646331"/>
          </a:xfrm>
          <a:prstGeom prst="rect">
            <a:avLst/>
          </a:prstGeom>
          <a:noFill/>
          <a:ln>
            <a:noFill/>
          </a:ln>
        </p:spPr>
        <p:txBody>
          <a:bodyPr spcFirstLastPara="1" wrap="square" lIns="90000" tIns="0" rIns="0" bIns="0" anchor="t" anchorCtr="0">
            <a:spAutoFit/>
          </a:bodyPr>
          <a:lstStyle>
            <a:lvl1pPr marL="457200" lvl="0" indent="-308610" algn="l">
              <a:lnSpc>
                <a:spcPct val="100000"/>
              </a:lnSpc>
              <a:spcBef>
                <a:spcPts val="280"/>
              </a:spcBef>
              <a:spcAft>
                <a:spcPts val="0"/>
              </a:spcAft>
              <a:buClr>
                <a:schemeClr val="lt2"/>
              </a:buClr>
              <a:buSzPts val="1260"/>
              <a:buFont typeface="Noto Sans Symbols"/>
              <a:buChar char="·"/>
              <a:defRPr sz="1400">
                <a:solidFill>
                  <a:schemeClr val="lt2"/>
                </a:solidFill>
              </a:defRPr>
            </a:lvl1pPr>
            <a:lvl2pPr marL="914400" lvl="1" indent="-331469" algn="l">
              <a:lnSpc>
                <a:spcPct val="100000"/>
              </a:lnSpc>
              <a:spcBef>
                <a:spcPts val="360"/>
              </a:spcBef>
              <a:spcAft>
                <a:spcPts val="0"/>
              </a:spcAft>
              <a:buClr>
                <a:schemeClr val="lt1"/>
              </a:buClr>
              <a:buSzPts val="1620"/>
              <a:buChar char="·"/>
              <a:defRPr sz="1800">
                <a:solidFill>
                  <a:schemeClr val="lt1"/>
                </a:solidFill>
              </a:defRPr>
            </a:lvl2pPr>
            <a:lvl3pPr marL="1371600" lvl="2" indent="-331469" algn="l">
              <a:lnSpc>
                <a:spcPct val="100000"/>
              </a:lnSpc>
              <a:spcBef>
                <a:spcPts val="360"/>
              </a:spcBef>
              <a:spcAft>
                <a:spcPts val="0"/>
              </a:spcAft>
              <a:buClr>
                <a:schemeClr val="lt1"/>
              </a:buClr>
              <a:buSzPts val="1620"/>
              <a:buChar char="·"/>
              <a:defRPr sz="1800">
                <a:solidFill>
                  <a:schemeClr val="lt1"/>
                </a:solidFill>
              </a:defRPr>
            </a:lvl3pPr>
            <a:lvl4pPr marL="1828800" lvl="3" indent="-331469" algn="l">
              <a:lnSpc>
                <a:spcPct val="100000"/>
              </a:lnSpc>
              <a:spcBef>
                <a:spcPts val="360"/>
              </a:spcBef>
              <a:spcAft>
                <a:spcPts val="0"/>
              </a:spcAft>
              <a:buClr>
                <a:schemeClr val="lt1"/>
              </a:buClr>
              <a:buSzPts val="1620"/>
              <a:buChar char="·"/>
              <a:defRPr sz="1800">
                <a:solidFill>
                  <a:schemeClr val="lt1"/>
                </a:solidFill>
              </a:defRPr>
            </a:lvl4pPr>
            <a:lvl5pPr marL="2286000" lvl="4" indent="-331470" algn="l">
              <a:lnSpc>
                <a:spcPct val="100000"/>
              </a:lnSpc>
              <a:spcBef>
                <a:spcPts val="360"/>
              </a:spcBef>
              <a:spcAft>
                <a:spcPts val="0"/>
              </a:spcAft>
              <a:buClr>
                <a:schemeClr val="lt1"/>
              </a:buClr>
              <a:buSzPts val="1620"/>
              <a:buChar char="·"/>
              <a:defRPr sz="1800">
                <a:solidFill>
                  <a:schemeClr val="lt1"/>
                </a:solidFill>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369" name="Google Shape;369;p41"/>
          <p:cNvSpPr txBox="1">
            <a:spLocks noGrp="1"/>
          </p:cNvSpPr>
          <p:nvPr>
            <p:ph type="body" idx="9"/>
          </p:nvPr>
        </p:nvSpPr>
        <p:spPr>
          <a:xfrm>
            <a:off x="4356100" y="4509120"/>
            <a:ext cx="1603375" cy="646331"/>
          </a:xfrm>
          <a:prstGeom prst="rect">
            <a:avLst/>
          </a:prstGeom>
          <a:noFill/>
          <a:ln>
            <a:noFill/>
          </a:ln>
        </p:spPr>
        <p:txBody>
          <a:bodyPr spcFirstLastPara="1" wrap="square" lIns="90000" tIns="0" rIns="0" bIns="0" anchor="t" anchorCtr="0">
            <a:spAutoFit/>
          </a:bodyPr>
          <a:lstStyle>
            <a:lvl1pPr marL="457200" lvl="0" indent="-308610" algn="l">
              <a:lnSpc>
                <a:spcPct val="100000"/>
              </a:lnSpc>
              <a:spcBef>
                <a:spcPts val="280"/>
              </a:spcBef>
              <a:spcAft>
                <a:spcPts val="0"/>
              </a:spcAft>
              <a:buClr>
                <a:schemeClr val="lt2"/>
              </a:buClr>
              <a:buSzPts val="1260"/>
              <a:buFont typeface="Noto Sans Symbols"/>
              <a:buChar char="·"/>
              <a:defRPr sz="1400">
                <a:solidFill>
                  <a:schemeClr val="lt2"/>
                </a:solidFill>
              </a:defRPr>
            </a:lvl1pPr>
            <a:lvl2pPr marL="914400" lvl="1" indent="-331469" algn="l">
              <a:lnSpc>
                <a:spcPct val="100000"/>
              </a:lnSpc>
              <a:spcBef>
                <a:spcPts val="360"/>
              </a:spcBef>
              <a:spcAft>
                <a:spcPts val="0"/>
              </a:spcAft>
              <a:buClr>
                <a:schemeClr val="lt1"/>
              </a:buClr>
              <a:buSzPts val="1620"/>
              <a:buChar char="·"/>
              <a:defRPr sz="1800">
                <a:solidFill>
                  <a:schemeClr val="lt1"/>
                </a:solidFill>
              </a:defRPr>
            </a:lvl2pPr>
            <a:lvl3pPr marL="1371600" lvl="2" indent="-331469" algn="l">
              <a:lnSpc>
                <a:spcPct val="100000"/>
              </a:lnSpc>
              <a:spcBef>
                <a:spcPts val="360"/>
              </a:spcBef>
              <a:spcAft>
                <a:spcPts val="0"/>
              </a:spcAft>
              <a:buClr>
                <a:schemeClr val="lt1"/>
              </a:buClr>
              <a:buSzPts val="1620"/>
              <a:buChar char="·"/>
              <a:defRPr sz="1800">
                <a:solidFill>
                  <a:schemeClr val="lt1"/>
                </a:solidFill>
              </a:defRPr>
            </a:lvl3pPr>
            <a:lvl4pPr marL="1828800" lvl="3" indent="-331469" algn="l">
              <a:lnSpc>
                <a:spcPct val="100000"/>
              </a:lnSpc>
              <a:spcBef>
                <a:spcPts val="360"/>
              </a:spcBef>
              <a:spcAft>
                <a:spcPts val="0"/>
              </a:spcAft>
              <a:buClr>
                <a:schemeClr val="lt1"/>
              </a:buClr>
              <a:buSzPts val="1620"/>
              <a:buChar char="·"/>
              <a:defRPr sz="1800">
                <a:solidFill>
                  <a:schemeClr val="lt1"/>
                </a:solidFill>
              </a:defRPr>
            </a:lvl4pPr>
            <a:lvl5pPr marL="2286000" lvl="4" indent="-331470" algn="l">
              <a:lnSpc>
                <a:spcPct val="100000"/>
              </a:lnSpc>
              <a:spcBef>
                <a:spcPts val="360"/>
              </a:spcBef>
              <a:spcAft>
                <a:spcPts val="0"/>
              </a:spcAft>
              <a:buClr>
                <a:schemeClr val="lt1"/>
              </a:buClr>
              <a:buSzPts val="1620"/>
              <a:buChar char="·"/>
              <a:defRPr sz="1800">
                <a:solidFill>
                  <a:schemeClr val="lt1"/>
                </a:solidFill>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370" name="Google Shape;370;p41"/>
          <p:cNvSpPr txBox="1">
            <a:spLocks noGrp="1"/>
          </p:cNvSpPr>
          <p:nvPr>
            <p:ph type="body" idx="13"/>
          </p:nvPr>
        </p:nvSpPr>
        <p:spPr>
          <a:xfrm>
            <a:off x="6240463" y="4509120"/>
            <a:ext cx="1597025" cy="646331"/>
          </a:xfrm>
          <a:prstGeom prst="rect">
            <a:avLst/>
          </a:prstGeom>
          <a:noFill/>
          <a:ln>
            <a:noFill/>
          </a:ln>
        </p:spPr>
        <p:txBody>
          <a:bodyPr spcFirstLastPara="1" wrap="square" lIns="90000" tIns="0" rIns="0" bIns="0" anchor="t" anchorCtr="0">
            <a:spAutoFit/>
          </a:bodyPr>
          <a:lstStyle>
            <a:lvl1pPr marL="457200" lvl="0" indent="-308610" algn="l">
              <a:lnSpc>
                <a:spcPct val="100000"/>
              </a:lnSpc>
              <a:spcBef>
                <a:spcPts val="280"/>
              </a:spcBef>
              <a:spcAft>
                <a:spcPts val="0"/>
              </a:spcAft>
              <a:buClr>
                <a:schemeClr val="lt2"/>
              </a:buClr>
              <a:buSzPts val="1260"/>
              <a:buFont typeface="Noto Sans Symbols"/>
              <a:buChar char="·"/>
              <a:defRPr sz="1400">
                <a:solidFill>
                  <a:schemeClr val="lt2"/>
                </a:solidFill>
              </a:defRPr>
            </a:lvl1pPr>
            <a:lvl2pPr marL="914400" lvl="1" indent="-331469" algn="l">
              <a:lnSpc>
                <a:spcPct val="100000"/>
              </a:lnSpc>
              <a:spcBef>
                <a:spcPts val="360"/>
              </a:spcBef>
              <a:spcAft>
                <a:spcPts val="0"/>
              </a:spcAft>
              <a:buClr>
                <a:schemeClr val="lt1"/>
              </a:buClr>
              <a:buSzPts val="1620"/>
              <a:buChar char="·"/>
              <a:defRPr sz="1800">
                <a:solidFill>
                  <a:schemeClr val="lt1"/>
                </a:solidFill>
              </a:defRPr>
            </a:lvl2pPr>
            <a:lvl3pPr marL="1371600" lvl="2" indent="-331469" algn="l">
              <a:lnSpc>
                <a:spcPct val="100000"/>
              </a:lnSpc>
              <a:spcBef>
                <a:spcPts val="360"/>
              </a:spcBef>
              <a:spcAft>
                <a:spcPts val="0"/>
              </a:spcAft>
              <a:buClr>
                <a:schemeClr val="lt1"/>
              </a:buClr>
              <a:buSzPts val="1620"/>
              <a:buChar char="·"/>
              <a:defRPr sz="1800">
                <a:solidFill>
                  <a:schemeClr val="lt1"/>
                </a:solidFill>
              </a:defRPr>
            </a:lvl3pPr>
            <a:lvl4pPr marL="1828800" lvl="3" indent="-331469" algn="l">
              <a:lnSpc>
                <a:spcPct val="100000"/>
              </a:lnSpc>
              <a:spcBef>
                <a:spcPts val="360"/>
              </a:spcBef>
              <a:spcAft>
                <a:spcPts val="0"/>
              </a:spcAft>
              <a:buClr>
                <a:schemeClr val="lt1"/>
              </a:buClr>
              <a:buSzPts val="1620"/>
              <a:buChar char="·"/>
              <a:defRPr sz="1800">
                <a:solidFill>
                  <a:schemeClr val="lt1"/>
                </a:solidFill>
              </a:defRPr>
            </a:lvl4pPr>
            <a:lvl5pPr marL="2286000" lvl="4" indent="-331470" algn="l">
              <a:lnSpc>
                <a:spcPct val="100000"/>
              </a:lnSpc>
              <a:spcBef>
                <a:spcPts val="360"/>
              </a:spcBef>
              <a:spcAft>
                <a:spcPts val="0"/>
              </a:spcAft>
              <a:buClr>
                <a:schemeClr val="lt1"/>
              </a:buClr>
              <a:buSzPts val="1620"/>
              <a:buChar char="·"/>
              <a:defRPr sz="1800">
                <a:solidFill>
                  <a:schemeClr val="lt1"/>
                </a:solidFill>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371" name="Google Shape;371;p41"/>
          <p:cNvSpPr txBox="1">
            <a:spLocks noGrp="1"/>
          </p:cNvSpPr>
          <p:nvPr>
            <p:ph type="body" idx="14"/>
          </p:nvPr>
        </p:nvSpPr>
        <p:spPr>
          <a:xfrm>
            <a:off x="8128000" y="4509120"/>
            <a:ext cx="1592263" cy="646331"/>
          </a:xfrm>
          <a:prstGeom prst="rect">
            <a:avLst/>
          </a:prstGeom>
          <a:noFill/>
          <a:ln>
            <a:noFill/>
          </a:ln>
        </p:spPr>
        <p:txBody>
          <a:bodyPr spcFirstLastPara="1" wrap="square" lIns="90000" tIns="0" rIns="0" bIns="0" anchor="t" anchorCtr="0">
            <a:spAutoFit/>
          </a:bodyPr>
          <a:lstStyle>
            <a:lvl1pPr marL="457200" lvl="0" indent="-308610" algn="l">
              <a:lnSpc>
                <a:spcPct val="100000"/>
              </a:lnSpc>
              <a:spcBef>
                <a:spcPts val="280"/>
              </a:spcBef>
              <a:spcAft>
                <a:spcPts val="0"/>
              </a:spcAft>
              <a:buClr>
                <a:schemeClr val="lt2"/>
              </a:buClr>
              <a:buSzPts val="1260"/>
              <a:buFont typeface="Noto Sans Symbols"/>
              <a:buChar char="·"/>
              <a:defRPr sz="1400">
                <a:solidFill>
                  <a:schemeClr val="lt2"/>
                </a:solidFill>
              </a:defRPr>
            </a:lvl1pPr>
            <a:lvl2pPr marL="914400" lvl="1" indent="-331469" algn="l">
              <a:lnSpc>
                <a:spcPct val="100000"/>
              </a:lnSpc>
              <a:spcBef>
                <a:spcPts val="360"/>
              </a:spcBef>
              <a:spcAft>
                <a:spcPts val="0"/>
              </a:spcAft>
              <a:buClr>
                <a:schemeClr val="lt1"/>
              </a:buClr>
              <a:buSzPts val="1620"/>
              <a:buChar char="·"/>
              <a:defRPr sz="1800">
                <a:solidFill>
                  <a:schemeClr val="lt1"/>
                </a:solidFill>
              </a:defRPr>
            </a:lvl2pPr>
            <a:lvl3pPr marL="1371600" lvl="2" indent="-331469" algn="l">
              <a:lnSpc>
                <a:spcPct val="100000"/>
              </a:lnSpc>
              <a:spcBef>
                <a:spcPts val="360"/>
              </a:spcBef>
              <a:spcAft>
                <a:spcPts val="0"/>
              </a:spcAft>
              <a:buClr>
                <a:schemeClr val="lt1"/>
              </a:buClr>
              <a:buSzPts val="1620"/>
              <a:buChar char="·"/>
              <a:defRPr sz="1800">
                <a:solidFill>
                  <a:schemeClr val="lt1"/>
                </a:solidFill>
              </a:defRPr>
            </a:lvl3pPr>
            <a:lvl4pPr marL="1828800" lvl="3" indent="-331469" algn="l">
              <a:lnSpc>
                <a:spcPct val="100000"/>
              </a:lnSpc>
              <a:spcBef>
                <a:spcPts val="360"/>
              </a:spcBef>
              <a:spcAft>
                <a:spcPts val="0"/>
              </a:spcAft>
              <a:buClr>
                <a:schemeClr val="lt1"/>
              </a:buClr>
              <a:buSzPts val="1620"/>
              <a:buChar char="·"/>
              <a:defRPr sz="1800">
                <a:solidFill>
                  <a:schemeClr val="lt1"/>
                </a:solidFill>
              </a:defRPr>
            </a:lvl4pPr>
            <a:lvl5pPr marL="2286000" lvl="4" indent="-331470" algn="l">
              <a:lnSpc>
                <a:spcPct val="100000"/>
              </a:lnSpc>
              <a:spcBef>
                <a:spcPts val="360"/>
              </a:spcBef>
              <a:spcAft>
                <a:spcPts val="0"/>
              </a:spcAft>
              <a:buClr>
                <a:schemeClr val="lt1"/>
              </a:buClr>
              <a:buSzPts val="1620"/>
              <a:buChar char="·"/>
              <a:defRPr sz="1800">
                <a:solidFill>
                  <a:schemeClr val="lt1"/>
                </a:solidFill>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372" name="Google Shape;372;p41"/>
          <p:cNvSpPr txBox="1">
            <a:spLocks noGrp="1"/>
          </p:cNvSpPr>
          <p:nvPr>
            <p:ph type="body" idx="15"/>
          </p:nvPr>
        </p:nvSpPr>
        <p:spPr>
          <a:xfrm>
            <a:off x="10013950" y="4509120"/>
            <a:ext cx="1595438" cy="646331"/>
          </a:xfrm>
          <a:prstGeom prst="rect">
            <a:avLst/>
          </a:prstGeom>
          <a:noFill/>
          <a:ln>
            <a:noFill/>
          </a:ln>
        </p:spPr>
        <p:txBody>
          <a:bodyPr spcFirstLastPara="1" wrap="square" lIns="90000" tIns="0" rIns="0" bIns="0" anchor="t" anchorCtr="0">
            <a:spAutoFit/>
          </a:bodyPr>
          <a:lstStyle>
            <a:lvl1pPr marL="457200" lvl="0" indent="-308610" algn="l">
              <a:lnSpc>
                <a:spcPct val="100000"/>
              </a:lnSpc>
              <a:spcBef>
                <a:spcPts val="280"/>
              </a:spcBef>
              <a:spcAft>
                <a:spcPts val="0"/>
              </a:spcAft>
              <a:buClr>
                <a:schemeClr val="lt2"/>
              </a:buClr>
              <a:buSzPts val="1260"/>
              <a:buFont typeface="Noto Sans Symbols"/>
              <a:buChar char="·"/>
              <a:defRPr sz="1400">
                <a:solidFill>
                  <a:schemeClr val="lt2"/>
                </a:solidFill>
              </a:defRPr>
            </a:lvl1pPr>
            <a:lvl2pPr marL="914400" lvl="1" indent="-331469" algn="l">
              <a:lnSpc>
                <a:spcPct val="100000"/>
              </a:lnSpc>
              <a:spcBef>
                <a:spcPts val="360"/>
              </a:spcBef>
              <a:spcAft>
                <a:spcPts val="0"/>
              </a:spcAft>
              <a:buClr>
                <a:schemeClr val="lt1"/>
              </a:buClr>
              <a:buSzPts val="1620"/>
              <a:buChar char="·"/>
              <a:defRPr sz="1800">
                <a:solidFill>
                  <a:schemeClr val="lt1"/>
                </a:solidFill>
              </a:defRPr>
            </a:lvl2pPr>
            <a:lvl3pPr marL="1371600" lvl="2" indent="-331469" algn="l">
              <a:lnSpc>
                <a:spcPct val="100000"/>
              </a:lnSpc>
              <a:spcBef>
                <a:spcPts val="360"/>
              </a:spcBef>
              <a:spcAft>
                <a:spcPts val="0"/>
              </a:spcAft>
              <a:buClr>
                <a:schemeClr val="lt1"/>
              </a:buClr>
              <a:buSzPts val="1620"/>
              <a:buChar char="·"/>
              <a:defRPr sz="1800">
                <a:solidFill>
                  <a:schemeClr val="lt1"/>
                </a:solidFill>
              </a:defRPr>
            </a:lvl3pPr>
            <a:lvl4pPr marL="1828800" lvl="3" indent="-331469" algn="l">
              <a:lnSpc>
                <a:spcPct val="100000"/>
              </a:lnSpc>
              <a:spcBef>
                <a:spcPts val="360"/>
              </a:spcBef>
              <a:spcAft>
                <a:spcPts val="0"/>
              </a:spcAft>
              <a:buClr>
                <a:schemeClr val="lt1"/>
              </a:buClr>
              <a:buSzPts val="1620"/>
              <a:buChar char="·"/>
              <a:defRPr sz="1800">
                <a:solidFill>
                  <a:schemeClr val="lt1"/>
                </a:solidFill>
              </a:defRPr>
            </a:lvl4pPr>
            <a:lvl5pPr marL="2286000" lvl="4" indent="-331470" algn="l">
              <a:lnSpc>
                <a:spcPct val="100000"/>
              </a:lnSpc>
              <a:spcBef>
                <a:spcPts val="360"/>
              </a:spcBef>
              <a:spcAft>
                <a:spcPts val="0"/>
              </a:spcAft>
              <a:buClr>
                <a:schemeClr val="lt1"/>
              </a:buClr>
              <a:buSzPts val="1620"/>
              <a:buChar char="·"/>
              <a:defRPr sz="1800">
                <a:solidFill>
                  <a:schemeClr val="lt1"/>
                </a:solidFill>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cxnSp>
        <p:nvCxnSpPr>
          <p:cNvPr id="373" name="Google Shape;373;p41"/>
          <p:cNvCxnSpPr/>
          <p:nvPr/>
        </p:nvCxnSpPr>
        <p:spPr>
          <a:xfrm>
            <a:off x="584200" y="2017713"/>
            <a:ext cx="1595438" cy="0"/>
          </a:xfrm>
          <a:prstGeom prst="straightConnector1">
            <a:avLst/>
          </a:prstGeom>
          <a:noFill/>
          <a:ln w="25400" cap="flat" cmpd="sng">
            <a:solidFill>
              <a:schemeClr val="lt1"/>
            </a:solidFill>
            <a:prstDash val="solid"/>
            <a:round/>
            <a:headEnd type="none" w="sm" len="sm"/>
            <a:tailEnd type="none" w="sm" len="sm"/>
          </a:ln>
        </p:spPr>
      </p:cxnSp>
      <p:cxnSp>
        <p:nvCxnSpPr>
          <p:cNvPr id="374" name="Google Shape;374;p41"/>
          <p:cNvCxnSpPr/>
          <p:nvPr/>
        </p:nvCxnSpPr>
        <p:spPr>
          <a:xfrm>
            <a:off x="2470150" y="2017713"/>
            <a:ext cx="1595438" cy="0"/>
          </a:xfrm>
          <a:prstGeom prst="straightConnector1">
            <a:avLst/>
          </a:prstGeom>
          <a:noFill/>
          <a:ln w="25400" cap="flat" cmpd="sng">
            <a:solidFill>
              <a:schemeClr val="lt1"/>
            </a:solidFill>
            <a:prstDash val="solid"/>
            <a:round/>
            <a:headEnd type="none" w="sm" len="sm"/>
            <a:tailEnd type="none" w="sm" len="sm"/>
          </a:ln>
        </p:spPr>
      </p:cxnSp>
      <p:cxnSp>
        <p:nvCxnSpPr>
          <p:cNvPr id="375" name="Google Shape;375;p41"/>
          <p:cNvCxnSpPr/>
          <p:nvPr/>
        </p:nvCxnSpPr>
        <p:spPr>
          <a:xfrm>
            <a:off x="4364037" y="2015240"/>
            <a:ext cx="1595438" cy="0"/>
          </a:xfrm>
          <a:prstGeom prst="straightConnector1">
            <a:avLst/>
          </a:prstGeom>
          <a:noFill/>
          <a:ln w="25400" cap="flat" cmpd="sng">
            <a:solidFill>
              <a:schemeClr val="lt1"/>
            </a:solidFill>
            <a:prstDash val="solid"/>
            <a:round/>
            <a:headEnd type="none" w="sm" len="sm"/>
            <a:tailEnd type="none" w="sm" len="sm"/>
          </a:ln>
        </p:spPr>
      </p:cxnSp>
      <p:cxnSp>
        <p:nvCxnSpPr>
          <p:cNvPr id="376" name="Google Shape;376;p41"/>
          <p:cNvCxnSpPr/>
          <p:nvPr/>
        </p:nvCxnSpPr>
        <p:spPr>
          <a:xfrm>
            <a:off x="6240463" y="2017713"/>
            <a:ext cx="1595438" cy="0"/>
          </a:xfrm>
          <a:prstGeom prst="straightConnector1">
            <a:avLst/>
          </a:prstGeom>
          <a:noFill/>
          <a:ln w="25400" cap="flat" cmpd="sng">
            <a:solidFill>
              <a:schemeClr val="lt1"/>
            </a:solidFill>
            <a:prstDash val="solid"/>
            <a:round/>
            <a:headEnd type="none" w="sm" len="sm"/>
            <a:tailEnd type="none" w="sm" len="sm"/>
          </a:ln>
        </p:spPr>
      </p:cxnSp>
      <p:cxnSp>
        <p:nvCxnSpPr>
          <p:cNvPr id="377" name="Google Shape;377;p41"/>
          <p:cNvCxnSpPr/>
          <p:nvPr/>
        </p:nvCxnSpPr>
        <p:spPr>
          <a:xfrm>
            <a:off x="8124825" y="2017713"/>
            <a:ext cx="1595438" cy="0"/>
          </a:xfrm>
          <a:prstGeom prst="straightConnector1">
            <a:avLst/>
          </a:prstGeom>
          <a:noFill/>
          <a:ln w="25400" cap="flat" cmpd="sng">
            <a:solidFill>
              <a:schemeClr val="lt1"/>
            </a:solidFill>
            <a:prstDash val="solid"/>
            <a:round/>
            <a:headEnd type="none" w="sm" len="sm"/>
            <a:tailEnd type="none" w="sm" len="sm"/>
          </a:ln>
        </p:spPr>
      </p:cxnSp>
      <p:cxnSp>
        <p:nvCxnSpPr>
          <p:cNvPr id="378" name="Google Shape;378;p41"/>
          <p:cNvCxnSpPr/>
          <p:nvPr/>
        </p:nvCxnSpPr>
        <p:spPr>
          <a:xfrm>
            <a:off x="10013950" y="2017713"/>
            <a:ext cx="1595438" cy="0"/>
          </a:xfrm>
          <a:prstGeom prst="straightConnector1">
            <a:avLst/>
          </a:prstGeom>
          <a:noFill/>
          <a:ln w="25400" cap="flat" cmpd="sng">
            <a:solidFill>
              <a:schemeClr val="lt1"/>
            </a:solidFill>
            <a:prstDash val="solid"/>
            <a:round/>
            <a:headEnd type="none" w="sm" len="sm"/>
            <a:tailEnd type="none" w="sm" len="sm"/>
          </a:ln>
        </p:spPr>
      </p:cxnSp>
      <p:cxnSp>
        <p:nvCxnSpPr>
          <p:cNvPr id="379" name="Google Shape;379;p41"/>
          <p:cNvCxnSpPr/>
          <p:nvPr/>
        </p:nvCxnSpPr>
        <p:spPr>
          <a:xfrm>
            <a:off x="584200" y="4365104"/>
            <a:ext cx="1595438" cy="0"/>
          </a:xfrm>
          <a:prstGeom prst="straightConnector1">
            <a:avLst/>
          </a:prstGeom>
          <a:noFill/>
          <a:ln w="25400" cap="flat" cmpd="sng">
            <a:solidFill>
              <a:schemeClr val="lt1"/>
            </a:solidFill>
            <a:prstDash val="solid"/>
            <a:round/>
            <a:headEnd type="none" w="sm" len="sm"/>
            <a:tailEnd type="none" w="sm" len="sm"/>
          </a:ln>
        </p:spPr>
      </p:cxnSp>
      <p:cxnSp>
        <p:nvCxnSpPr>
          <p:cNvPr id="380" name="Google Shape;380;p41"/>
          <p:cNvCxnSpPr/>
          <p:nvPr/>
        </p:nvCxnSpPr>
        <p:spPr>
          <a:xfrm>
            <a:off x="2495600" y="4365104"/>
            <a:ext cx="1595438" cy="0"/>
          </a:xfrm>
          <a:prstGeom prst="straightConnector1">
            <a:avLst/>
          </a:prstGeom>
          <a:noFill/>
          <a:ln w="25400" cap="flat" cmpd="sng">
            <a:solidFill>
              <a:schemeClr val="lt1"/>
            </a:solidFill>
            <a:prstDash val="solid"/>
            <a:round/>
            <a:headEnd type="none" w="sm" len="sm"/>
            <a:tailEnd type="none" w="sm" len="sm"/>
          </a:ln>
        </p:spPr>
      </p:cxnSp>
      <p:cxnSp>
        <p:nvCxnSpPr>
          <p:cNvPr id="381" name="Google Shape;381;p41"/>
          <p:cNvCxnSpPr/>
          <p:nvPr/>
        </p:nvCxnSpPr>
        <p:spPr>
          <a:xfrm>
            <a:off x="4364037" y="4362631"/>
            <a:ext cx="1595438" cy="0"/>
          </a:xfrm>
          <a:prstGeom prst="straightConnector1">
            <a:avLst/>
          </a:prstGeom>
          <a:noFill/>
          <a:ln w="25400" cap="flat" cmpd="sng">
            <a:solidFill>
              <a:schemeClr val="lt1"/>
            </a:solidFill>
            <a:prstDash val="solid"/>
            <a:round/>
            <a:headEnd type="none" w="sm" len="sm"/>
            <a:tailEnd type="none" w="sm" len="sm"/>
          </a:ln>
        </p:spPr>
      </p:cxnSp>
      <p:cxnSp>
        <p:nvCxnSpPr>
          <p:cNvPr id="382" name="Google Shape;382;p41"/>
          <p:cNvCxnSpPr/>
          <p:nvPr/>
        </p:nvCxnSpPr>
        <p:spPr>
          <a:xfrm>
            <a:off x="6240463" y="4365104"/>
            <a:ext cx="1595438" cy="0"/>
          </a:xfrm>
          <a:prstGeom prst="straightConnector1">
            <a:avLst/>
          </a:prstGeom>
          <a:noFill/>
          <a:ln w="25400" cap="flat" cmpd="sng">
            <a:solidFill>
              <a:schemeClr val="lt1"/>
            </a:solidFill>
            <a:prstDash val="solid"/>
            <a:round/>
            <a:headEnd type="none" w="sm" len="sm"/>
            <a:tailEnd type="none" w="sm" len="sm"/>
          </a:ln>
        </p:spPr>
      </p:cxnSp>
      <p:cxnSp>
        <p:nvCxnSpPr>
          <p:cNvPr id="383" name="Google Shape;383;p41"/>
          <p:cNvCxnSpPr/>
          <p:nvPr/>
        </p:nvCxnSpPr>
        <p:spPr>
          <a:xfrm>
            <a:off x="8124825" y="4365104"/>
            <a:ext cx="1595438" cy="0"/>
          </a:xfrm>
          <a:prstGeom prst="straightConnector1">
            <a:avLst/>
          </a:prstGeom>
          <a:noFill/>
          <a:ln w="25400" cap="flat" cmpd="sng">
            <a:solidFill>
              <a:schemeClr val="lt1"/>
            </a:solidFill>
            <a:prstDash val="solid"/>
            <a:round/>
            <a:headEnd type="none" w="sm" len="sm"/>
            <a:tailEnd type="none" w="sm" len="sm"/>
          </a:ln>
        </p:spPr>
      </p:cxnSp>
      <p:cxnSp>
        <p:nvCxnSpPr>
          <p:cNvPr id="384" name="Google Shape;384;p41"/>
          <p:cNvCxnSpPr/>
          <p:nvPr/>
        </p:nvCxnSpPr>
        <p:spPr>
          <a:xfrm>
            <a:off x="10013950" y="4365104"/>
            <a:ext cx="1595438" cy="0"/>
          </a:xfrm>
          <a:prstGeom prst="straightConnector1">
            <a:avLst/>
          </a:prstGeom>
          <a:noFill/>
          <a:ln w="25400" cap="flat" cmpd="sng">
            <a:solidFill>
              <a:schemeClr val="lt1"/>
            </a:solidFill>
            <a:prstDash val="solid"/>
            <a:round/>
            <a:headEnd type="none" w="sm" len="sm"/>
            <a:tailEnd type="none" w="sm" len="sm"/>
          </a:ln>
        </p:spPr>
      </p:cxnSp>
      <p:sp>
        <p:nvSpPr>
          <p:cNvPr id="385" name="Google Shape;385;p41"/>
          <p:cNvSpPr txBox="1">
            <a:spLocks noGrp="1"/>
          </p:cNvSpPr>
          <p:nvPr>
            <p:ph type="body" idx="16"/>
          </p:nvPr>
        </p:nvSpPr>
        <p:spPr>
          <a:xfrm>
            <a:off x="584200" y="1436688"/>
            <a:ext cx="1595439" cy="581025"/>
          </a:xfrm>
          <a:prstGeom prst="rect">
            <a:avLst/>
          </a:prstGeom>
          <a:noFill/>
          <a:ln>
            <a:noFill/>
          </a:ln>
        </p:spPr>
        <p:txBody>
          <a:bodyPr spcFirstLastPara="1" wrap="square" lIns="90000" tIns="46800" rIns="90000" bIns="46800" anchor="ctr" anchorCtr="0">
            <a:noAutofit/>
          </a:bodyPr>
          <a:lstStyle>
            <a:lvl1pPr marL="457200" lvl="0" indent="-228600" algn="l">
              <a:lnSpc>
                <a:spcPct val="100000"/>
              </a:lnSpc>
              <a:spcBef>
                <a:spcPts val="400"/>
              </a:spcBef>
              <a:spcAft>
                <a:spcPts val="0"/>
              </a:spcAft>
              <a:buClr>
                <a:schemeClr val="lt1"/>
              </a:buClr>
              <a:buSzPts val="1800"/>
              <a:buNone/>
              <a:defRPr sz="2000">
                <a:solidFill>
                  <a:schemeClr val="lt1"/>
                </a:solidFill>
                <a:latin typeface="Quattrocento Sans"/>
                <a:ea typeface="Quattrocento Sans"/>
                <a:cs typeface="Quattrocento Sans"/>
                <a:sym typeface="Quattrocento Sans"/>
              </a:defRPr>
            </a:lvl1pPr>
            <a:lvl2pPr marL="914400" lvl="1" indent="-228600" algn="ctr">
              <a:lnSpc>
                <a:spcPct val="100000"/>
              </a:lnSpc>
              <a:spcBef>
                <a:spcPts val="400"/>
              </a:spcBef>
              <a:spcAft>
                <a:spcPts val="0"/>
              </a:spcAft>
              <a:buClr>
                <a:schemeClr val="lt1"/>
              </a:buClr>
              <a:buSzPts val="1800"/>
              <a:buNone/>
              <a:defRPr>
                <a:solidFill>
                  <a:schemeClr val="lt1"/>
                </a:solidFill>
                <a:latin typeface="Quattrocento Sans"/>
                <a:ea typeface="Quattrocento Sans"/>
                <a:cs typeface="Quattrocento Sans"/>
                <a:sym typeface="Quattrocento Sans"/>
              </a:defRPr>
            </a:lvl2pPr>
            <a:lvl3pPr marL="1371600" lvl="2" indent="-331469" algn="l">
              <a:lnSpc>
                <a:spcPct val="100000"/>
              </a:lnSpc>
              <a:spcBef>
                <a:spcPts val="360"/>
              </a:spcBef>
              <a:spcAft>
                <a:spcPts val="0"/>
              </a:spcAft>
              <a:buClr>
                <a:schemeClr val="dk1"/>
              </a:buClr>
              <a:buSzPts val="1620"/>
              <a:buChar char="·"/>
              <a:defRPr/>
            </a:lvl3pPr>
            <a:lvl4pPr marL="1828800" lvl="3" indent="-331469" algn="l">
              <a:lnSpc>
                <a:spcPct val="100000"/>
              </a:lnSpc>
              <a:spcBef>
                <a:spcPts val="360"/>
              </a:spcBef>
              <a:spcAft>
                <a:spcPts val="0"/>
              </a:spcAft>
              <a:buClr>
                <a:schemeClr val="dk1"/>
              </a:buClr>
              <a:buSzPts val="1620"/>
              <a:buChar char="·"/>
              <a:defRPr/>
            </a:lvl4pPr>
            <a:lvl5pPr marL="2286000" lvl="4" indent="-331470" algn="l">
              <a:lnSpc>
                <a:spcPct val="100000"/>
              </a:lnSpc>
              <a:spcBef>
                <a:spcPts val="360"/>
              </a:spcBef>
              <a:spcAft>
                <a:spcPts val="0"/>
              </a:spcAft>
              <a:buClr>
                <a:schemeClr val="dk1"/>
              </a:buClr>
              <a:buSzPts val="162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386" name="Google Shape;386;p41"/>
          <p:cNvSpPr txBox="1">
            <a:spLocks noGrp="1"/>
          </p:cNvSpPr>
          <p:nvPr>
            <p:ph type="body" idx="17"/>
          </p:nvPr>
        </p:nvSpPr>
        <p:spPr>
          <a:xfrm>
            <a:off x="2470150" y="1436688"/>
            <a:ext cx="1595438" cy="581025"/>
          </a:xfrm>
          <a:prstGeom prst="rect">
            <a:avLst/>
          </a:prstGeom>
          <a:noFill/>
          <a:ln>
            <a:noFill/>
          </a:ln>
        </p:spPr>
        <p:txBody>
          <a:bodyPr spcFirstLastPara="1" wrap="square" lIns="90000" tIns="46800" rIns="90000" bIns="46800" anchor="ctr" anchorCtr="0">
            <a:noAutofit/>
          </a:bodyPr>
          <a:lstStyle>
            <a:lvl1pPr marL="457200" lvl="0" indent="-228600" algn="l">
              <a:lnSpc>
                <a:spcPct val="100000"/>
              </a:lnSpc>
              <a:spcBef>
                <a:spcPts val="400"/>
              </a:spcBef>
              <a:spcAft>
                <a:spcPts val="0"/>
              </a:spcAft>
              <a:buClr>
                <a:schemeClr val="lt1"/>
              </a:buClr>
              <a:buSzPts val="1800"/>
              <a:buNone/>
              <a:defRPr sz="2000">
                <a:solidFill>
                  <a:schemeClr val="lt1"/>
                </a:solidFill>
                <a:latin typeface="Quattrocento Sans"/>
                <a:ea typeface="Quattrocento Sans"/>
                <a:cs typeface="Quattrocento Sans"/>
                <a:sym typeface="Quattrocento Sans"/>
              </a:defRPr>
            </a:lvl1pPr>
            <a:lvl2pPr marL="914400" lvl="1" indent="-228600" algn="ctr">
              <a:lnSpc>
                <a:spcPct val="100000"/>
              </a:lnSpc>
              <a:spcBef>
                <a:spcPts val="400"/>
              </a:spcBef>
              <a:spcAft>
                <a:spcPts val="0"/>
              </a:spcAft>
              <a:buClr>
                <a:schemeClr val="lt1"/>
              </a:buClr>
              <a:buSzPts val="1800"/>
              <a:buNone/>
              <a:defRPr>
                <a:solidFill>
                  <a:schemeClr val="lt1"/>
                </a:solidFill>
                <a:latin typeface="Quattrocento Sans"/>
                <a:ea typeface="Quattrocento Sans"/>
                <a:cs typeface="Quattrocento Sans"/>
                <a:sym typeface="Quattrocento Sans"/>
              </a:defRPr>
            </a:lvl2pPr>
            <a:lvl3pPr marL="1371600" lvl="2" indent="-331469" algn="l">
              <a:lnSpc>
                <a:spcPct val="100000"/>
              </a:lnSpc>
              <a:spcBef>
                <a:spcPts val="360"/>
              </a:spcBef>
              <a:spcAft>
                <a:spcPts val="0"/>
              </a:spcAft>
              <a:buClr>
                <a:schemeClr val="dk1"/>
              </a:buClr>
              <a:buSzPts val="1620"/>
              <a:buChar char="·"/>
              <a:defRPr/>
            </a:lvl3pPr>
            <a:lvl4pPr marL="1828800" lvl="3" indent="-331469" algn="l">
              <a:lnSpc>
                <a:spcPct val="100000"/>
              </a:lnSpc>
              <a:spcBef>
                <a:spcPts val="360"/>
              </a:spcBef>
              <a:spcAft>
                <a:spcPts val="0"/>
              </a:spcAft>
              <a:buClr>
                <a:schemeClr val="dk1"/>
              </a:buClr>
              <a:buSzPts val="1620"/>
              <a:buChar char="·"/>
              <a:defRPr/>
            </a:lvl4pPr>
            <a:lvl5pPr marL="2286000" lvl="4" indent="-331470" algn="l">
              <a:lnSpc>
                <a:spcPct val="100000"/>
              </a:lnSpc>
              <a:spcBef>
                <a:spcPts val="360"/>
              </a:spcBef>
              <a:spcAft>
                <a:spcPts val="0"/>
              </a:spcAft>
              <a:buClr>
                <a:schemeClr val="dk1"/>
              </a:buClr>
              <a:buSzPts val="162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387" name="Google Shape;387;p41"/>
          <p:cNvSpPr txBox="1">
            <a:spLocks noGrp="1"/>
          </p:cNvSpPr>
          <p:nvPr>
            <p:ph type="body" idx="18"/>
          </p:nvPr>
        </p:nvSpPr>
        <p:spPr>
          <a:xfrm>
            <a:off x="4367808" y="1436688"/>
            <a:ext cx="1595438" cy="581025"/>
          </a:xfrm>
          <a:prstGeom prst="rect">
            <a:avLst/>
          </a:prstGeom>
          <a:noFill/>
          <a:ln>
            <a:noFill/>
          </a:ln>
        </p:spPr>
        <p:txBody>
          <a:bodyPr spcFirstLastPara="1" wrap="square" lIns="90000" tIns="46800" rIns="90000" bIns="46800" anchor="ctr" anchorCtr="0">
            <a:noAutofit/>
          </a:bodyPr>
          <a:lstStyle>
            <a:lvl1pPr marL="457200" lvl="0" indent="-228600" algn="l">
              <a:lnSpc>
                <a:spcPct val="100000"/>
              </a:lnSpc>
              <a:spcBef>
                <a:spcPts val="400"/>
              </a:spcBef>
              <a:spcAft>
                <a:spcPts val="0"/>
              </a:spcAft>
              <a:buClr>
                <a:schemeClr val="lt1"/>
              </a:buClr>
              <a:buSzPts val="1800"/>
              <a:buNone/>
              <a:defRPr sz="2000">
                <a:solidFill>
                  <a:schemeClr val="lt1"/>
                </a:solidFill>
                <a:latin typeface="Quattrocento Sans"/>
                <a:ea typeface="Quattrocento Sans"/>
                <a:cs typeface="Quattrocento Sans"/>
                <a:sym typeface="Quattrocento Sans"/>
              </a:defRPr>
            </a:lvl1pPr>
            <a:lvl2pPr marL="914400" lvl="1" indent="-228600" algn="ctr">
              <a:lnSpc>
                <a:spcPct val="100000"/>
              </a:lnSpc>
              <a:spcBef>
                <a:spcPts val="400"/>
              </a:spcBef>
              <a:spcAft>
                <a:spcPts val="0"/>
              </a:spcAft>
              <a:buClr>
                <a:schemeClr val="lt1"/>
              </a:buClr>
              <a:buSzPts val="1800"/>
              <a:buNone/>
              <a:defRPr>
                <a:solidFill>
                  <a:schemeClr val="lt1"/>
                </a:solidFill>
                <a:latin typeface="Quattrocento Sans"/>
                <a:ea typeface="Quattrocento Sans"/>
                <a:cs typeface="Quattrocento Sans"/>
                <a:sym typeface="Quattrocento Sans"/>
              </a:defRPr>
            </a:lvl2pPr>
            <a:lvl3pPr marL="1371600" lvl="2" indent="-331469" algn="l">
              <a:lnSpc>
                <a:spcPct val="100000"/>
              </a:lnSpc>
              <a:spcBef>
                <a:spcPts val="360"/>
              </a:spcBef>
              <a:spcAft>
                <a:spcPts val="0"/>
              </a:spcAft>
              <a:buClr>
                <a:schemeClr val="dk1"/>
              </a:buClr>
              <a:buSzPts val="1620"/>
              <a:buChar char="·"/>
              <a:defRPr/>
            </a:lvl3pPr>
            <a:lvl4pPr marL="1828800" lvl="3" indent="-331469" algn="l">
              <a:lnSpc>
                <a:spcPct val="100000"/>
              </a:lnSpc>
              <a:spcBef>
                <a:spcPts val="360"/>
              </a:spcBef>
              <a:spcAft>
                <a:spcPts val="0"/>
              </a:spcAft>
              <a:buClr>
                <a:schemeClr val="dk1"/>
              </a:buClr>
              <a:buSzPts val="1620"/>
              <a:buChar char="·"/>
              <a:defRPr/>
            </a:lvl4pPr>
            <a:lvl5pPr marL="2286000" lvl="4" indent="-331470" algn="l">
              <a:lnSpc>
                <a:spcPct val="100000"/>
              </a:lnSpc>
              <a:spcBef>
                <a:spcPts val="360"/>
              </a:spcBef>
              <a:spcAft>
                <a:spcPts val="0"/>
              </a:spcAft>
              <a:buClr>
                <a:schemeClr val="dk1"/>
              </a:buClr>
              <a:buSzPts val="162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388" name="Google Shape;388;p41"/>
          <p:cNvSpPr txBox="1">
            <a:spLocks noGrp="1"/>
          </p:cNvSpPr>
          <p:nvPr>
            <p:ph type="body" idx="19"/>
          </p:nvPr>
        </p:nvSpPr>
        <p:spPr>
          <a:xfrm>
            <a:off x="6240016" y="1436688"/>
            <a:ext cx="1595438" cy="581025"/>
          </a:xfrm>
          <a:prstGeom prst="rect">
            <a:avLst/>
          </a:prstGeom>
          <a:noFill/>
          <a:ln>
            <a:noFill/>
          </a:ln>
        </p:spPr>
        <p:txBody>
          <a:bodyPr spcFirstLastPara="1" wrap="square" lIns="90000" tIns="46800" rIns="90000" bIns="46800" anchor="ctr" anchorCtr="0">
            <a:noAutofit/>
          </a:bodyPr>
          <a:lstStyle>
            <a:lvl1pPr marL="457200" lvl="0" indent="-228600" algn="l">
              <a:lnSpc>
                <a:spcPct val="100000"/>
              </a:lnSpc>
              <a:spcBef>
                <a:spcPts val="400"/>
              </a:spcBef>
              <a:spcAft>
                <a:spcPts val="0"/>
              </a:spcAft>
              <a:buClr>
                <a:schemeClr val="lt1"/>
              </a:buClr>
              <a:buSzPts val="1800"/>
              <a:buNone/>
              <a:defRPr sz="2000">
                <a:solidFill>
                  <a:schemeClr val="lt1"/>
                </a:solidFill>
                <a:latin typeface="Quattrocento Sans"/>
                <a:ea typeface="Quattrocento Sans"/>
                <a:cs typeface="Quattrocento Sans"/>
                <a:sym typeface="Quattrocento Sans"/>
              </a:defRPr>
            </a:lvl1pPr>
            <a:lvl2pPr marL="914400" lvl="1" indent="-228600" algn="ctr">
              <a:lnSpc>
                <a:spcPct val="100000"/>
              </a:lnSpc>
              <a:spcBef>
                <a:spcPts val="400"/>
              </a:spcBef>
              <a:spcAft>
                <a:spcPts val="0"/>
              </a:spcAft>
              <a:buClr>
                <a:schemeClr val="lt1"/>
              </a:buClr>
              <a:buSzPts val="1800"/>
              <a:buNone/>
              <a:defRPr>
                <a:solidFill>
                  <a:schemeClr val="lt1"/>
                </a:solidFill>
                <a:latin typeface="Quattrocento Sans"/>
                <a:ea typeface="Quattrocento Sans"/>
                <a:cs typeface="Quattrocento Sans"/>
                <a:sym typeface="Quattrocento Sans"/>
              </a:defRPr>
            </a:lvl2pPr>
            <a:lvl3pPr marL="1371600" lvl="2" indent="-331469" algn="l">
              <a:lnSpc>
                <a:spcPct val="100000"/>
              </a:lnSpc>
              <a:spcBef>
                <a:spcPts val="360"/>
              </a:spcBef>
              <a:spcAft>
                <a:spcPts val="0"/>
              </a:spcAft>
              <a:buClr>
                <a:schemeClr val="dk1"/>
              </a:buClr>
              <a:buSzPts val="1620"/>
              <a:buChar char="·"/>
              <a:defRPr/>
            </a:lvl3pPr>
            <a:lvl4pPr marL="1828800" lvl="3" indent="-331469" algn="l">
              <a:lnSpc>
                <a:spcPct val="100000"/>
              </a:lnSpc>
              <a:spcBef>
                <a:spcPts val="360"/>
              </a:spcBef>
              <a:spcAft>
                <a:spcPts val="0"/>
              </a:spcAft>
              <a:buClr>
                <a:schemeClr val="dk1"/>
              </a:buClr>
              <a:buSzPts val="1620"/>
              <a:buChar char="·"/>
              <a:defRPr/>
            </a:lvl4pPr>
            <a:lvl5pPr marL="2286000" lvl="4" indent="-331470" algn="l">
              <a:lnSpc>
                <a:spcPct val="100000"/>
              </a:lnSpc>
              <a:spcBef>
                <a:spcPts val="360"/>
              </a:spcBef>
              <a:spcAft>
                <a:spcPts val="0"/>
              </a:spcAft>
              <a:buClr>
                <a:schemeClr val="dk1"/>
              </a:buClr>
              <a:buSzPts val="162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389" name="Google Shape;389;p41"/>
          <p:cNvSpPr txBox="1">
            <a:spLocks noGrp="1"/>
          </p:cNvSpPr>
          <p:nvPr>
            <p:ph type="body" idx="20"/>
          </p:nvPr>
        </p:nvSpPr>
        <p:spPr>
          <a:xfrm>
            <a:off x="8128000" y="1436688"/>
            <a:ext cx="1595438" cy="581025"/>
          </a:xfrm>
          <a:prstGeom prst="rect">
            <a:avLst/>
          </a:prstGeom>
          <a:noFill/>
          <a:ln>
            <a:noFill/>
          </a:ln>
        </p:spPr>
        <p:txBody>
          <a:bodyPr spcFirstLastPara="1" wrap="square" lIns="90000" tIns="46800" rIns="90000" bIns="46800" anchor="ctr" anchorCtr="0">
            <a:noAutofit/>
          </a:bodyPr>
          <a:lstStyle>
            <a:lvl1pPr marL="457200" lvl="0" indent="-228600" algn="l">
              <a:lnSpc>
                <a:spcPct val="100000"/>
              </a:lnSpc>
              <a:spcBef>
                <a:spcPts val="400"/>
              </a:spcBef>
              <a:spcAft>
                <a:spcPts val="0"/>
              </a:spcAft>
              <a:buClr>
                <a:schemeClr val="lt1"/>
              </a:buClr>
              <a:buSzPts val="1800"/>
              <a:buNone/>
              <a:defRPr sz="2000">
                <a:solidFill>
                  <a:schemeClr val="lt1"/>
                </a:solidFill>
                <a:latin typeface="Quattrocento Sans"/>
                <a:ea typeface="Quattrocento Sans"/>
                <a:cs typeface="Quattrocento Sans"/>
                <a:sym typeface="Quattrocento Sans"/>
              </a:defRPr>
            </a:lvl1pPr>
            <a:lvl2pPr marL="914400" lvl="1" indent="-228600" algn="ctr">
              <a:lnSpc>
                <a:spcPct val="100000"/>
              </a:lnSpc>
              <a:spcBef>
                <a:spcPts val="400"/>
              </a:spcBef>
              <a:spcAft>
                <a:spcPts val="0"/>
              </a:spcAft>
              <a:buClr>
                <a:schemeClr val="lt1"/>
              </a:buClr>
              <a:buSzPts val="1800"/>
              <a:buNone/>
              <a:defRPr>
                <a:solidFill>
                  <a:schemeClr val="lt1"/>
                </a:solidFill>
                <a:latin typeface="Quattrocento Sans"/>
                <a:ea typeface="Quattrocento Sans"/>
                <a:cs typeface="Quattrocento Sans"/>
                <a:sym typeface="Quattrocento Sans"/>
              </a:defRPr>
            </a:lvl2pPr>
            <a:lvl3pPr marL="1371600" lvl="2" indent="-331469" algn="l">
              <a:lnSpc>
                <a:spcPct val="100000"/>
              </a:lnSpc>
              <a:spcBef>
                <a:spcPts val="360"/>
              </a:spcBef>
              <a:spcAft>
                <a:spcPts val="0"/>
              </a:spcAft>
              <a:buClr>
                <a:schemeClr val="dk1"/>
              </a:buClr>
              <a:buSzPts val="1620"/>
              <a:buChar char="·"/>
              <a:defRPr/>
            </a:lvl3pPr>
            <a:lvl4pPr marL="1828800" lvl="3" indent="-331469" algn="l">
              <a:lnSpc>
                <a:spcPct val="100000"/>
              </a:lnSpc>
              <a:spcBef>
                <a:spcPts val="360"/>
              </a:spcBef>
              <a:spcAft>
                <a:spcPts val="0"/>
              </a:spcAft>
              <a:buClr>
                <a:schemeClr val="dk1"/>
              </a:buClr>
              <a:buSzPts val="1620"/>
              <a:buChar char="·"/>
              <a:defRPr/>
            </a:lvl4pPr>
            <a:lvl5pPr marL="2286000" lvl="4" indent="-331470" algn="l">
              <a:lnSpc>
                <a:spcPct val="100000"/>
              </a:lnSpc>
              <a:spcBef>
                <a:spcPts val="360"/>
              </a:spcBef>
              <a:spcAft>
                <a:spcPts val="0"/>
              </a:spcAft>
              <a:buClr>
                <a:schemeClr val="dk1"/>
              </a:buClr>
              <a:buSzPts val="162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390" name="Google Shape;390;p41"/>
          <p:cNvSpPr txBox="1">
            <a:spLocks noGrp="1"/>
          </p:cNvSpPr>
          <p:nvPr>
            <p:ph type="body" idx="21"/>
          </p:nvPr>
        </p:nvSpPr>
        <p:spPr>
          <a:xfrm>
            <a:off x="10013950" y="1436688"/>
            <a:ext cx="1595438" cy="581025"/>
          </a:xfrm>
          <a:prstGeom prst="rect">
            <a:avLst/>
          </a:prstGeom>
          <a:noFill/>
          <a:ln>
            <a:noFill/>
          </a:ln>
        </p:spPr>
        <p:txBody>
          <a:bodyPr spcFirstLastPara="1" wrap="square" lIns="90000" tIns="46800" rIns="90000" bIns="46800" anchor="ctr" anchorCtr="0">
            <a:noAutofit/>
          </a:bodyPr>
          <a:lstStyle>
            <a:lvl1pPr marL="457200" lvl="0" indent="-228600" algn="l">
              <a:lnSpc>
                <a:spcPct val="100000"/>
              </a:lnSpc>
              <a:spcBef>
                <a:spcPts val="400"/>
              </a:spcBef>
              <a:spcAft>
                <a:spcPts val="0"/>
              </a:spcAft>
              <a:buClr>
                <a:schemeClr val="lt1"/>
              </a:buClr>
              <a:buSzPts val="1800"/>
              <a:buNone/>
              <a:defRPr sz="2000">
                <a:solidFill>
                  <a:schemeClr val="lt1"/>
                </a:solidFill>
                <a:latin typeface="Quattrocento Sans"/>
                <a:ea typeface="Quattrocento Sans"/>
                <a:cs typeface="Quattrocento Sans"/>
                <a:sym typeface="Quattrocento Sans"/>
              </a:defRPr>
            </a:lvl1pPr>
            <a:lvl2pPr marL="914400" lvl="1" indent="-228600" algn="ctr">
              <a:lnSpc>
                <a:spcPct val="100000"/>
              </a:lnSpc>
              <a:spcBef>
                <a:spcPts val="400"/>
              </a:spcBef>
              <a:spcAft>
                <a:spcPts val="0"/>
              </a:spcAft>
              <a:buClr>
                <a:schemeClr val="lt1"/>
              </a:buClr>
              <a:buSzPts val="1800"/>
              <a:buNone/>
              <a:defRPr>
                <a:solidFill>
                  <a:schemeClr val="lt1"/>
                </a:solidFill>
                <a:latin typeface="Quattrocento Sans"/>
                <a:ea typeface="Quattrocento Sans"/>
                <a:cs typeface="Quattrocento Sans"/>
                <a:sym typeface="Quattrocento Sans"/>
              </a:defRPr>
            </a:lvl2pPr>
            <a:lvl3pPr marL="1371600" lvl="2" indent="-331469" algn="l">
              <a:lnSpc>
                <a:spcPct val="100000"/>
              </a:lnSpc>
              <a:spcBef>
                <a:spcPts val="360"/>
              </a:spcBef>
              <a:spcAft>
                <a:spcPts val="0"/>
              </a:spcAft>
              <a:buClr>
                <a:schemeClr val="dk1"/>
              </a:buClr>
              <a:buSzPts val="1620"/>
              <a:buChar char="·"/>
              <a:defRPr/>
            </a:lvl3pPr>
            <a:lvl4pPr marL="1828800" lvl="3" indent="-331469" algn="l">
              <a:lnSpc>
                <a:spcPct val="100000"/>
              </a:lnSpc>
              <a:spcBef>
                <a:spcPts val="360"/>
              </a:spcBef>
              <a:spcAft>
                <a:spcPts val="0"/>
              </a:spcAft>
              <a:buClr>
                <a:schemeClr val="dk1"/>
              </a:buClr>
              <a:buSzPts val="1620"/>
              <a:buChar char="·"/>
              <a:defRPr/>
            </a:lvl4pPr>
            <a:lvl5pPr marL="2286000" lvl="4" indent="-331470" algn="l">
              <a:lnSpc>
                <a:spcPct val="100000"/>
              </a:lnSpc>
              <a:spcBef>
                <a:spcPts val="360"/>
              </a:spcBef>
              <a:spcAft>
                <a:spcPts val="0"/>
              </a:spcAft>
              <a:buClr>
                <a:schemeClr val="dk1"/>
              </a:buClr>
              <a:buSzPts val="162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391" name="Google Shape;391;p41"/>
          <p:cNvSpPr txBox="1">
            <a:spLocks noGrp="1"/>
          </p:cNvSpPr>
          <p:nvPr>
            <p:ph type="body" idx="22"/>
          </p:nvPr>
        </p:nvSpPr>
        <p:spPr>
          <a:xfrm>
            <a:off x="584200" y="3789040"/>
            <a:ext cx="1595439" cy="581025"/>
          </a:xfrm>
          <a:prstGeom prst="rect">
            <a:avLst/>
          </a:prstGeom>
          <a:noFill/>
          <a:ln>
            <a:noFill/>
          </a:ln>
        </p:spPr>
        <p:txBody>
          <a:bodyPr spcFirstLastPara="1" wrap="square" lIns="90000" tIns="46800" rIns="90000" bIns="46800" anchor="ctr" anchorCtr="0">
            <a:noAutofit/>
          </a:bodyPr>
          <a:lstStyle>
            <a:lvl1pPr marL="457200" lvl="0" indent="-228600" algn="l">
              <a:lnSpc>
                <a:spcPct val="100000"/>
              </a:lnSpc>
              <a:spcBef>
                <a:spcPts val="400"/>
              </a:spcBef>
              <a:spcAft>
                <a:spcPts val="0"/>
              </a:spcAft>
              <a:buClr>
                <a:schemeClr val="lt1"/>
              </a:buClr>
              <a:buSzPts val="1800"/>
              <a:buNone/>
              <a:defRPr sz="2000">
                <a:solidFill>
                  <a:schemeClr val="lt1"/>
                </a:solidFill>
                <a:latin typeface="Quattrocento Sans"/>
                <a:ea typeface="Quattrocento Sans"/>
                <a:cs typeface="Quattrocento Sans"/>
                <a:sym typeface="Quattrocento Sans"/>
              </a:defRPr>
            </a:lvl1pPr>
            <a:lvl2pPr marL="914400" lvl="1" indent="-228600" algn="ctr">
              <a:lnSpc>
                <a:spcPct val="100000"/>
              </a:lnSpc>
              <a:spcBef>
                <a:spcPts val="400"/>
              </a:spcBef>
              <a:spcAft>
                <a:spcPts val="0"/>
              </a:spcAft>
              <a:buClr>
                <a:schemeClr val="lt1"/>
              </a:buClr>
              <a:buSzPts val="1800"/>
              <a:buNone/>
              <a:defRPr>
                <a:solidFill>
                  <a:schemeClr val="lt1"/>
                </a:solidFill>
                <a:latin typeface="Quattrocento Sans"/>
                <a:ea typeface="Quattrocento Sans"/>
                <a:cs typeface="Quattrocento Sans"/>
                <a:sym typeface="Quattrocento Sans"/>
              </a:defRPr>
            </a:lvl2pPr>
            <a:lvl3pPr marL="1371600" lvl="2" indent="-331469" algn="l">
              <a:lnSpc>
                <a:spcPct val="100000"/>
              </a:lnSpc>
              <a:spcBef>
                <a:spcPts val="360"/>
              </a:spcBef>
              <a:spcAft>
                <a:spcPts val="0"/>
              </a:spcAft>
              <a:buClr>
                <a:schemeClr val="dk1"/>
              </a:buClr>
              <a:buSzPts val="1620"/>
              <a:buChar char="·"/>
              <a:defRPr/>
            </a:lvl3pPr>
            <a:lvl4pPr marL="1828800" lvl="3" indent="-331469" algn="l">
              <a:lnSpc>
                <a:spcPct val="100000"/>
              </a:lnSpc>
              <a:spcBef>
                <a:spcPts val="360"/>
              </a:spcBef>
              <a:spcAft>
                <a:spcPts val="0"/>
              </a:spcAft>
              <a:buClr>
                <a:schemeClr val="dk1"/>
              </a:buClr>
              <a:buSzPts val="1620"/>
              <a:buChar char="·"/>
              <a:defRPr/>
            </a:lvl4pPr>
            <a:lvl5pPr marL="2286000" lvl="4" indent="-331470" algn="l">
              <a:lnSpc>
                <a:spcPct val="100000"/>
              </a:lnSpc>
              <a:spcBef>
                <a:spcPts val="360"/>
              </a:spcBef>
              <a:spcAft>
                <a:spcPts val="0"/>
              </a:spcAft>
              <a:buClr>
                <a:schemeClr val="dk1"/>
              </a:buClr>
              <a:buSzPts val="162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392" name="Google Shape;392;p41"/>
          <p:cNvSpPr txBox="1">
            <a:spLocks noGrp="1"/>
          </p:cNvSpPr>
          <p:nvPr>
            <p:ph type="body" idx="23"/>
          </p:nvPr>
        </p:nvSpPr>
        <p:spPr>
          <a:xfrm>
            <a:off x="2470150" y="3789040"/>
            <a:ext cx="1595438" cy="581025"/>
          </a:xfrm>
          <a:prstGeom prst="rect">
            <a:avLst/>
          </a:prstGeom>
          <a:noFill/>
          <a:ln>
            <a:noFill/>
          </a:ln>
        </p:spPr>
        <p:txBody>
          <a:bodyPr spcFirstLastPara="1" wrap="square" lIns="90000" tIns="46800" rIns="90000" bIns="46800" anchor="ctr" anchorCtr="0">
            <a:noAutofit/>
          </a:bodyPr>
          <a:lstStyle>
            <a:lvl1pPr marL="457200" lvl="0" indent="-228600" algn="l">
              <a:lnSpc>
                <a:spcPct val="100000"/>
              </a:lnSpc>
              <a:spcBef>
                <a:spcPts val="400"/>
              </a:spcBef>
              <a:spcAft>
                <a:spcPts val="0"/>
              </a:spcAft>
              <a:buClr>
                <a:schemeClr val="lt1"/>
              </a:buClr>
              <a:buSzPts val="1800"/>
              <a:buNone/>
              <a:defRPr sz="2000">
                <a:solidFill>
                  <a:schemeClr val="lt1"/>
                </a:solidFill>
                <a:latin typeface="Quattrocento Sans"/>
                <a:ea typeface="Quattrocento Sans"/>
                <a:cs typeface="Quattrocento Sans"/>
                <a:sym typeface="Quattrocento Sans"/>
              </a:defRPr>
            </a:lvl1pPr>
            <a:lvl2pPr marL="914400" lvl="1" indent="-228600" algn="ctr">
              <a:lnSpc>
                <a:spcPct val="100000"/>
              </a:lnSpc>
              <a:spcBef>
                <a:spcPts val="400"/>
              </a:spcBef>
              <a:spcAft>
                <a:spcPts val="0"/>
              </a:spcAft>
              <a:buClr>
                <a:schemeClr val="lt1"/>
              </a:buClr>
              <a:buSzPts val="1800"/>
              <a:buNone/>
              <a:defRPr>
                <a:solidFill>
                  <a:schemeClr val="lt1"/>
                </a:solidFill>
                <a:latin typeface="Quattrocento Sans"/>
                <a:ea typeface="Quattrocento Sans"/>
                <a:cs typeface="Quattrocento Sans"/>
                <a:sym typeface="Quattrocento Sans"/>
              </a:defRPr>
            </a:lvl2pPr>
            <a:lvl3pPr marL="1371600" lvl="2" indent="-331469" algn="l">
              <a:lnSpc>
                <a:spcPct val="100000"/>
              </a:lnSpc>
              <a:spcBef>
                <a:spcPts val="360"/>
              </a:spcBef>
              <a:spcAft>
                <a:spcPts val="0"/>
              </a:spcAft>
              <a:buClr>
                <a:schemeClr val="dk1"/>
              </a:buClr>
              <a:buSzPts val="1620"/>
              <a:buChar char="·"/>
              <a:defRPr/>
            </a:lvl3pPr>
            <a:lvl4pPr marL="1828800" lvl="3" indent="-331469" algn="l">
              <a:lnSpc>
                <a:spcPct val="100000"/>
              </a:lnSpc>
              <a:spcBef>
                <a:spcPts val="360"/>
              </a:spcBef>
              <a:spcAft>
                <a:spcPts val="0"/>
              </a:spcAft>
              <a:buClr>
                <a:schemeClr val="dk1"/>
              </a:buClr>
              <a:buSzPts val="1620"/>
              <a:buChar char="·"/>
              <a:defRPr/>
            </a:lvl4pPr>
            <a:lvl5pPr marL="2286000" lvl="4" indent="-331470" algn="l">
              <a:lnSpc>
                <a:spcPct val="100000"/>
              </a:lnSpc>
              <a:spcBef>
                <a:spcPts val="360"/>
              </a:spcBef>
              <a:spcAft>
                <a:spcPts val="0"/>
              </a:spcAft>
              <a:buClr>
                <a:schemeClr val="dk1"/>
              </a:buClr>
              <a:buSzPts val="162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393" name="Google Shape;393;p41"/>
          <p:cNvSpPr txBox="1">
            <a:spLocks noGrp="1"/>
          </p:cNvSpPr>
          <p:nvPr>
            <p:ph type="body" idx="24"/>
          </p:nvPr>
        </p:nvSpPr>
        <p:spPr>
          <a:xfrm>
            <a:off x="4367808" y="3789040"/>
            <a:ext cx="1595438" cy="581025"/>
          </a:xfrm>
          <a:prstGeom prst="rect">
            <a:avLst/>
          </a:prstGeom>
          <a:noFill/>
          <a:ln>
            <a:noFill/>
          </a:ln>
        </p:spPr>
        <p:txBody>
          <a:bodyPr spcFirstLastPara="1" wrap="square" lIns="90000" tIns="46800" rIns="90000" bIns="46800" anchor="ctr" anchorCtr="0">
            <a:noAutofit/>
          </a:bodyPr>
          <a:lstStyle>
            <a:lvl1pPr marL="457200" lvl="0" indent="-228600" algn="l">
              <a:lnSpc>
                <a:spcPct val="100000"/>
              </a:lnSpc>
              <a:spcBef>
                <a:spcPts val="400"/>
              </a:spcBef>
              <a:spcAft>
                <a:spcPts val="0"/>
              </a:spcAft>
              <a:buClr>
                <a:schemeClr val="lt1"/>
              </a:buClr>
              <a:buSzPts val="1800"/>
              <a:buNone/>
              <a:defRPr sz="2000">
                <a:solidFill>
                  <a:schemeClr val="lt1"/>
                </a:solidFill>
                <a:latin typeface="Quattrocento Sans"/>
                <a:ea typeface="Quattrocento Sans"/>
                <a:cs typeface="Quattrocento Sans"/>
                <a:sym typeface="Quattrocento Sans"/>
              </a:defRPr>
            </a:lvl1pPr>
            <a:lvl2pPr marL="914400" lvl="1" indent="-228600" algn="ctr">
              <a:lnSpc>
                <a:spcPct val="100000"/>
              </a:lnSpc>
              <a:spcBef>
                <a:spcPts val="400"/>
              </a:spcBef>
              <a:spcAft>
                <a:spcPts val="0"/>
              </a:spcAft>
              <a:buClr>
                <a:schemeClr val="lt1"/>
              </a:buClr>
              <a:buSzPts val="1800"/>
              <a:buNone/>
              <a:defRPr>
                <a:solidFill>
                  <a:schemeClr val="lt1"/>
                </a:solidFill>
                <a:latin typeface="Quattrocento Sans"/>
                <a:ea typeface="Quattrocento Sans"/>
                <a:cs typeface="Quattrocento Sans"/>
                <a:sym typeface="Quattrocento Sans"/>
              </a:defRPr>
            </a:lvl2pPr>
            <a:lvl3pPr marL="1371600" lvl="2" indent="-331469" algn="l">
              <a:lnSpc>
                <a:spcPct val="100000"/>
              </a:lnSpc>
              <a:spcBef>
                <a:spcPts val="360"/>
              </a:spcBef>
              <a:spcAft>
                <a:spcPts val="0"/>
              </a:spcAft>
              <a:buClr>
                <a:schemeClr val="dk1"/>
              </a:buClr>
              <a:buSzPts val="1620"/>
              <a:buChar char="·"/>
              <a:defRPr/>
            </a:lvl3pPr>
            <a:lvl4pPr marL="1828800" lvl="3" indent="-331469" algn="l">
              <a:lnSpc>
                <a:spcPct val="100000"/>
              </a:lnSpc>
              <a:spcBef>
                <a:spcPts val="360"/>
              </a:spcBef>
              <a:spcAft>
                <a:spcPts val="0"/>
              </a:spcAft>
              <a:buClr>
                <a:schemeClr val="dk1"/>
              </a:buClr>
              <a:buSzPts val="1620"/>
              <a:buChar char="·"/>
              <a:defRPr/>
            </a:lvl4pPr>
            <a:lvl5pPr marL="2286000" lvl="4" indent="-331470" algn="l">
              <a:lnSpc>
                <a:spcPct val="100000"/>
              </a:lnSpc>
              <a:spcBef>
                <a:spcPts val="360"/>
              </a:spcBef>
              <a:spcAft>
                <a:spcPts val="0"/>
              </a:spcAft>
              <a:buClr>
                <a:schemeClr val="dk1"/>
              </a:buClr>
              <a:buSzPts val="162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394" name="Google Shape;394;p41"/>
          <p:cNvSpPr txBox="1">
            <a:spLocks noGrp="1"/>
          </p:cNvSpPr>
          <p:nvPr>
            <p:ph type="body" idx="25"/>
          </p:nvPr>
        </p:nvSpPr>
        <p:spPr>
          <a:xfrm>
            <a:off x="6240016" y="3789040"/>
            <a:ext cx="1595438" cy="581025"/>
          </a:xfrm>
          <a:prstGeom prst="rect">
            <a:avLst/>
          </a:prstGeom>
          <a:noFill/>
          <a:ln>
            <a:noFill/>
          </a:ln>
        </p:spPr>
        <p:txBody>
          <a:bodyPr spcFirstLastPara="1" wrap="square" lIns="90000" tIns="46800" rIns="90000" bIns="46800" anchor="ctr" anchorCtr="0">
            <a:noAutofit/>
          </a:bodyPr>
          <a:lstStyle>
            <a:lvl1pPr marL="457200" lvl="0" indent="-228600" algn="l">
              <a:lnSpc>
                <a:spcPct val="100000"/>
              </a:lnSpc>
              <a:spcBef>
                <a:spcPts val="400"/>
              </a:spcBef>
              <a:spcAft>
                <a:spcPts val="0"/>
              </a:spcAft>
              <a:buClr>
                <a:schemeClr val="lt1"/>
              </a:buClr>
              <a:buSzPts val="1800"/>
              <a:buNone/>
              <a:defRPr sz="2000">
                <a:solidFill>
                  <a:schemeClr val="lt1"/>
                </a:solidFill>
                <a:latin typeface="Quattrocento Sans"/>
                <a:ea typeface="Quattrocento Sans"/>
                <a:cs typeface="Quattrocento Sans"/>
                <a:sym typeface="Quattrocento Sans"/>
              </a:defRPr>
            </a:lvl1pPr>
            <a:lvl2pPr marL="914400" lvl="1" indent="-228600" algn="ctr">
              <a:lnSpc>
                <a:spcPct val="100000"/>
              </a:lnSpc>
              <a:spcBef>
                <a:spcPts val="400"/>
              </a:spcBef>
              <a:spcAft>
                <a:spcPts val="0"/>
              </a:spcAft>
              <a:buClr>
                <a:schemeClr val="lt1"/>
              </a:buClr>
              <a:buSzPts val="1800"/>
              <a:buNone/>
              <a:defRPr>
                <a:solidFill>
                  <a:schemeClr val="lt1"/>
                </a:solidFill>
                <a:latin typeface="Quattrocento Sans"/>
                <a:ea typeface="Quattrocento Sans"/>
                <a:cs typeface="Quattrocento Sans"/>
                <a:sym typeface="Quattrocento Sans"/>
              </a:defRPr>
            </a:lvl2pPr>
            <a:lvl3pPr marL="1371600" lvl="2" indent="-331469" algn="l">
              <a:lnSpc>
                <a:spcPct val="100000"/>
              </a:lnSpc>
              <a:spcBef>
                <a:spcPts val="360"/>
              </a:spcBef>
              <a:spcAft>
                <a:spcPts val="0"/>
              </a:spcAft>
              <a:buClr>
                <a:schemeClr val="dk1"/>
              </a:buClr>
              <a:buSzPts val="1620"/>
              <a:buChar char="·"/>
              <a:defRPr/>
            </a:lvl3pPr>
            <a:lvl4pPr marL="1828800" lvl="3" indent="-331469" algn="l">
              <a:lnSpc>
                <a:spcPct val="100000"/>
              </a:lnSpc>
              <a:spcBef>
                <a:spcPts val="360"/>
              </a:spcBef>
              <a:spcAft>
                <a:spcPts val="0"/>
              </a:spcAft>
              <a:buClr>
                <a:schemeClr val="dk1"/>
              </a:buClr>
              <a:buSzPts val="1620"/>
              <a:buChar char="·"/>
              <a:defRPr/>
            </a:lvl4pPr>
            <a:lvl5pPr marL="2286000" lvl="4" indent="-331470" algn="l">
              <a:lnSpc>
                <a:spcPct val="100000"/>
              </a:lnSpc>
              <a:spcBef>
                <a:spcPts val="360"/>
              </a:spcBef>
              <a:spcAft>
                <a:spcPts val="0"/>
              </a:spcAft>
              <a:buClr>
                <a:schemeClr val="dk1"/>
              </a:buClr>
              <a:buSzPts val="162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395" name="Google Shape;395;p41"/>
          <p:cNvSpPr txBox="1">
            <a:spLocks noGrp="1"/>
          </p:cNvSpPr>
          <p:nvPr>
            <p:ph type="body" idx="26"/>
          </p:nvPr>
        </p:nvSpPr>
        <p:spPr>
          <a:xfrm>
            <a:off x="8128000" y="3789040"/>
            <a:ext cx="1595438" cy="581025"/>
          </a:xfrm>
          <a:prstGeom prst="rect">
            <a:avLst/>
          </a:prstGeom>
          <a:noFill/>
          <a:ln>
            <a:noFill/>
          </a:ln>
        </p:spPr>
        <p:txBody>
          <a:bodyPr spcFirstLastPara="1" wrap="square" lIns="90000" tIns="46800" rIns="90000" bIns="46800" anchor="ctr" anchorCtr="0">
            <a:noAutofit/>
          </a:bodyPr>
          <a:lstStyle>
            <a:lvl1pPr marL="457200" lvl="0" indent="-228600" algn="l">
              <a:lnSpc>
                <a:spcPct val="100000"/>
              </a:lnSpc>
              <a:spcBef>
                <a:spcPts val="400"/>
              </a:spcBef>
              <a:spcAft>
                <a:spcPts val="0"/>
              </a:spcAft>
              <a:buClr>
                <a:schemeClr val="lt1"/>
              </a:buClr>
              <a:buSzPts val="1800"/>
              <a:buNone/>
              <a:defRPr sz="2000">
                <a:solidFill>
                  <a:schemeClr val="lt1"/>
                </a:solidFill>
                <a:latin typeface="Quattrocento Sans"/>
                <a:ea typeface="Quattrocento Sans"/>
                <a:cs typeface="Quattrocento Sans"/>
                <a:sym typeface="Quattrocento Sans"/>
              </a:defRPr>
            </a:lvl1pPr>
            <a:lvl2pPr marL="914400" lvl="1" indent="-228600" algn="ctr">
              <a:lnSpc>
                <a:spcPct val="100000"/>
              </a:lnSpc>
              <a:spcBef>
                <a:spcPts val="400"/>
              </a:spcBef>
              <a:spcAft>
                <a:spcPts val="0"/>
              </a:spcAft>
              <a:buClr>
                <a:schemeClr val="lt1"/>
              </a:buClr>
              <a:buSzPts val="1800"/>
              <a:buNone/>
              <a:defRPr>
                <a:solidFill>
                  <a:schemeClr val="lt1"/>
                </a:solidFill>
                <a:latin typeface="Quattrocento Sans"/>
                <a:ea typeface="Quattrocento Sans"/>
                <a:cs typeface="Quattrocento Sans"/>
                <a:sym typeface="Quattrocento Sans"/>
              </a:defRPr>
            </a:lvl2pPr>
            <a:lvl3pPr marL="1371600" lvl="2" indent="-331469" algn="l">
              <a:lnSpc>
                <a:spcPct val="100000"/>
              </a:lnSpc>
              <a:spcBef>
                <a:spcPts val="360"/>
              </a:spcBef>
              <a:spcAft>
                <a:spcPts val="0"/>
              </a:spcAft>
              <a:buClr>
                <a:schemeClr val="dk1"/>
              </a:buClr>
              <a:buSzPts val="1620"/>
              <a:buChar char="·"/>
              <a:defRPr/>
            </a:lvl3pPr>
            <a:lvl4pPr marL="1828800" lvl="3" indent="-331469" algn="l">
              <a:lnSpc>
                <a:spcPct val="100000"/>
              </a:lnSpc>
              <a:spcBef>
                <a:spcPts val="360"/>
              </a:spcBef>
              <a:spcAft>
                <a:spcPts val="0"/>
              </a:spcAft>
              <a:buClr>
                <a:schemeClr val="dk1"/>
              </a:buClr>
              <a:buSzPts val="1620"/>
              <a:buChar char="·"/>
              <a:defRPr/>
            </a:lvl4pPr>
            <a:lvl5pPr marL="2286000" lvl="4" indent="-331470" algn="l">
              <a:lnSpc>
                <a:spcPct val="100000"/>
              </a:lnSpc>
              <a:spcBef>
                <a:spcPts val="360"/>
              </a:spcBef>
              <a:spcAft>
                <a:spcPts val="0"/>
              </a:spcAft>
              <a:buClr>
                <a:schemeClr val="dk1"/>
              </a:buClr>
              <a:buSzPts val="162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396" name="Google Shape;396;p41"/>
          <p:cNvSpPr txBox="1">
            <a:spLocks noGrp="1"/>
          </p:cNvSpPr>
          <p:nvPr>
            <p:ph type="body" idx="27"/>
          </p:nvPr>
        </p:nvSpPr>
        <p:spPr>
          <a:xfrm>
            <a:off x="10013950" y="3789040"/>
            <a:ext cx="1595438" cy="581025"/>
          </a:xfrm>
          <a:prstGeom prst="rect">
            <a:avLst/>
          </a:prstGeom>
          <a:noFill/>
          <a:ln>
            <a:noFill/>
          </a:ln>
        </p:spPr>
        <p:txBody>
          <a:bodyPr spcFirstLastPara="1" wrap="square" lIns="90000" tIns="46800" rIns="90000" bIns="46800" anchor="ctr" anchorCtr="0">
            <a:noAutofit/>
          </a:bodyPr>
          <a:lstStyle>
            <a:lvl1pPr marL="457200" lvl="0" indent="-228600" algn="l">
              <a:lnSpc>
                <a:spcPct val="100000"/>
              </a:lnSpc>
              <a:spcBef>
                <a:spcPts val="400"/>
              </a:spcBef>
              <a:spcAft>
                <a:spcPts val="0"/>
              </a:spcAft>
              <a:buClr>
                <a:schemeClr val="lt1"/>
              </a:buClr>
              <a:buSzPts val="1800"/>
              <a:buNone/>
              <a:defRPr sz="2000">
                <a:solidFill>
                  <a:schemeClr val="lt1"/>
                </a:solidFill>
                <a:latin typeface="Quattrocento Sans"/>
                <a:ea typeface="Quattrocento Sans"/>
                <a:cs typeface="Quattrocento Sans"/>
                <a:sym typeface="Quattrocento Sans"/>
              </a:defRPr>
            </a:lvl1pPr>
            <a:lvl2pPr marL="914400" lvl="1" indent="-228600" algn="ctr">
              <a:lnSpc>
                <a:spcPct val="100000"/>
              </a:lnSpc>
              <a:spcBef>
                <a:spcPts val="400"/>
              </a:spcBef>
              <a:spcAft>
                <a:spcPts val="0"/>
              </a:spcAft>
              <a:buClr>
                <a:schemeClr val="lt1"/>
              </a:buClr>
              <a:buSzPts val="1800"/>
              <a:buNone/>
              <a:defRPr>
                <a:solidFill>
                  <a:schemeClr val="lt1"/>
                </a:solidFill>
                <a:latin typeface="Quattrocento Sans"/>
                <a:ea typeface="Quattrocento Sans"/>
                <a:cs typeface="Quattrocento Sans"/>
                <a:sym typeface="Quattrocento Sans"/>
              </a:defRPr>
            </a:lvl2pPr>
            <a:lvl3pPr marL="1371600" lvl="2" indent="-331469" algn="l">
              <a:lnSpc>
                <a:spcPct val="100000"/>
              </a:lnSpc>
              <a:spcBef>
                <a:spcPts val="360"/>
              </a:spcBef>
              <a:spcAft>
                <a:spcPts val="0"/>
              </a:spcAft>
              <a:buClr>
                <a:schemeClr val="dk1"/>
              </a:buClr>
              <a:buSzPts val="1620"/>
              <a:buChar char="·"/>
              <a:defRPr/>
            </a:lvl3pPr>
            <a:lvl4pPr marL="1828800" lvl="3" indent="-331469" algn="l">
              <a:lnSpc>
                <a:spcPct val="100000"/>
              </a:lnSpc>
              <a:spcBef>
                <a:spcPts val="360"/>
              </a:spcBef>
              <a:spcAft>
                <a:spcPts val="0"/>
              </a:spcAft>
              <a:buClr>
                <a:schemeClr val="dk1"/>
              </a:buClr>
              <a:buSzPts val="1620"/>
              <a:buChar char="·"/>
              <a:defRPr/>
            </a:lvl4pPr>
            <a:lvl5pPr marL="2286000" lvl="4" indent="-331470" algn="l">
              <a:lnSpc>
                <a:spcPct val="100000"/>
              </a:lnSpc>
              <a:spcBef>
                <a:spcPts val="360"/>
              </a:spcBef>
              <a:spcAft>
                <a:spcPts val="0"/>
              </a:spcAft>
              <a:buClr>
                <a:schemeClr val="dk1"/>
              </a:buClr>
              <a:buSzPts val="162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Tree>
  </p:cSld>
  <p:clrMapOvr>
    <a:masterClrMapping/>
  </p:clrMapOvr>
  <p:transition>
    <p:fade/>
  </p:transition>
  <p:extLst>
    <p:ext uri="{DCECCB84-F9BA-43D5-87BE-67443E8EF086}">
      <p15:sldGuideLst xmlns:p15="http://schemas.microsoft.com/office/powerpoint/2012/main">
        <p15:guide id="1" pos="1373">
          <p15:clr>
            <a:srgbClr val="A4A3A4"/>
          </p15:clr>
        </p15:guide>
        <p15:guide id="2" pos="1556">
          <p15:clr>
            <a:srgbClr val="A4A3A4"/>
          </p15:clr>
        </p15:guide>
        <p15:guide id="3" pos="2561">
          <p15:clr>
            <a:srgbClr val="A4A3A4"/>
          </p15:clr>
        </p15:guide>
        <p15:guide id="4" pos="2744">
          <p15:clr>
            <a:srgbClr val="A4A3A4"/>
          </p15:clr>
        </p15:guide>
        <p15:guide id="5" pos="3754">
          <p15:clr>
            <a:srgbClr val="A4A3A4"/>
          </p15:clr>
        </p15:guide>
        <p15:guide id="6" pos="3931">
          <p15:clr>
            <a:srgbClr val="A4A3A4"/>
          </p15:clr>
        </p15:guide>
        <p15:guide id="7" pos="4937">
          <p15:clr>
            <a:srgbClr val="A4A3A4"/>
          </p15:clr>
        </p15:guide>
        <p15:guide id="8" pos="5120">
          <p15:clr>
            <a:srgbClr val="A4A3A4"/>
          </p15:clr>
        </p15:guide>
        <p15:guide id="9" pos="6123">
          <p15:clr>
            <a:srgbClr val="A4A3A4"/>
          </p15:clr>
        </p15:guide>
        <p15:guide id="10" pos="6308">
          <p15:clr>
            <a:srgbClr val="A4A3A4"/>
          </p15:clr>
        </p15:guide>
        <p15:guide id="11" orient="horz" pos="905">
          <p15:clr>
            <a:srgbClr val="5ACBF0"/>
          </p15:clr>
        </p15:guide>
        <p15:guide id="12" orient="horz" pos="1271">
          <p15:clr>
            <a:srgbClr val="5ACBF0"/>
          </p15:clr>
        </p15:guide>
        <p15:guide id="13" orient="horz" pos="288">
          <p15:clr>
            <a:srgbClr val="5ACBF0"/>
          </p15:clr>
        </p15:guide>
        <p15:guide id="14" orient="horz" pos="2387">
          <p15:clr>
            <a:srgbClr val="FBAE40"/>
          </p15:clr>
        </p15:guide>
        <p15:guide id="15" orient="horz" pos="2750">
          <p15:clr>
            <a:srgbClr val="FBAE4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matchingName="14_Header Line 12 Months">
  <p:cSld name="14_Header Line 12 Months">
    <p:bg>
      <p:bgPr>
        <a:solidFill>
          <a:schemeClr val="lt1"/>
        </a:solidFill>
        <a:effectLst/>
      </p:bgPr>
    </p:bg>
    <p:spTree>
      <p:nvGrpSpPr>
        <p:cNvPr id="1" name="Shape 397"/>
        <p:cNvGrpSpPr/>
        <p:nvPr/>
      </p:nvGrpSpPr>
      <p:grpSpPr>
        <a:xfrm>
          <a:off x="0" y="0"/>
          <a:ext cx="0" cy="0"/>
          <a:chOff x="0" y="0"/>
          <a:chExt cx="0" cy="0"/>
        </a:xfrm>
      </p:grpSpPr>
      <p:sp>
        <p:nvSpPr>
          <p:cNvPr id="398" name="Google Shape;398;p42"/>
          <p:cNvSpPr/>
          <p:nvPr/>
        </p:nvSpPr>
        <p:spPr>
          <a:xfrm>
            <a:off x="0" y="0"/>
            <a:ext cx="5959475" cy="6858000"/>
          </a:xfrm>
          <a:prstGeom prst="rect">
            <a:avLst/>
          </a:prstGeom>
          <a:solidFill>
            <a:schemeClr val="dk2"/>
          </a:solidFill>
          <a:ln>
            <a:noFill/>
          </a:ln>
        </p:spPr>
        <p:txBody>
          <a:bodyPr spcFirstLastPara="1" wrap="square" lIns="182875" tIns="146300" rIns="182875" bIns="146300" anchor="t" anchorCtr="0">
            <a:noAutofit/>
          </a:bodyPr>
          <a:lstStyle/>
          <a:p>
            <a:pPr marL="0" marR="0" lvl="0" indent="0" algn="l" rtl="0">
              <a:spcBef>
                <a:spcPts val="0"/>
              </a:spcBef>
              <a:spcAft>
                <a:spcPts val="0"/>
              </a:spcAft>
              <a:buNone/>
            </a:pPr>
            <a:endParaRPr sz="2000">
              <a:solidFill>
                <a:srgbClr val="FFFFFF"/>
              </a:solidFill>
              <a:latin typeface="Quattrocento Sans"/>
              <a:ea typeface="Quattrocento Sans"/>
              <a:cs typeface="Quattrocento Sans"/>
              <a:sym typeface="Quattrocento Sans"/>
            </a:endParaRPr>
          </a:p>
        </p:txBody>
      </p:sp>
      <p:sp>
        <p:nvSpPr>
          <p:cNvPr id="399" name="Google Shape;399;p42"/>
          <p:cNvSpPr txBox="1">
            <a:spLocks noGrp="1"/>
          </p:cNvSpPr>
          <p:nvPr>
            <p:ph type="title"/>
          </p:nvPr>
        </p:nvSpPr>
        <p:spPr>
          <a:xfrm>
            <a:off x="588263" y="457200"/>
            <a:ext cx="3477325" cy="1107996"/>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Clr>
                <a:schemeClr val="accent3"/>
              </a:buClr>
              <a:buSzPts val="3600"/>
              <a:buFont typeface="Quattrocento Sans"/>
              <a:buNone/>
              <a:defRPr>
                <a:solidFill>
                  <a:schemeClr val="accent3"/>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00" name="Google Shape;400;p42"/>
          <p:cNvSpPr txBox="1">
            <a:spLocks noGrp="1"/>
          </p:cNvSpPr>
          <p:nvPr>
            <p:ph type="body" idx="1"/>
          </p:nvPr>
        </p:nvSpPr>
        <p:spPr>
          <a:xfrm>
            <a:off x="6240463" y="2137143"/>
            <a:ext cx="1597025" cy="646331"/>
          </a:xfrm>
          <a:prstGeom prst="rect">
            <a:avLst/>
          </a:prstGeom>
          <a:noFill/>
          <a:ln>
            <a:noFill/>
          </a:ln>
        </p:spPr>
        <p:txBody>
          <a:bodyPr spcFirstLastPara="1" wrap="square" lIns="90000" tIns="0" rIns="0" bIns="0" anchor="t" anchorCtr="0">
            <a:spAutoFit/>
          </a:bodyPr>
          <a:lstStyle>
            <a:lvl1pPr marL="457200" lvl="0" indent="-308610" algn="l">
              <a:lnSpc>
                <a:spcPct val="100000"/>
              </a:lnSpc>
              <a:spcBef>
                <a:spcPts val="280"/>
              </a:spcBef>
              <a:spcAft>
                <a:spcPts val="0"/>
              </a:spcAft>
              <a:buClr>
                <a:schemeClr val="dk1"/>
              </a:buClr>
              <a:buSzPts val="1260"/>
              <a:buFont typeface="Noto Sans Symbols"/>
              <a:buChar char="·"/>
              <a:defRPr sz="1400">
                <a:solidFill>
                  <a:schemeClr val="dk1"/>
                </a:solidFill>
              </a:defRPr>
            </a:lvl1pPr>
            <a:lvl2pPr marL="914400" lvl="1" indent="-331469" algn="l">
              <a:lnSpc>
                <a:spcPct val="100000"/>
              </a:lnSpc>
              <a:spcBef>
                <a:spcPts val="360"/>
              </a:spcBef>
              <a:spcAft>
                <a:spcPts val="0"/>
              </a:spcAft>
              <a:buClr>
                <a:schemeClr val="lt1"/>
              </a:buClr>
              <a:buSzPts val="1620"/>
              <a:buChar char="·"/>
              <a:defRPr sz="1800">
                <a:solidFill>
                  <a:schemeClr val="lt1"/>
                </a:solidFill>
              </a:defRPr>
            </a:lvl2pPr>
            <a:lvl3pPr marL="1371600" lvl="2" indent="-331469" algn="l">
              <a:lnSpc>
                <a:spcPct val="100000"/>
              </a:lnSpc>
              <a:spcBef>
                <a:spcPts val="360"/>
              </a:spcBef>
              <a:spcAft>
                <a:spcPts val="0"/>
              </a:spcAft>
              <a:buClr>
                <a:schemeClr val="lt1"/>
              </a:buClr>
              <a:buSzPts val="1620"/>
              <a:buChar char="·"/>
              <a:defRPr sz="1800">
                <a:solidFill>
                  <a:schemeClr val="lt1"/>
                </a:solidFill>
              </a:defRPr>
            </a:lvl3pPr>
            <a:lvl4pPr marL="1828800" lvl="3" indent="-331469" algn="l">
              <a:lnSpc>
                <a:spcPct val="100000"/>
              </a:lnSpc>
              <a:spcBef>
                <a:spcPts val="360"/>
              </a:spcBef>
              <a:spcAft>
                <a:spcPts val="0"/>
              </a:spcAft>
              <a:buClr>
                <a:schemeClr val="lt1"/>
              </a:buClr>
              <a:buSzPts val="1620"/>
              <a:buChar char="·"/>
              <a:defRPr sz="1800">
                <a:solidFill>
                  <a:schemeClr val="lt1"/>
                </a:solidFill>
              </a:defRPr>
            </a:lvl4pPr>
            <a:lvl5pPr marL="2286000" lvl="4" indent="-331470" algn="l">
              <a:lnSpc>
                <a:spcPct val="100000"/>
              </a:lnSpc>
              <a:spcBef>
                <a:spcPts val="360"/>
              </a:spcBef>
              <a:spcAft>
                <a:spcPts val="0"/>
              </a:spcAft>
              <a:buClr>
                <a:schemeClr val="lt1"/>
              </a:buClr>
              <a:buSzPts val="1620"/>
              <a:buChar char="·"/>
              <a:defRPr sz="1800">
                <a:solidFill>
                  <a:schemeClr val="lt1"/>
                </a:solidFill>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401" name="Google Shape;401;p42"/>
          <p:cNvSpPr txBox="1">
            <a:spLocks noGrp="1"/>
          </p:cNvSpPr>
          <p:nvPr>
            <p:ph type="body" idx="2"/>
          </p:nvPr>
        </p:nvSpPr>
        <p:spPr>
          <a:xfrm>
            <a:off x="8128000" y="2137143"/>
            <a:ext cx="1592263" cy="646331"/>
          </a:xfrm>
          <a:prstGeom prst="rect">
            <a:avLst/>
          </a:prstGeom>
          <a:noFill/>
          <a:ln>
            <a:noFill/>
          </a:ln>
        </p:spPr>
        <p:txBody>
          <a:bodyPr spcFirstLastPara="1" wrap="square" lIns="90000" tIns="0" rIns="0" bIns="0" anchor="t" anchorCtr="0">
            <a:spAutoFit/>
          </a:bodyPr>
          <a:lstStyle>
            <a:lvl1pPr marL="457200" lvl="0" indent="-308610" algn="l">
              <a:lnSpc>
                <a:spcPct val="100000"/>
              </a:lnSpc>
              <a:spcBef>
                <a:spcPts val="280"/>
              </a:spcBef>
              <a:spcAft>
                <a:spcPts val="0"/>
              </a:spcAft>
              <a:buClr>
                <a:schemeClr val="dk1"/>
              </a:buClr>
              <a:buSzPts val="1260"/>
              <a:buFont typeface="Noto Sans Symbols"/>
              <a:buChar char="·"/>
              <a:defRPr sz="1400">
                <a:solidFill>
                  <a:schemeClr val="dk1"/>
                </a:solidFill>
              </a:defRPr>
            </a:lvl1pPr>
            <a:lvl2pPr marL="914400" lvl="1" indent="-331469" algn="l">
              <a:lnSpc>
                <a:spcPct val="100000"/>
              </a:lnSpc>
              <a:spcBef>
                <a:spcPts val="360"/>
              </a:spcBef>
              <a:spcAft>
                <a:spcPts val="0"/>
              </a:spcAft>
              <a:buClr>
                <a:schemeClr val="lt1"/>
              </a:buClr>
              <a:buSzPts val="1620"/>
              <a:buChar char="·"/>
              <a:defRPr sz="1800">
                <a:solidFill>
                  <a:schemeClr val="lt1"/>
                </a:solidFill>
              </a:defRPr>
            </a:lvl2pPr>
            <a:lvl3pPr marL="1371600" lvl="2" indent="-331469" algn="l">
              <a:lnSpc>
                <a:spcPct val="100000"/>
              </a:lnSpc>
              <a:spcBef>
                <a:spcPts val="360"/>
              </a:spcBef>
              <a:spcAft>
                <a:spcPts val="0"/>
              </a:spcAft>
              <a:buClr>
                <a:schemeClr val="lt1"/>
              </a:buClr>
              <a:buSzPts val="1620"/>
              <a:buChar char="·"/>
              <a:defRPr sz="1800">
                <a:solidFill>
                  <a:schemeClr val="lt1"/>
                </a:solidFill>
              </a:defRPr>
            </a:lvl3pPr>
            <a:lvl4pPr marL="1828800" lvl="3" indent="-331469" algn="l">
              <a:lnSpc>
                <a:spcPct val="100000"/>
              </a:lnSpc>
              <a:spcBef>
                <a:spcPts val="360"/>
              </a:spcBef>
              <a:spcAft>
                <a:spcPts val="0"/>
              </a:spcAft>
              <a:buClr>
                <a:schemeClr val="lt1"/>
              </a:buClr>
              <a:buSzPts val="1620"/>
              <a:buChar char="·"/>
              <a:defRPr sz="1800">
                <a:solidFill>
                  <a:schemeClr val="lt1"/>
                </a:solidFill>
              </a:defRPr>
            </a:lvl4pPr>
            <a:lvl5pPr marL="2286000" lvl="4" indent="-331470" algn="l">
              <a:lnSpc>
                <a:spcPct val="100000"/>
              </a:lnSpc>
              <a:spcBef>
                <a:spcPts val="360"/>
              </a:spcBef>
              <a:spcAft>
                <a:spcPts val="0"/>
              </a:spcAft>
              <a:buClr>
                <a:schemeClr val="lt1"/>
              </a:buClr>
              <a:buSzPts val="1620"/>
              <a:buChar char="·"/>
              <a:defRPr sz="1800">
                <a:solidFill>
                  <a:schemeClr val="lt1"/>
                </a:solidFill>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402" name="Google Shape;402;p42"/>
          <p:cNvSpPr txBox="1">
            <a:spLocks noGrp="1"/>
          </p:cNvSpPr>
          <p:nvPr>
            <p:ph type="body" idx="3"/>
          </p:nvPr>
        </p:nvSpPr>
        <p:spPr>
          <a:xfrm>
            <a:off x="10013950" y="2137143"/>
            <a:ext cx="1595438" cy="646331"/>
          </a:xfrm>
          <a:prstGeom prst="rect">
            <a:avLst/>
          </a:prstGeom>
          <a:noFill/>
          <a:ln>
            <a:noFill/>
          </a:ln>
        </p:spPr>
        <p:txBody>
          <a:bodyPr spcFirstLastPara="1" wrap="square" lIns="90000" tIns="0" rIns="0" bIns="0" anchor="t" anchorCtr="0">
            <a:spAutoFit/>
          </a:bodyPr>
          <a:lstStyle>
            <a:lvl1pPr marL="457200" lvl="0" indent="-308610" algn="l">
              <a:lnSpc>
                <a:spcPct val="100000"/>
              </a:lnSpc>
              <a:spcBef>
                <a:spcPts val="280"/>
              </a:spcBef>
              <a:spcAft>
                <a:spcPts val="0"/>
              </a:spcAft>
              <a:buClr>
                <a:schemeClr val="dk1"/>
              </a:buClr>
              <a:buSzPts val="1260"/>
              <a:buFont typeface="Noto Sans Symbols"/>
              <a:buChar char="·"/>
              <a:defRPr sz="1400">
                <a:solidFill>
                  <a:schemeClr val="dk1"/>
                </a:solidFill>
              </a:defRPr>
            </a:lvl1pPr>
            <a:lvl2pPr marL="914400" lvl="1" indent="-331469" algn="l">
              <a:lnSpc>
                <a:spcPct val="100000"/>
              </a:lnSpc>
              <a:spcBef>
                <a:spcPts val="360"/>
              </a:spcBef>
              <a:spcAft>
                <a:spcPts val="0"/>
              </a:spcAft>
              <a:buClr>
                <a:schemeClr val="lt1"/>
              </a:buClr>
              <a:buSzPts val="1620"/>
              <a:buChar char="·"/>
              <a:defRPr sz="1800">
                <a:solidFill>
                  <a:schemeClr val="lt1"/>
                </a:solidFill>
              </a:defRPr>
            </a:lvl2pPr>
            <a:lvl3pPr marL="1371600" lvl="2" indent="-331469" algn="l">
              <a:lnSpc>
                <a:spcPct val="100000"/>
              </a:lnSpc>
              <a:spcBef>
                <a:spcPts val="360"/>
              </a:spcBef>
              <a:spcAft>
                <a:spcPts val="0"/>
              </a:spcAft>
              <a:buClr>
                <a:schemeClr val="lt1"/>
              </a:buClr>
              <a:buSzPts val="1620"/>
              <a:buChar char="·"/>
              <a:defRPr sz="1800">
                <a:solidFill>
                  <a:schemeClr val="lt1"/>
                </a:solidFill>
              </a:defRPr>
            </a:lvl3pPr>
            <a:lvl4pPr marL="1828800" lvl="3" indent="-331469" algn="l">
              <a:lnSpc>
                <a:spcPct val="100000"/>
              </a:lnSpc>
              <a:spcBef>
                <a:spcPts val="360"/>
              </a:spcBef>
              <a:spcAft>
                <a:spcPts val="0"/>
              </a:spcAft>
              <a:buClr>
                <a:schemeClr val="lt1"/>
              </a:buClr>
              <a:buSzPts val="1620"/>
              <a:buChar char="·"/>
              <a:defRPr sz="1800">
                <a:solidFill>
                  <a:schemeClr val="lt1"/>
                </a:solidFill>
              </a:defRPr>
            </a:lvl4pPr>
            <a:lvl5pPr marL="2286000" lvl="4" indent="-331470" algn="l">
              <a:lnSpc>
                <a:spcPct val="100000"/>
              </a:lnSpc>
              <a:spcBef>
                <a:spcPts val="360"/>
              </a:spcBef>
              <a:spcAft>
                <a:spcPts val="0"/>
              </a:spcAft>
              <a:buClr>
                <a:schemeClr val="lt1"/>
              </a:buClr>
              <a:buSzPts val="1620"/>
              <a:buChar char="·"/>
              <a:defRPr sz="1800">
                <a:solidFill>
                  <a:schemeClr val="lt1"/>
                </a:solidFill>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403" name="Google Shape;403;p42"/>
          <p:cNvSpPr txBox="1">
            <a:spLocks noGrp="1"/>
          </p:cNvSpPr>
          <p:nvPr>
            <p:ph type="body" idx="4"/>
          </p:nvPr>
        </p:nvSpPr>
        <p:spPr>
          <a:xfrm>
            <a:off x="6240463" y="4509120"/>
            <a:ext cx="1597025" cy="646331"/>
          </a:xfrm>
          <a:prstGeom prst="rect">
            <a:avLst/>
          </a:prstGeom>
          <a:noFill/>
          <a:ln>
            <a:noFill/>
          </a:ln>
        </p:spPr>
        <p:txBody>
          <a:bodyPr spcFirstLastPara="1" wrap="square" lIns="90000" tIns="0" rIns="0" bIns="0" anchor="t" anchorCtr="0">
            <a:spAutoFit/>
          </a:bodyPr>
          <a:lstStyle>
            <a:lvl1pPr marL="457200" lvl="0" indent="-308610" algn="l">
              <a:lnSpc>
                <a:spcPct val="100000"/>
              </a:lnSpc>
              <a:spcBef>
                <a:spcPts val="280"/>
              </a:spcBef>
              <a:spcAft>
                <a:spcPts val="0"/>
              </a:spcAft>
              <a:buClr>
                <a:schemeClr val="dk1"/>
              </a:buClr>
              <a:buSzPts val="1260"/>
              <a:buFont typeface="Noto Sans Symbols"/>
              <a:buChar char="·"/>
              <a:defRPr sz="1400">
                <a:solidFill>
                  <a:schemeClr val="dk1"/>
                </a:solidFill>
              </a:defRPr>
            </a:lvl1pPr>
            <a:lvl2pPr marL="914400" lvl="1" indent="-331469" algn="l">
              <a:lnSpc>
                <a:spcPct val="100000"/>
              </a:lnSpc>
              <a:spcBef>
                <a:spcPts val="360"/>
              </a:spcBef>
              <a:spcAft>
                <a:spcPts val="0"/>
              </a:spcAft>
              <a:buClr>
                <a:schemeClr val="lt1"/>
              </a:buClr>
              <a:buSzPts val="1620"/>
              <a:buChar char="·"/>
              <a:defRPr sz="1800">
                <a:solidFill>
                  <a:schemeClr val="lt1"/>
                </a:solidFill>
              </a:defRPr>
            </a:lvl2pPr>
            <a:lvl3pPr marL="1371600" lvl="2" indent="-331469" algn="l">
              <a:lnSpc>
                <a:spcPct val="100000"/>
              </a:lnSpc>
              <a:spcBef>
                <a:spcPts val="360"/>
              </a:spcBef>
              <a:spcAft>
                <a:spcPts val="0"/>
              </a:spcAft>
              <a:buClr>
                <a:schemeClr val="lt1"/>
              </a:buClr>
              <a:buSzPts val="1620"/>
              <a:buChar char="·"/>
              <a:defRPr sz="1800">
                <a:solidFill>
                  <a:schemeClr val="lt1"/>
                </a:solidFill>
              </a:defRPr>
            </a:lvl3pPr>
            <a:lvl4pPr marL="1828800" lvl="3" indent="-331469" algn="l">
              <a:lnSpc>
                <a:spcPct val="100000"/>
              </a:lnSpc>
              <a:spcBef>
                <a:spcPts val="360"/>
              </a:spcBef>
              <a:spcAft>
                <a:spcPts val="0"/>
              </a:spcAft>
              <a:buClr>
                <a:schemeClr val="lt1"/>
              </a:buClr>
              <a:buSzPts val="1620"/>
              <a:buChar char="·"/>
              <a:defRPr sz="1800">
                <a:solidFill>
                  <a:schemeClr val="lt1"/>
                </a:solidFill>
              </a:defRPr>
            </a:lvl4pPr>
            <a:lvl5pPr marL="2286000" lvl="4" indent="-331470" algn="l">
              <a:lnSpc>
                <a:spcPct val="100000"/>
              </a:lnSpc>
              <a:spcBef>
                <a:spcPts val="360"/>
              </a:spcBef>
              <a:spcAft>
                <a:spcPts val="0"/>
              </a:spcAft>
              <a:buClr>
                <a:schemeClr val="lt1"/>
              </a:buClr>
              <a:buSzPts val="1620"/>
              <a:buChar char="·"/>
              <a:defRPr sz="1800">
                <a:solidFill>
                  <a:schemeClr val="lt1"/>
                </a:solidFill>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404" name="Google Shape;404;p42"/>
          <p:cNvSpPr txBox="1">
            <a:spLocks noGrp="1"/>
          </p:cNvSpPr>
          <p:nvPr>
            <p:ph type="body" idx="5"/>
          </p:nvPr>
        </p:nvSpPr>
        <p:spPr>
          <a:xfrm>
            <a:off x="8128000" y="4509120"/>
            <a:ext cx="1592263" cy="646331"/>
          </a:xfrm>
          <a:prstGeom prst="rect">
            <a:avLst/>
          </a:prstGeom>
          <a:noFill/>
          <a:ln>
            <a:noFill/>
          </a:ln>
        </p:spPr>
        <p:txBody>
          <a:bodyPr spcFirstLastPara="1" wrap="square" lIns="90000" tIns="0" rIns="0" bIns="0" anchor="t" anchorCtr="0">
            <a:spAutoFit/>
          </a:bodyPr>
          <a:lstStyle>
            <a:lvl1pPr marL="457200" lvl="0" indent="-308610" algn="l">
              <a:lnSpc>
                <a:spcPct val="100000"/>
              </a:lnSpc>
              <a:spcBef>
                <a:spcPts val="280"/>
              </a:spcBef>
              <a:spcAft>
                <a:spcPts val="0"/>
              </a:spcAft>
              <a:buClr>
                <a:schemeClr val="dk1"/>
              </a:buClr>
              <a:buSzPts val="1260"/>
              <a:buFont typeface="Noto Sans Symbols"/>
              <a:buChar char="·"/>
              <a:defRPr sz="1400">
                <a:solidFill>
                  <a:schemeClr val="dk1"/>
                </a:solidFill>
              </a:defRPr>
            </a:lvl1pPr>
            <a:lvl2pPr marL="914400" lvl="1" indent="-331469" algn="l">
              <a:lnSpc>
                <a:spcPct val="100000"/>
              </a:lnSpc>
              <a:spcBef>
                <a:spcPts val="360"/>
              </a:spcBef>
              <a:spcAft>
                <a:spcPts val="0"/>
              </a:spcAft>
              <a:buClr>
                <a:schemeClr val="lt1"/>
              </a:buClr>
              <a:buSzPts val="1620"/>
              <a:buChar char="·"/>
              <a:defRPr sz="1800">
                <a:solidFill>
                  <a:schemeClr val="lt1"/>
                </a:solidFill>
              </a:defRPr>
            </a:lvl2pPr>
            <a:lvl3pPr marL="1371600" lvl="2" indent="-331469" algn="l">
              <a:lnSpc>
                <a:spcPct val="100000"/>
              </a:lnSpc>
              <a:spcBef>
                <a:spcPts val="360"/>
              </a:spcBef>
              <a:spcAft>
                <a:spcPts val="0"/>
              </a:spcAft>
              <a:buClr>
                <a:schemeClr val="lt1"/>
              </a:buClr>
              <a:buSzPts val="1620"/>
              <a:buChar char="·"/>
              <a:defRPr sz="1800">
                <a:solidFill>
                  <a:schemeClr val="lt1"/>
                </a:solidFill>
              </a:defRPr>
            </a:lvl3pPr>
            <a:lvl4pPr marL="1828800" lvl="3" indent="-331469" algn="l">
              <a:lnSpc>
                <a:spcPct val="100000"/>
              </a:lnSpc>
              <a:spcBef>
                <a:spcPts val="360"/>
              </a:spcBef>
              <a:spcAft>
                <a:spcPts val="0"/>
              </a:spcAft>
              <a:buClr>
                <a:schemeClr val="lt1"/>
              </a:buClr>
              <a:buSzPts val="1620"/>
              <a:buChar char="·"/>
              <a:defRPr sz="1800">
                <a:solidFill>
                  <a:schemeClr val="lt1"/>
                </a:solidFill>
              </a:defRPr>
            </a:lvl4pPr>
            <a:lvl5pPr marL="2286000" lvl="4" indent="-331470" algn="l">
              <a:lnSpc>
                <a:spcPct val="100000"/>
              </a:lnSpc>
              <a:spcBef>
                <a:spcPts val="360"/>
              </a:spcBef>
              <a:spcAft>
                <a:spcPts val="0"/>
              </a:spcAft>
              <a:buClr>
                <a:schemeClr val="lt1"/>
              </a:buClr>
              <a:buSzPts val="1620"/>
              <a:buChar char="·"/>
              <a:defRPr sz="1800">
                <a:solidFill>
                  <a:schemeClr val="lt1"/>
                </a:solidFill>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405" name="Google Shape;405;p42"/>
          <p:cNvSpPr txBox="1">
            <a:spLocks noGrp="1"/>
          </p:cNvSpPr>
          <p:nvPr>
            <p:ph type="body" idx="6"/>
          </p:nvPr>
        </p:nvSpPr>
        <p:spPr>
          <a:xfrm>
            <a:off x="10013950" y="4509120"/>
            <a:ext cx="1595438" cy="646331"/>
          </a:xfrm>
          <a:prstGeom prst="rect">
            <a:avLst/>
          </a:prstGeom>
          <a:noFill/>
          <a:ln>
            <a:noFill/>
          </a:ln>
        </p:spPr>
        <p:txBody>
          <a:bodyPr spcFirstLastPara="1" wrap="square" lIns="90000" tIns="0" rIns="0" bIns="0" anchor="t" anchorCtr="0">
            <a:spAutoFit/>
          </a:bodyPr>
          <a:lstStyle>
            <a:lvl1pPr marL="457200" lvl="0" indent="-308610" algn="l">
              <a:lnSpc>
                <a:spcPct val="100000"/>
              </a:lnSpc>
              <a:spcBef>
                <a:spcPts val="280"/>
              </a:spcBef>
              <a:spcAft>
                <a:spcPts val="0"/>
              </a:spcAft>
              <a:buClr>
                <a:schemeClr val="dk1"/>
              </a:buClr>
              <a:buSzPts val="1260"/>
              <a:buFont typeface="Noto Sans Symbols"/>
              <a:buChar char="·"/>
              <a:defRPr sz="1400">
                <a:solidFill>
                  <a:schemeClr val="dk1"/>
                </a:solidFill>
              </a:defRPr>
            </a:lvl1pPr>
            <a:lvl2pPr marL="914400" lvl="1" indent="-331469" algn="l">
              <a:lnSpc>
                <a:spcPct val="100000"/>
              </a:lnSpc>
              <a:spcBef>
                <a:spcPts val="360"/>
              </a:spcBef>
              <a:spcAft>
                <a:spcPts val="0"/>
              </a:spcAft>
              <a:buClr>
                <a:schemeClr val="lt1"/>
              </a:buClr>
              <a:buSzPts val="1620"/>
              <a:buChar char="·"/>
              <a:defRPr sz="1800">
                <a:solidFill>
                  <a:schemeClr val="lt1"/>
                </a:solidFill>
              </a:defRPr>
            </a:lvl2pPr>
            <a:lvl3pPr marL="1371600" lvl="2" indent="-331469" algn="l">
              <a:lnSpc>
                <a:spcPct val="100000"/>
              </a:lnSpc>
              <a:spcBef>
                <a:spcPts val="360"/>
              </a:spcBef>
              <a:spcAft>
                <a:spcPts val="0"/>
              </a:spcAft>
              <a:buClr>
                <a:schemeClr val="lt1"/>
              </a:buClr>
              <a:buSzPts val="1620"/>
              <a:buChar char="·"/>
              <a:defRPr sz="1800">
                <a:solidFill>
                  <a:schemeClr val="lt1"/>
                </a:solidFill>
              </a:defRPr>
            </a:lvl3pPr>
            <a:lvl4pPr marL="1828800" lvl="3" indent="-331469" algn="l">
              <a:lnSpc>
                <a:spcPct val="100000"/>
              </a:lnSpc>
              <a:spcBef>
                <a:spcPts val="360"/>
              </a:spcBef>
              <a:spcAft>
                <a:spcPts val="0"/>
              </a:spcAft>
              <a:buClr>
                <a:schemeClr val="lt1"/>
              </a:buClr>
              <a:buSzPts val="1620"/>
              <a:buChar char="·"/>
              <a:defRPr sz="1800">
                <a:solidFill>
                  <a:schemeClr val="lt1"/>
                </a:solidFill>
              </a:defRPr>
            </a:lvl4pPr>
            <a:lvl5pPr marL="2286000" lvl="4" indent="-331470" algn="l">
              <a:lnSpc>
                <a:spcPct val="100000"/>
              </a:lnSpc>
              <a:spcBef>
                <a:spcPts val="360"/>
              </a:spcBef>
              <a:spcAft>
                <a:spcPts val="0"/>
              </a:spcAft>
              <a:buClr>
                <a:schemeClr val="lt1"/>
              </a:buClr>
              <a:buSzPts val="1620"/>
              <a:buChar char="·"/>
              <a:defRPr sz="1800">
                <a:solidFill>
                  <a:schemeClr val="lt1"/>
                </a:solidFill>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cxnSp>
        <p:nvCxnSpPr>
          <p:cNvPr id="406" name="Google Shape;406;p42"/>
          <p:cNvCxnSpPr/>
          <p:nvPr/>
        </p:nvCxnSpPr>
        <p:spPr>
          <a:xfrm>
            <a:off x="6240463" y="2017713"/>
            <a:ext cx="1595438" cy="0"/>
          </a:xfrm>
          <a:prstGeom prst="straightConnector1">
            <a:avLst/>
          </a:prstGeom>
          <a:noFill/>
          <a:ln w="25400" cap="flat" cmpd="sng">
            <a:solidFill>
              <a:schemeClr val="dk2"/>
            </a:solidFill>
            <a:prstDash val="solid"/>
            <a:round/>
            <a:headEnd type="none" w="sm" len="sm"/>
            <a:tailEnd type="none" w="sm" len="sm"/>
          </a:ln>
        </p:spPr>
      </p:cxnSp>
      <p:cxnSp>
        <p:nvCxnSpPr>
          <p:cNvPr id="407" name="Google Shape;407;p42"/>
          <p:cNvCxnSpPr/>
          <p:nvPr/>
        </p:nvCxnSpPr>
        <p:spPr>
          <a:xfrm>
            <a:off x="8124825" y="2017713"/>
            <a:ext cx="1595438" cy="0"/>
          </a:xfrm>
          <a:prstGeom prst="straightConnector1">
            <a:avLst/>
          </a:prstGeom>
          <a:noFill/>
          <a:ln w="25400" cap="flat" cmpd="sng">
            <a:solidFill>
              <a:schemeClr val="dk2"/>
            </a:solidFill>
            <a:prstDash val="solid"/>
            <a:round/>
            <a:headEnd type="none" w="sm" len="sm"/>
            <a:tailEnd type="none" w="sm" len="sm"/>
          </a:ln>
        </p:spPr>
      </p:cxnSp>
      <p:cxnSp>
        <p:nvCxnSpPr>
          <p:cNvPr id="408" name="Google Shape;408;p42"/>
          <p:cNvCxnSpPr/>
          <p:nvPr/>
        </p:nvCxnSpPr>
        <p:spPr>
          <a:xfrm>
            <a:off x="10013950" y="2017713"/>
            <a:ext cx="1595438" cy="0"/>
          </a:xfrm>
          <a:prstGeom prst="straightConnector1">
            <a:avLst/>
          </a:prstGeom>
          <a:noFill/>
          <a:ln w="25400" cap="flat" cmpd="sng">
            <a:solidFill>
              <a:schemeClr val="dk2"/>
            </a:solidFill>
            <a:prstDash val="solid"/>
            <a:round/>
            <a:headEnd type="none" w="sm" len="sm"/>
            <a:tailEnd type="none" w="sm" len="sm"/>
          </a:ln>
        </p:spPr>
      </p:cxnSp>
      <p:cxnSp>
        <p:nvCxnSpPr>
          <p:cNvPr id="409" name="Google Shape;409;p42"/>
          <p:cNvCxnSpPr/>
          <p:nvPr/>
        </p:nvCxnSpPr>
        <p:spPr>
          <a:xfrm>
            <a:off x="6240463" y="4365104"/>
            <a:ext cx="1595438" cy="0"/>
          </a:xfrm>
          <a:prstGeom prst="straightConnector1">
            <a:avLst/>
          </a:prstGeom>
          <a:noFill/>
          <a:ln w="25400" cap="flat" cmpd="sng">
            <a:solidFill>
              <a:schemeClr val="dk2"/>
            </a:solidFill>
            <a:prstDash val="solid"/>
            <a:round/>
            <a:headEnd type="none" w="sm" len="sm"/>
            <a:tailEnd type="none" w="sm" len="sm"/>
          </a:ln>
        </p:spPr>
      </p:cxnSp>
      <p:cxnSp>
        <p:nvCxnSpPr>
          <p:cNvPr id="410" name="Google Shape;410;p42"/>
          <p:cNvCxnSpPr/>
          <p:nvPr/>
        </p:nvCxnSpPr>
        <p:spPr>
          <a:xfrm>
            <a:off x="8124825" y="4365104"/>
            <a:ext cx="1595438" cy="0"/>
          </a:xfrm>
          <a:prstGeom prst="straightConnector1">
            <a:avLst/>
          </a:prstGeom>
          <a:noFill/>
          <a:ln w="25400" cap="flat" cmpd="sng">
            <a:solidFill>
              <a:schemeClr val="dk2"/>
            </a:solidFill>
            <a:prstDash val="solid"/>
            <a:round/>
            <a:headEnd type="none" w="sm" len="sm"/>
            <a:tailEnd type="none" w="sm" len="sm"/>
          </a:ln>
        </p:spPr>
      </p:cxnSp>
      <p:cxnSp>
        <p:nvCxnSpPr>
          <p:cNvPr id="411" name="Google Shape;411;p42"/>
          <p:cNvCxnSpPr/>
          <p:nvPr/>
        </p:nvCxnSpPr>
        <p:spPr>
          <a:xfrm>
            <a:off x="10013950" y="4365104"/>
            <a:ext cx="1595438" cy="0"/>
          </a:xfrm>
          <a:prstGeom prst="straightConnector1">
            <a:avLst/>
          </a:prstGeom>
          <a:noFill/>
          <a:ln w="25400" cap="flat" cmpd="sng">
            <a:solidFill>
              <a:schemeClr val="dk2"/>
            </a:solidFill>
            <a:prstDash val="solid"/>
            <a:round/>
            <a:headEnd type="none" w="sm" len="sm"/>
            <a:tailEnd type="none" w="sm" len="sm"/>
          </a:ln>
        </p:spPr>
      </p:cxnSp>
      <p:sp>
        <p:nvSpPr>
          <p:cNvPr id="412" name="Google Shape;412;p42"/>
          <p:cNvSpPr txBox="1">
            <a:spLocks noGrp="1"/>
          </p:cNvSpPr>
          <p:nvPr>
            <p:ph type="body" idx="7"/>
          </p:nvPr>
        </p:nvSpPr>
        <p:spPr>
          <a:xfrm>
            <a:off x="6240016" y="1436688"/>
            <a:ext cx="1595438" cy="581025"/>
          </a:xfrm>
          <a:prstGeom prst="rect">
            <a:avLst/>
          </a:prstGeom>
          <a:noFill/>
          <a:ln>
            <a:noFill/>
          </a:ln>
        </p:spPr>
        <p:txBody>
          <a:bodyPr spcFirstLastPara="1" wrap="square" lIns="90000" tIns="46800" rIns="90000" bIns="46800" anchor="ctr" anchorCtr="0">
            <a:noAutofit/>
          </a:bodyPr>
          <a:lstStyle>
            <a:lvl1pPr marL="457200" lvl="0" indent="-228600" algn="l">
              <a:lnSpc>
                <a:spcPct val="100000"/>
              </a:lnSpc>
              <a:spcBef>
                <a:spcPts val="400"/>
              </a:spcBef>
              <a:spcAft>
                <a:spcPts val="0"/>
              </a:spcAft>
              <a:buClr>
                <a:schemeClr val="dk2"/>
              </a:buClr>
              <a:buSzPts val="1800"/>
              <a:buNone/>
              <a:defRPr sz="2000">
                <a:solidFill>
                  <a:schemeClr val="dk2"/>
                </a:solidFill>
                <a:latin typeface="Quattrocento Sans"/>
                <a:ea typeface="Quattrocento Sans"/>
                <a:cs typeface="Quattrocento Sans"/>
                <a:sym typeface="Quattrocento Sans"/>
              </a:defRPr>
            </a:lvl1pPr>
            <a:lvl2pPr marL="914400" lvl="1" indent="-228600" algn="ctr">
              <a:lnSpc>
                <a:spcPct val="100000"/>
              </a:lnSpc>
              <a:spcBef>
                <a:spcPts val="400"/>
              </a:spcBef>
              <a:spcAft>
                <a:spcPts val="0"/>
              </a:spcAft>
              <a:buClr>
                <a:schemeClr val="lt1"/>
              </a:buClr>
              <a:buSzPts val="1800"/>
              <a:buNone/>
              <a:defRPr>
                <a:solidFill>
                  <a:schemeClr val="lt1"/>
                </a:solidFill>
                <a:latin typeface="Quattrocento Sans"/>
                <a:ea typeface="Quattrocento Sans"/>
                <a:cs typeface="Quattrocento Sans"/>
                <a:sym typeface="Quattrocento Sans"/>
              </a:defRPr>
            </a:lvl2pPr>
            <a:lvl3pPr marL="1371600" lvl="2" indent="-331469" algn="l">
              <a:lnSpc>
                <a:spcPct val="100000"/>
              </a:lnSpc>
              <a:spcBef>
                <a:spcPts val="360"/>
              </a:spcBef>
              <a:spcAft>
                <a:spcPts val="0"/>
              </a:spcAft>
              <a:buClr>
                <a:schemeClr val="dk1"/>
              </a:buClr>
              <a:buSzPts val="1620"/>
              <a:buChar char="·"/>
              <a:defRPr/>
            </a:lvl3pPr>
            <a:lvl4pPr marL="1828800" lvl="3" indent="-331469" algn="l">
              <a:lnSpc>
                <a:spcPct val="100000"/>
              </a:lnSpc>
              <a:spcBef>
                <a:spcPts val="360"/>
              </a:spcBef>
              <a:spcAft>
                <a:spcPts val="0"/>
              </a:spcAft>
              <a:buClr>
                <a:schemeClr val="dk1"/>
              </a:buClr>
              <a:buSzPts val="1620"/>
              <a:buChar char="·"/>
              <a:defRPr/>
            </a:lvl4pPr>
            <a:lvl5pPr marL="2286000" lvl="4" indent="-331470" algn="l">
              <a:lnSpc>
                <a:spcPct val="100000"/>
              </a:lnSpc>
              <a:spcBef>
                <a:spcPts val="360"/>
              </a:spcBef>
              <a:spcAft>
                <a:spcPts val="0"/>
              </a:spcAft>
              <a:buClr>
                <a:schemeClr val="dk1"/>
              </a:buClr>
              <a:buSzPts val="162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413" name="Google Shape;413;p42"/>
          <p:cNvSpPr txBox="1">
            <a:spLocks noGrp="1"/>
          </p:cNvSpPr>
          <p:nvPr>
            <p:ph type="body" idx="8"/>
          </p:nvPr>
        </p:nvSpPr>
        <p:spPr>
          <a:xfrm>
            <a:off x="8128000" y="1436688"/>
            <a:ext cx="1595438" cy="581025"/>
          </a:xfrm>
          <a:prstGeom prst="rect">
            <a:avLst/>
          </a:prstGeom>
          <a:noFill/>
          <a:ln>
            <a:noFill/>
          </a:ln>
        </p:spPr>
        <p:txBody>
          <a:bodyPr spcFirstLastPara="1" wrap="square" lIns="90000" tIns="46800" rIns="90000" bIns="46800" anchor="ctr" anchorCtr="0">
            <a:noAutofit/>
          </a:bodyPr>
          <a:lstStyle>
            <a:lvl1pPr marL="457200" lvl="0" indent="-228600" algn="l">
              <a:lnSpc>
                <a:spcPct val="100000"/>
              </a:lnSpc>
              <a:spcBef>
                <a:spcPts val="400"/>
              </a:spcBef>
              <a:spcAft>
                <a:spcPts val="0"/>
              </a:spcAft>
              <a:buClr>
                <a:schemeClr val="dk2"/>
              </a:buClr>
              <a:buSzPts val="1800"/>
              <a:buNone/>
              <a:defRPr sz="2000">
                <a:solidFill>
                  <a:schemeClr val="dk2"/>
                </a:solidFill>
                <a:latin typeface="Quattrocento Sans"/>
                <a:ea typeface="Quattrocento Sans"/>
                <a:cs typeface="Quattrocento Sans"/>
                <a:sym typeface="Quattrocento Sans"/>
              </a:defRPr>
            </a:lvl1pPr>
            <a:lvl2pPr marL="914400" lvl="1" indent="-228600" algn="ctr">
              <a:lnSpc>
                <a:spcPct val="100000"/>
              </a:lnSpc>
              <a:spcBef>
                <a:spcPts val="400"/>
              </a:spcBef>
              <a:spcAft>
                <a:spcPts val="0"/>
              </a:spcAft>
              <a:buClr>
                <a:schemeClr val="lt1"/>
              </a:buClr>
              <a:buSzPts val="1800"/>
              <a:buNone/>
              <a:defRPr>
                <a:solidFill>
                  <a:schemeClr val="lt1"/>
                </a:solidFill>
                <a:latin typeface="Quattrocento Sans"/>
                <a:ea typeface="Quattrocento Sans"/>
                <a:cs typeface="Quattrocento Sans"/>
                <a:sym typeface="Quattrocento Sans"/>
              </a:defRPr>
            </a:lvl2pPr>
            <a:lvl3pPr marL="1371600" lvl="2" indent="-331469" algn="l">
              <a:lnSpc>
                <a:spcPct val="100000"/>
              </a:lnSpc>
              <a:spcBef>
                <a:spcPts val="360"/>
              </a:spcBef>
              <a:spcAft>
                <a:spcPts val="0"/>
              </a:spcAft>
              <a:buClr>
                <a:schemeClr val="dk1"/>
              </a:buClr>
              <a:buSzPts val="1620"/>
              <a:buChar char="·"/>
              <a:defRPr/>
            </a:lvl3pPr>
            <a:lvl4pPr marL="1828800" lvl="3" indent="-331469" algn="l">
              <a:lnSpc>
                <a:spcPct val="100000"/>
              </a:lnSpc>
              <a:spcBef>
                <a:spcPts val="360"/>
              </a:spcBef>
              <a:spcAft>
                <a:spcPts val="0"/>
              </a:spcAft>
              <a:buClr>
                <a:schemeClr val="dk1"/>
              </a:buClr>
              <a:buSzPts val="1620"/>
              <a:buChar char="·"/>
              <a:defRPr/>
            </a:lvl4pPr>
            <a:lvl5pPr marL="2286000" lvl="4" indent="-331470" algn="l">
              <a:lnSpc>
                <a:spcPct val="100000"/>
              </a:lnSpc>
              <a:spcBef>
                <a:spcPts val="360"/>
              </a:spcBef>
              <a:spcAft>
                <a:spcPts val="0"/>
              </a:spcAft>
              <a:buClr>
                <a:schemeClr val="dk1"/>
              </a:buClr>
              <a:buSzPts val="162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414" name="Google Shape;414;p42"/>
          <p:cNvSpPr txBox="1">
            <a:spLocks noGrp="1"/>
          </p:cNvSpPr>
          <p:nvPr>
            <p:ph type="body" idx="9"/>
          </p:nvPr>
        </p:nvSpPr>
        <p:spPr>
          <a:xfrm>
            <a:off x="10013950" y="1436688"/>
            <a:ext cx="1595438" cy="581025"/>
          </a:xfrm>
          <a:prstGeom prst="rect">
            <a:avLst/>
          </a:prstGeom>
          <a:noFill/>
          <a:ln>
            <a:noFill/>
          </a:ln>
        </p:spPr>
        <p:txBody>
          <a:bodyPr spcFirstLastPara="1" wrap="square" lIns="90000" tIns="46800" rIns="90000" bIns="46800" anchor="ctr" anchorCtr="0">
            <a:noAutofit/>
          </a:bodyPr>
          <a:lstStyle>
            <a:lvl1pPr marL="457200" lvl="0" indent="-228600" algn="l">
              <a:lnSpc>
                <a:spcPct val="100000"/>
              </a:lnSpc>
              <a:spcBef>
                <a:spcPts val="400"/>
              </a:spcBef>
              <a:spcAft>
                <a:spcPts val="0"/>
              </a:spcAft>
              <a:buClr>
                <a:schemeClr val="dk2"/>
              </a:buClr>
              <a:buSzPts val="1800"/>
              <a:buNone/>
              <a:defRPr sz="2000">
                <a:solidFill>
                  <a:schemeClr val="dk2"/>
                </a:solidFill>
                <a:latin typeface="Quattrocento Sans"/>
                <a:ea typeface="Quattrocento Sans"/>
                <a:cs typeface="Quattrocento Sans"/>
                <a:sym typeface="Quattrocento Sans"/>
              </a:defRPr>
            </a:lvl1pPr>
            <a:lvl2pPr marL="914400" lvl="1" indent="-228600" algn="ctr">
              <a:lnSpc>
                <a:spcPct val="100000"/>
              </a:lnSpc>
              <a:spcBef>
                <a:spcPts val="400"/>
              </a:spcBef>
              <a:spcAft>
                <a:spcPts val="0"/>
              </a:spcAft>
              <a:buClr>
                <a:schemeClr val="lt1"/>
              </a:buClr>
              <a:buSzPts val="1800"/>
              <a:buNone/>
              <a:defRPr>
                <a:solidFill>
                  <a:schemeClr val="lt1"/>
                </a:solidFill>
                <a:latin typeface="Quattrocento Sans"/>
                <a:ea typeface="Quattrocento Sans"/>
                <a:cs typeface="Quattrocento Sans"/>
                <a:sym typeface="Quattrocento Sans"/>
              </a:defRPr>
            </a:lvl2pPr>
            <a:lvl3pPr marL="1371600" lvl="2" indent="-331469" algn="l">
              <a:lnSpc>
                <a:spcPct val="100000"/>
              </a:lnSpc>
              <a:spcBef>
                <a:spcPts val="360"/>
              </a:spcBef>
              <a:spcAft>
                <a:spcPts val="0"/>
              </a:spcAft>
              <a:buClr>
                <a:schemeClr val="dk1"/>
              </a:buClr>
              <a:buSzPts val="1620"/>
              <a:buChar char="·"/>
              <a:defRPr/>
            </a:lvl3pPr>
            <a:lvl4pPr marL="1828800" lvl="3" indent="-331469" algn="l">
              <a:lnSpc>
                <a:spcPct val="100000"/>
              </a:lnSpc>
              <a:spcBef>
                <a:spcPts val="360"/>
              </a:spcBef>
              <a:spcAft>
                <a:spcPts val="0"/>
              </a:spcAft>
              <a:buClr>
                <a:schemeClr val="dk1"/>
              </a:buClr>
              <a:buSzPts val="1620"/>
              <a:buChar char="·"/>
              <a:defRPr/>
            </a:lvl4pPr>
            <a:lvl5pPr marL="2286000" lvl="4" indent="-331470" algn="l">
              <a:lnSpc>
                <a:spcPct val="100000"/>
              </a:lnSpc>
              <a:spcBef>
                <a:spcPts val="360"/>
              </a:spcBef>
              <a:spcAft>
                <a:spcPts val="0"/>
              </a:spcAft>
              <a:buClr>
                <a:schemeClr val="dk1"/>
              </a:buClr>
              <a:buSzPts val="162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415" name="Google Shape;415;p42"/>
          <p:cNvSpPr txBox="1">
            <a:spLocks noGrp="1"/>
          </p:cNvSpPr>
          <p:nvPr>
            <p:ph type="body" idx="13"/>
          </p:nvPr>
        </p:nvSpPr>
        <p:spPr>
          <a:xfrm>
            <a:off x="6240016" y="3789040"/>
            <a:ext cx="1595438" cy="581025"/>
          </a:xfrm>
          <a:prstGeom prst="rect">
            <a:avLst/>
          </a:prstGeom>
          <a:noFill/>
          <a:ln>
            <a:noFill/>
          </a:ln>
        </p:spPr>
        <p:txBody>
          <a:bodyPr spcFirstLastPara="1" wrap="square" lIns="90000" tIns="46800" rIns="90000" bIns="46800" anchor="ctr" anchorCtr="0">
            <a:noAutofit/>
          </a:bodyPr>
          <a:lstStyle>
            <a:lvl1pPr marL="457200" lvl="0" indent="-228600" algn="l">
              <a:lnSpc>
                <a:spcPct val="100000"/>
              </a:lnSpc>
              <a:spcBef>
                <a:spcPts val="400"/>
              </a:spcBef>
              <a:spcAft>
                <a:spcPts val="0"/>
              </a:spcAft>
              <a:buClr>
                <a:schemeClr val="dk2"/>
              </a:buClr>
              <a:buSzPts val="1800"/>
              <a:buNone/>
              <a:defRPr sz="2000">
                <a:solidFill>
                  <a:schemeClr val="dk2"/>
                </a:solidFill>
                <a:latin typeface="Quattrocento Sans"/>
                <a:ea typeface="Quattrocento Sans"/>
                <a:cs typeface="Quattrocento Sans"/>
                <a:sym typeface="Quattrocento Sans"/>
              </a:defRPr>
            </a:lvl1pPr>
            <a:lvl2pPr marL="914400" lvl="1" indent="-228600" algn="ctr">
              <a:lnSpc>
                <a:spcPct val="100000"/>
              </a:lnSpc>
              <a:spcBef>
                <a:spcPts val="400"/>
              </a:spcBef>
              <a:spcAft>
                <a:spcPts val="0"/>
              </a:spcAft>
              <a:buClr>
                <a:schemeClr val="lt1"/>
              </a:buClr>
              <a:buSzPts val="1800"/>
              <a:buNone/>
              <a:defRPr>
                <a:solidFill>
                  <a:schemeClr val="lt1"/>
                </a:solidFill>
                <a:latin typeface="Quattrocento Sans"/>
                <a:ea typeface="Quattrocento Sans"/>
                <a:cs typeface="Quattrocento Sans"/>
                <a:sym typeface="Quattrocento Sans"/>
              </a:defRPr>
            </a:lvl2pPr>
            <a:lvl3pPr marL="1371600" lvl="2" indent="-331469" algn="l">
              <a:lnSpc>
                <a:spcPct val="100000"/>
              </a:lnSpc>
              <a:spcBef>
                <a:spcPts val="360"/>
              </a:spcBef>
              <a:spcAft>
                <a:spcPts val="0"/>
              </a:spcAft>
              <a:buClr>
                <a:schemeClr val="dk1"/>
              </a:buClr>
              <a:buSzPts val="1620"/>
              <a:buChar char="·"/>
              <a:defRPr/>
            </a:lvl3pPr>
            <a:lvl4pPr marL="1828800" lvl="3" indent="-331469" algn="l">
              <a:lnSpc>
                <a:spcPct val="100000"/>
              </a:lnSpc>
              <a:spcBef>
                <a:spcPts val="360"/>
              </a:spcBef>
              <a:spcAft>
                <a:spcPts val="0"/>
              </a:spcAft>
              <a:buClr>
                <a:schemeClr val="dk1"/>
              </a:buClr>
              <a:buSzPts val="1620"/>
              <a:buChar char="·"/>
              <a:defRPr/>
            </a:lvl4pPr>
            <a:lvl5pPr marL="2286000" lvl="4" indent="-331470" algn="l">
              <a:lnSpc>
                <a:spcPct val="100000"/>
              </a:lnSpc>
              <a:spcBef>
                <a:spcPts val="360"/>
              </a:spcBef>
              <a:spcAft>
                <a:spcPts val="0"/>
              </a:spcAft>
              <a:buClr>
                <a:schemeClr val="dk1"/>
              </a:buClr>
              <a:buSzPts val="162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416" name="Google Shape;416;p42"/>
          <p:cNvSpPr txBox="1">
            <a:spLocks noGrp="1"/>
          </p:cNvSpPr>
          <p:nvPr>
            <p:ph type="body" idx="14"/>
          </p:nvPr>
        </p:nvSpPr>
        <p:spPr>
          <a:xfrm>
            <a:off x="8128000" y="3789040"/>
            <a:ext cx="1595438" cy="581025"/>
          </a:xfrm>
          <a:prstGeom prst="rect">
            <a:avLst/>
          </a:prstGeom>
          <a:noFill/>
          <a:ln>
            <a:noFill/>
          </a:ln>
        </p:spPr>
        <p:txBody>
          <a:bodyPr spcFirstLastPara="1" wrap="square" lIns="90000" tIns="46800" rIns="90000" bIns="46800" anchor="ctr" anchorCtr="0">
            <a:noAutofit/>
          </a:bodyPr>
          <a:lstStyle>
            <a:lvl1pPr marL="457200" lvl="0" indent="-228600" algn="l">
              <a:lnSpc>
                <a:spcPct val="100000"/>
              </a:lnSpc>
              <a:spcBef>
                <a:spcPts val="400"/>
              </a:spcBef>
              <a:spcAft>
                <a:spcPts val="0"/>
              </a:spcAft>
              <a:buClr>
                <a:schemeClr val="dk2"/>
              </a:buClr>
              <a:buSzPts val="1800"/>
              <a:buNone/>
              <a:defRPr sz="2000">
                <a:solidFill>
                  <a:schemeClr val="dk2"/>
                </a:solidFill>
                <a:latin typeface="Quattrocento Sans"/>
                <a:ea typeface="Quattrocento Sans"/>
                <a:cs typeface="Quattrocento Sans"/>
                <a:sym typeface="Quattrocento Sans"/>
              </a:defRPr>
            </a:lvl1pPr>
            <a:lvl2pPr marL="914400" lvl="1" indent="-228600" algn="ctr">
              <a:lnSpc>
                <a:spcPct val="100000"/>
              </a:lnSpc>
              <a:spcBef>
                <a:spcPts val="400"/>
              </a:spcBef>
              <a:spcAft>
                <a:spcPts val="0"/>
              </a:spcAft>
              <a:buClr>
                <a:schemeClr val="lt1"/>
              </a:buClr>
              <a:buSzPts val="1800"/>
              <a:buNone/>
              <a:defRPr>
                <a:solidFill>
                  <a:schemeClr val="lt1"/>
                </a:solidFill>
                <a:latin typeface="Quattrocento Sans"/>
                <a:ea typeface="Quattrocento Sans"/>
                <a:cs typeface="Quattrocento Sans"/>
                <a:sym typeface="Quattrocento Sans"/>
              </a:defRPr>
            </a:lvl2pPr>
            <a:lvl3pPr marL="1371600" lvl="2" indent="-331469" algn="l">
              <a:lnSpc>
                <a:spcPct val="100000"/>
              </a:lnSpc>
              <a:spcBef>
                <a:spcPts val="360"/>
              </a:spcBef>
              <a:spcAft>
                <a:spcPts val="0"/>
              </a:spcAft>
              <a:buClr>
                <a:schemeClr val="dk1"/>
              </a:buClr>
              <a:buSzPts val="1620"/>
              <a:buChar char="·"/>
              <a:defRPr/>
            </a:lvl3pPr>
            <a:lvl4pPr marL="1828800" lvl="3" indent="-331469" algn="l">
              <a:lnSpc>
                <a:spcPct val="100000"/>
              </a:lnSpc>
              <a:spcBef>
                <a:spcPts val="360"/>
              </a:spcBef>
              <a:spcAft>
                <a:spcPts val="0"/>
              </a:spcAft>
              <a:buClr>
                <a:schemeClr val="dk1"/>
              </a:buClr>
              <a:buSzPts val="1620"/>
              <a:buChar char="·"/>
              <a:defRPr/>
            </a:lvl4pPr>
            <a:lvl5pPr marL="2286000" lvl="4" indent="-331470" algn="l">
              <a:lnSpc>
                <a:spcPct val="100000"/>
              </a:lnSpc>
              <a:spcBef>
                <a:spcPts val="360"/>
              </a:spcBef>
              <a:spcAft>
                <a:spcPts val="0"/>
              </a:spcAft>
              <a:buClr>
                <a:schemeClr val="dk1"/>
              </a:buClr>
              <a:buSzPts val="162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417" name="Google Shape;417;p42"/>
          <p:cNvSpPr txBox="1">
            <a:spLocks noGrp="1"/>
          </p:cNvSpPr>
          <p:nvPr>
            <p:ph type="body" idx="15"/>
          </p:nvPr>
        </p:nvSpPr>
        <p:spPr>
          <a:xfrm>
            <a:off x="10013950" y="3789040"/>
            <a:ext cx="1595438" cy="581025"/>
          </a:xfrm>
          <a:prstGeom prst="rect">
            <a:avLst/>
          </a:prstGeom>
          <a:noFill/>
          <a:ln>
            <a:noFill/>
          </a:ln>
        </p:spPr>
        <p:txBody>
          <a:bodyPr spcFirstLastPara="1" wrap="square" lIns="90000" tIns="46800" rIns="90000" bIns="46800" anchor="ctr" anchorCtr="0">
            <a:noAutofit/>
          </a:bodyPr>
          <a:lstStyle>
            <a:lvl1pPr marL="457200" lvl="0" indent="-228600" algn="l">
              <a:lnSpc>
                <a:spcPct val="100000"/>
              </a:lnSpc>
              <a:spcBef>
                <a:spcPts val="400"/>
              </a:spcBef>
              <a:spcAft>
                <a:spcPts val="0"/>
              </a:spcAft>
              <a:buClr>
                <a:schemeClr val="dk2"/>
              </a:buClr>
              <a:buSzPts val="1800"/>
              <a:buNone/>
              <a:defRPr sz="2000">
                <a:solidFill>
                  <a:schemeClr val="dk2"/>
                </a:solidFill>
                <a:latin typeface="Quattrocento Sans"/>
                <a:ea typeface="Quattrocento Sans"/>
                <a:cs typeface="Quattrocento Sans"/>
                <a:sym typeface="Quattrocento Sans"/>
              </a:defRPr>
            </a:lvl1pPr>
            <a:lvl2pPr marL="914400" lvl="1" indent="-228600" algn="ctr">
              <a:lnSpc>
                <a:spcPct val="100000"/>
              </a:lnSpc>
              <a:spcBef>
                <a:spcPts val="400"/>
              </a:spcBef>
              <a:spcAft>
                <a:spcPts val="0"/>
              </a:spcAft>
              <a:buClr>
                <a:schemeClr val="lt1"/>
              </a:buClr>
              <a:buSzPts val="1800"/>
              <a:buNone/>
              <a:defRPr>
                <a:solidFill>
                  <a:schemeClr val="lt1"/>
                </a:solidFill>
                <a:latin typeface="Quattrocento Sans"/>
                <a:ea typeface="Quattrocento Sans"/>
                <a:cs typeface="Quattrocento Sans"/>
                <a:sym typeface="Quattrocento Sans"/>
              </a:defRPr>
            </a:lvl2pPr>
            <a:lvl3pPr marL="1371600" lvl="2" indent="-331469" algn="l">
              <a:lnSpc>
                <a:spcPct val="100000"/>
              </a:lnSpc>
              <a:spcBef>
                <a:spcPts val="360"/>
              </a:spcBef>
              <a:spcAft>
                <a:spcPts val="0"/>
              </a:spcAft>
              <a:buClr>
                <a:schemeClr val="dk1"/>
              </a:buClr>
              <a:buSzPts val="1620"/>
              <a:buChar char="·"/>
              <a:defRPr/>
            </a:lvl3pPr>
            <a:lvl4pPr marL="1828800" lvl="3" indent="-331469" algn="l">
              <a:lnSpc>
                <a:spcPct val="100000"/>
              </a:lnSpc>
              <a:spcBef>
                <a:spcPts val="360"/>
              </a:spcBef>
              <a:spcAft>
                <a:spcPts val="0"/>
              </a:spcAft>
              <a:buClr>
                <a:schemeClr val="dk1"/>
              </a:buClr>
              <a:buSzPts val="1620"/>
              <a:buChar char="·"/>
              <a:defRPr/>
            </a:lvl4pPr>
            <a:lvl5pPr marL="2286000" lvl="4" indent="-331470" algn="l">
              <a:lnSpc>
                <a:spcPct val="100000"/>
              </a:lnSpc>
              <a:spcBef>
                <a:spcPts val="360"/>
              </a:spcBef>
              <a:spcAft>
                <a:spcPts val="0"/>
              </a:spcAft>
              <a:buClr>
                <a:schemeClr val="dk1"/>
              </a:buClr>
              <a:buSzPts val="162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418" name="Google Shape;418;p42"/>
          <p:cNvSpPr txBox="1">
            <a:spLocks noGrp="1"/>
          </p:cNvSpPr>
          <p:nvPr>
            <p:ph type="body" idx="16"/>
          </p:nvPr>
        </p:nvSpPr>
        <p:spPr>
          <a:xfrm>
            <a:off x="584200" y="2017713"/>
            <a:ext cx="3481388" cy="430887"/>
          </a:xfrm>
          <a:prstGeom prst="rect">
            <a:avLst/>
          </a:prstGeom>
          <a:noFill/>
          <a:ln>
            <a:noFill/>
          </a:ln>
        </p:spPr>
        <p:txBody>
          <a:bodyPr spcFirstLastPara="1" wrap="square" lIns="0" tIns="0" rIns="0" bIns="0" anchor="t" anchorCtr="0">
            <a:spAutoFit/>
          </a:bodyPr>
          <a:lstStyle>
            <a:lvl1pPr marL="457200" lvl="0" indent="-228600" algn="l">
              <a:lnSpc>
                <a:spcPct val="100000"/>
              </a:lnSpc>
              <a:spcBef>
                <a:spcPts val="560"/>
              </a:spcBef>
              <a:spcAft>
                <a:spcPts val="0"/>
              </a:spcAft>
              <a:buClr>
                <a:schemeClr val="lt1"/>
              </a:buClr>
              <a:buSzPts val="2520"/>
              <a:buNone/>
              <a:defRPr>
                <a:solidFill>
                  <a:schemeClr val="lt1"/>
                </a:solidFill>
              </a:defRPr>
            </a:lvl1pPr>
            <a:lvl2pPr marL="914400" lvl="1" indent="-331469" algn="l">
              <a:lnSpc>
                <a:spcPct val="100000"/>
              </a:lnSpc>
              <a:spcBef>
                <a:spcPts val="360"/>
              </a:spcBef>
              <a:spcAft>
                <a:spcPts val="0"/>
              </a:spcAft>
              <a:buClr>
                <a:schemeClr val="dk1"/>
              </a:buClr>
              <a:buSzPts val="1620"/>
              <a:buChar char="·"/>
              <a:defRPr/>
            </a:lvl2pPr>
            <a:lvl3pPr marL="1371600" lvl="2" indent="-331469" algn="l">
              <a:lnSpc>
                <a:spcPct val="100000"/>
              </a:lnSpc>
              <a:spcBef>
                <a:spcPts val="360"/>
              </a:spcBef>
              <a:spcAft>
                <a:spcPts val="0"/>
              </a:spcAft>
              <a:buClr>
                <a:schemeClr val="dk1"/>
              </a:buClr>
              <a:buSzPts val="1620"/>
              <a:buChar char="·"/>
              <a:defRPr/>
            </a:lvl3pPr>
            <a:lvl4pPr marL="1828800" lvl="3" indent="-331469" algn="l">
              <a:lnSpc>
                <a:spcPct val="100000"/>
              </a:lnSpc>
              <a:spcBef>
                <a:spcPts val="360"/>
              </a:spcBef>
              <a:spcAft>
                <a:spcPts val="0"/>
              </a:spcAft>
              <a:buClr>
                <a:schemeClr val="dk1"/>
              </a:buClr>
              <a:buSzPts val="1620"/>
              <a:buChar char="·"/>
              <a:defRPr/>
            </a:lvl4pPr>
            <a:lvl5pPr marL="2286000" lvl="4" indent="-331470" algn="l">
              <a:lnSpc>
                <a:spcPct val="100000"/>
              </a:lnSpc>
              <a:spcBef>
                <a:spcPts val="360"/>
              </a:spcBef>
              <a:spcAft>
                <a:spcPts val="0"/>
              </a:spcAft>
              <a:buClr>
                <a:schemeClr val="dk1"/>
              </a:buClr>
              <a:buSzPts val="162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Tree>
  </p:cSld>
  <p:clrMapOvr>
    <a:masterClrMapping/>
  </p:clrMapOvr>
  <p:transition>
    <p:fade/>
  </p:transition>
  <p:extLst>
    <p:ext uri="{DCECCB84-F9BA-43D5-87BE-67443E8EF086}">
      <p15:sldGuideLst xmlns:p15="http://schemas.microsoft.com/office/powerpoint/2012/main">
        <p15:guide id="1" pos="1373">
          <p15:clr>
            <a:srgbClr val="A4A3A4"/>
          </p15:clr>
        </p15:guide>
        <p15:guide id="2" pos="1556">
          <p15:clr>
            <a:srgbClr val="A4A3A4"/>
          </p15:clr>
        </p15:guide>
        <p15:guide id="3" pos="2561">
          <p15:clr>
            <a:srgbClr val="A4A3A4"/>
          </p15:clr>
        </p15:guide>
        <p15:guide id="4" pos="2744">
          <p15:clr>
            <a:srgbClr val="A4A3A4"/>
          </p15:clr>
        </p15:guide>
        <p15:guide id="5" pos="3754">
          <p15:clr>
            <a:srgbClr val="A4A3A4"/>
          </p15:clr>
        </p15:guide>
        <p15:guide id="6" pos="3931">
          <p15:clr>
            <a:srgbClr val="A4A3A4"/>
          </p15:clr>
        </p15:guide>
        <p15:guide id="7" pos="4937">
          <p15:clr>
            <a:srgbClr val="A4A3A4"/>
          </p15:clr>
        </p15:guide>
        <p15:guide id="8" pos="5120">
          <p15:clr>
            <a:srgbClr val="A4A3A4"/>
          </p15:clr>
        </p15:guide>
        <p15:guide id="9" pos="6123">
          <p15:clr>
            <a:srgbClr val="A4A3A4"/>
          </p15:clr>
        </p15:guide>
        <p15:guide id="10" pos="6308">
          <p15:clr>
            <a:srgbClr val="A4A3A4"/>
          </p15:clr>
        </p15:guide>
        <p15:guide id="11" orient="horz" pos="905">
          <p15:clr>
            <a:srgbClr val="5ACBF0"/>
          </p15:clr>
        </p15:guide>
        <p15:guide id="12" orient="horz" pos="1271">
          <p15:clr>
            <a:srgbClr val="5ACBF0"/>
          </p15:clr>
        </p15:guide>
        <p15:guide id="13" orient="horz" pos="288">
          <p15:clr>
            <a:srgbClr val="5ACBF0"/>
          </p15:clr>
        </p15:guide>
        <p15:guide id="14" orient="horz" pos="2387">
          <p15:clr>
            <a:srgbClr val="FBAE40"/>
          </p15:clr>
        </p15:guide>
        <p15:guide id="15" orient="horz" pos="2750">
          <p15:clr>
            <a:srgbClr val="FBAE4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matchingName="Title - Square Photo ">
  <p:cSld name="Title - Square Photo ">
    <p:spTree>
      <p:nvGrpSpPr>
        <p:cNvPr id="1" name="Shape 419"/>
        <p:cNvGrpSpPr/>
        <p:nvPr/>
      </p:nvGrpSpPr>
      <p:grpSpPr>
        <a:xfrm>
          <a:off x="0" y="0"/>
          <a:ext cx="0" cy="0"/>
          <a:chOff x="0" y="0"/>
          <a:chExt cx="0" cy="0"/>
        </a:xfrm>
      </p:grpSpPr>
      <p:sp>
        <p:nvSpPr>
          <p:cNvPr id="420" name="Google Shape;420;p43"/>
          <p:cNvSpPr txBox="1">
            <a:spLocks noGrp="1"/>
          </p:cNvSpPr>
          <p:nvPr>
            <p:ph type="title"/>
          </p:nvPr>
        </p:nvSpPr>
        <p:spPr>
          <a:xfrm>
            <a:off x="588263" y="588963"/>
            <a:ext cx="4158362" cy="2535236"/>
          </a:xfrm>
          <a:prstGeom prst="rect">
            <a:avLst/>
          </a:prstGeom>
          <a:noFill/>
          <a:ln>
            <a:noFill/>
          </a:ln>
        </p:spPr>
        <p:txBody>
          <a:bodyPr spcFirstLastPara="1" wrap="square" lIns="0" tIns="0" rIns="0" bIns="0" anchor="b" anchorCtr="0">
            <a:spAutoFit/>
          </a:bodyPr>
          <a:lstStyle>
            <a:lvl1pPr lvl="0" algn="l">
              <a:lnSpc>
                <a:spcPct val="100000"/>
              </a:lnSpc>
              <a:spcBef>
                <a:spcPts val="0"/>
              </a:spcBef>
              <a:spcAft>
                <a:spcPts val="0"/>
              </a:spcAft>
              <a:buClr>
                <a:schemeClr val="dk1"/>
              </a:buClr>
              <a:buSzPts val="3600"/>
              <a:buFont typeface="Quattrocento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1" name="Google Shape;421;p43"/>
          <p:cNvSpPr txBox="1">
            <a:spLocks noGrp="1"/>
          </p:cNvSpPr>
          <p:nvPr>
            <p:ph type="body" idx="1"/>
          </p:nvPr>
        </p:nvSpPr>
        <p:spPr>
          <a:xfrm>
            <a:off x="584200" y="3535540"/>
            <a:ext cx="4162425" cy="2733497"/>
          </a:xfrm>
          <a:prstGeom prst="rect">
            <a:avLst/>
          </a:prstGeom>
          <a:noFill/>
          <a:ln>
            <a:noFill/>
          </a:ln>
        </p:spPr>
        <p:txBody>
          <a:bodyPr spcFirstLastPara="1" wrap="square" lIns="0" tIns="0" rIns="0" bIns="0" anchor="t" anchorCtr="0">
            <a:spAutoFit/>
          </a:bodyPr>
          <a:lstStyle>
            <a:lvl1pPr marL="457200" lvl="0" indent="-228600" algn="l">
              <a:lnSpc>
                <a:spcPct val="100000"/>
              </a:lnSpc>
              <a:spcBef>
                <a:spcPts val="440"/>
              </a:spcBef>
              <a:spcAft>
                <a:spcPts val="0"/>
              </a:spcAft>
              <a:buClr>
                <a:schemeClr val="dk1"/>
              </a:buClr>
              <a:buSzPts val="1980"/>
              <a:buNone/>
              <a:defRPr sz="2200">
                <a:latin typeface="Quattrocento Sans"/>
                <a:ea typeface="Quattrocento Sans"/>
                <a:cs typeface="Quattrocento Sans"/>
                <a:sym typeface="Quattrocento Sans"/>
              </a:defRPr>
            </a:lvl1pPr>
            <a:lvl2pPr marL="914400" lvl="1" indent="-228600" algn="l">
              <a:lnSpc>
                <a:spcPct val="100000"/>
              </a:lnSpc>
              <a:spcBef>
                <a:spcPts val="400"/>
              </a:spcBef>
              <a:spcAft>
                <a:spcPts val="0"/>
              </a:spcAft>
              <a:buClr>
                <a:schemeClr val="dk1"/>
              </a:buClr>
              <a:buSzPts val="1800"/>
              <a:buNone/>
              <a:defRPr/>
            </a:lvl2pPr>
            <a:lvl3pPr marL="1371600" lvl="2" indent="-228600" algn="l">
              <a:lnSpc>
                <a:spcPct val="100000"/>
              </a:lnSpc>
              <a:spcBef>
                <a:spcPts val="320"/>
              </a:spcBef>
              <a:spcAft>
                <a:spcPts val="0"/>
              </a:spcAft>
              <a:buClr>
                <a:schemeClr val="dk1"/>
              </a:buClr>
              <a:buSzPts val="1440"/>
              <a:buNone/>
              <a:defRPr/>
            </a:lvl3pPr>
            <a:lvl4pPr marL="1828800" lvl="3" indent="-228600" algn="l">
              <a:lnSpc>
                <a:spcPct val="100000"/>
              </a:lnSpc>
              <a:spcBef>
                <a:spcPts val="280"/>
              </a:spcBef>
              <a:spcAft>
                <a:spcPts val="0"/>
              </a:spcAft>
              <a:buClr>
                <a:schemeClr val="dk1"/>
              </a:buClr>
              <a:buSzPts val="1260"/>
              <a:buNone/>
              <a:defRPr/>
            </a:lvl4pPr>
            <a:lvl5pPr marL="2286000" lvl="4" indent="-228600" algn="l">
              <a:lnSpc>
                <a:spcPct val="100000"/>
              </a:lnSpc>
              <a:spcBef>
                <a:spcPts val="280"/>
              </a:spcBef>
              <a:spcAft>
                <a:spcPts val="0"/>
              </a:spcAft>
              <a:buClr>
                <a:schemeClr val="dk1"/>
              </a:buClr>
              <a:buSzPts val="1260"/>
              <a:buNone/>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pic>
        <p:nvPicPr>
          <p:cNvPr id="422" name="Google Shape;422;p43" descr="This photo is a 'placeholder' only. Drag or drop your photo here, or click and tap the center to insert a photo."/>
          <p:cNvPicPr preferRelativeResize="0">
            <a:picLocks noGrp="1"/>
          </p:cNvPicPr>
          <p:nvPr>
            <p:ph type="pic" idx="2"/>
          </p:nvPr>
        </p:nvPicPr>
        <p:blipFill/>
        <p:spPr>
          <a:xfrm>
            <a:off x="5334000" y="0"/>
            <a:ext cx="6858000" cy="6858000"/>
          </a:xfrm>
          <a:prstGeom prst="rect">
            <a:avLst/>
          </a:prstGeom>
          <a:blipFill rotWithShape="1">
            <a:blip r:embed="rId2">
              <a:alphaModFix/>
            </a:blip>
            <a:stretch>
              <a:fillRect/>
            </a:stretch>
          </a:blipFill>
          <a:ln>
            <a:noFill/>
          </a:ln>
        </p:spPr>
      </p:pic>
      <p:sp>
        <p:nvSpPr>
          <p:cNvPr id="423" name="Google Shape;423;p43"/>
          <p:cNvSpPr txBox="1"/>
          <p:nvPr/>
        </p:nvSpPr>
        <p:spPr>
          <a:xfrm>
            <a:off x="12355721" y="-203944"/>
            <a:ext cx="577081" cy="153888"/>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00">
                <a:solidFill>
                  <a:srgbClr val="A3A3A3"/>
                </a:solidFill>
                <a:latin typeface="Quattrocento Sans"/>
                <a:ea typeface="Quattrocento Sans"/>
                <a:cs typeface="Quattrocento Sans"/>
                <a:sym typeface="Quattrocento Sans"/>
              </a:rPr>
              <a:t>ELT layout</a:t>
            </a:r>
            <a:endParaRPr/>
          </a:p>
        </p:txBody>
      </p:sp>
    </p:spTree>
  </p:cSld>
  <p:clrMapOvr>
    <a:masterClrMapping/>
  </p:clrMapOvr>
  <p:transition>
    <p:fade/>
  </p:transition>
  <p:extLst>
    <p:ext uri="{DCECCB84-F9BA-43D5-87BE-67443E8EF086}">
      <p15:sldGuideLst xmlns:p15="http://schemas.microsoft.com/office/powerpoint/2012/main">
        <p15:guide id="1" pos="3360">
          <p15:clr>
            <a:srgbClr val="5ACBF0"/>
          </p15:clr>
        </p15:guide>
        <p15:guide id="2" orient="horz" pos="1968">
          <p15:clr>
            <a:srgbClr val="5ACBF0"/>
          </p15:clr>
        </p15:guide>
        <p15:guide id="3" orient="horz" pos="2226">
          <p15:clr>
            <a:srgbClr val="5ACBF0"/>
          </p15:clr>
        </p15:guide>
        <p15:guide id="4" pos="3729">
          <p15:clr>
            <a:srgbClr val="C35EA4"/>
          </p15:clr>
        </p15:guide>
        <p15:guide id="5" pos="2993">
          <p15:clr>
            <a:srgbClr val="5ACBF0"/>
          </p15:clr>
        </p15:guide>
        <p15:guide id="6" pos="3543">
          <p15:clr>
            <a:srgbClr val="A4A3A4"/>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matchingName="Square Photo ">
  <p:cSld name="Square Photo ">
    <p:spTree>
      <p:nvGrpSpPr>
        <p:cNvPr id="1" name="Shape 424"/>
        <p:cNvGrpSpPr/>
        <p:nvPr/>
      </p:nvGrpSpPr>
      <p:grpSpPr>
        <a:xfrm>
          <a:off x="0" y="0"/>
          <a:ext cx="0" cy="0"/>
          <a:chOff x="0" y="0"/>
          <a:chExt cx="0" cy="0"/>
        </a:xfrm>
      </p:grpSpPr>
      <p:sp>
        <p:nvSpPr>
          <p:cNvPr id="425" name="Google Shape;425;p44"/>
          <p:cNvSpPr txBox="1">
            <a:spLocks noGrp="1"/>
          </p:cNvSpPr>
          <p:nvPr>
            <p:ph type="title"/>
          </p:nvPr>
        </p:nvSpPr>
        <p:spPr>
          <a:xfrm>
            <a:off x="588263" y="585788"/>
            <a:ext cx="4159950" cy="5683249"/>
          </a:xfrm>
          <a:prstGeom prst="rect">
            <a:avLst/>
          </a:prstGeom>
          <a:noFill/>
          <a:ln>
            <a:noFill/>
          </a:ln>
        </p:spPr>
        <p:txBody>
          <a:bodyPr spcFirstLastPara="1" wrap="square" lIns="0" tIns="0" rIns="0" bIns="0" anchor="ctr" anchorCtr="0">
            <a:spAutoFit/>
          </a:bodyPr>
          <a:lstStyle>
            <a:lvl1pPr lvl="0" algn="l">
              <a:lnSpc>
                <a:spcPct val="10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pic>
        <p:nvPicPr>
          <p:cNvPr id="426" name="Google Shape;426;p44" descr="This photo is a 'placeholder' only. Drag or drop your photo here, or click and tap the center to insert a photo."/>
          <p:cNvPicPr preferRelativeResize="0">
            <a:picLocks noGrp="1"/>
          </p:cNvPicPr>
          <p:nvPr>
            <p:ph type="pic" idx="2"/>
          </p:nvPr>
        </p:nvPicPr>
        <p:blipFill/>
        <p:spPr>
          <a:xfrm>
            <a:off x="5334000" y="0"/>
            <a:ext cx="6858000" cy="6858000"/>
          </a:xfrm>
          <a:prstGeom prst="rect">
            <a:avLst/>
          </a:prstGeom>
          <a:blipFill rotWithShape="1">
            <a:blip r:embed="rId2">
              <a:alphaModFix/>
            </a:blip>
            <a:stretch>
              <a:fillRect/>
            </a:stretch>
          </a:blipFill>
          <a:ln>
            <a:noFill/>
          </a:ln>
        </p:spPr>
      </p:pic>
      <p:sp>
        <p:nvSpPr>
          <p:cNvPr id="427" name="Google Shape;427;p44"/>
          <p:cNvSpPr txBox="1"/>
          <p:nvPr/>
        </p:nvSpPr>
        <p:spPr>
          <a:xfrm>
            <a:off x="12355721" y="-203944"/>
            <a:ext cx="577081" cy="153888"/>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00">
                <a:solidFill>
                  <a:srgbClr val="A3A3A3"/>
                </a:solidFill>
                <a:latin typeface="Quattrocento Sans"/>
                <a:ea typeface="Quattrocento Sans"/>
                <a:cs typeface="Quattrocento Sans"/>
                <a:sym typeface="Quattrocento Sans"/>
              </a:rPr>
              <a:t>ELT layout</a:t>
            </a:r>
            <a:endParaRPr/>
          </a:p>
        </p:txBody>
      </p:sp>
    </p:spTree>
  </p:cSld>
  <p:clrMapOvr>
    <a:masterClrMapping/>
  </p:clrMapOvr>
  <p:transition>
    <p:fade/>
  </p:transition>
  <p:extLst>
    <p:ext uri="{DCECCB84-F9BA-43D5-87BE-67443E8EF086}">
      <p15:sldGuideLst xmlns:p15="http://schemas.microsoft.com/office/powerpoint/2012/main">
        <p15:guide id="1" pos="3360">
          <p15:clr>
            <a:srgbClr val="5ACBF0"/>
          </p15:clr>
        </p15:guide>
        <p15:guide id="2" orient="horz" pos="2160">
          <p15:clr>
            <a:srgbClr val="5ACBF0"/>
          </p15:clr>
        </p15:guide>
        <p15:guide id="3" pos="2991">
          <p15:clr>
            <a:srgbClr val="5ACBF0"/>
          </p15:clr>
        </p15:guide>
        <p15:guide id="4" pos="3728">
          <p15:clr>
            <a:srgbClr val="C35EA4"/>
          </p15:clr>
        </p15:guide>
        <p15:guide id="5" pos="3544">
          <p15:clr>
            <a:srgbClr val="A4A3A4"/>
          </p15:clr>
        </p15:guide>
      </p15:sldGuideLst>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matchingName="Square Photo 2">
  <p:cSld name="Square Photo 2">
    <p:spTree>
      <p:nvGrpSpPr>
        <p:cNvPr id="1" name="Shape 428"/>
        <p:cNvGrpSpPr/>
        <p:nvPr/>
      </p:nvGrpSpPr>
      <p:grpSpPr>
        <a:xfrm>
          <a:off x="0" y="0"/>
          <a:ext cx="0" cy="0"/>
          <a:chOff x="0" y="0"/>
          <a:chExt cx="0" cy="0"/>
        </a:xfrm>
      </p:grpSpPr>
      <p:sp>
        <p:nvSpPr>
          <p:cNvPr id="429" name="Google Shape;429;p45"/>
          <p:cNvSpPr txBox="1">
            <a:spLocks noGrp="1"/>
          </p:cNvSpPr>
          <p:nvPr>
            <p:ph type="title"/>
          </p:nvPr>
        </p:nvSpPr>
        <p:spPr>
          <a:xfrm>
            <a:off x="588263" y="2979738"/>
            <a:ext cx="4163125" cy="328930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Clr>
                <a:schemeClr val="dk1"/>
              </a:buClr>
              <a:buSzPts val="2800"/>
              <a:buFont typeface="Quattrocento Sans"/>
              <a:buNone/>
              <a:defRPr sz="28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pic>
        <p:nvPicPr>
          <p:cNvPr id="430" name="Google Shape;430;p45" descr="This photo is a 'placeholder' only. Drag or drop your photo here, or click and tap the center to insert a photo."/>
          <p:cNvPicPr preferRelativeResize="0">
            <a:picLocks noGrp="1"/>
          </p:cNvPicPr>
          <p:nvPr>
            <p:ph type="pic" idx="2"/>
          </p:nvPr>
        </p:nvPicPr>
        <p:blipFill/>
        <p:spPr>
          <a:xfrm>
            <a:off x="5334000" y="0"/>
            <a:ext cx="6858000" cy="6858000"/>
          </a:xfrm>
          <a:prstGeom prst="rect">
            <a:avLst/>
          </a:prstGeom>
          <a:blipFill rotWithShape="1">
            <a:blip r:embed="rId2">
              <a:alphaModFix/>
            </a:blip>
            <a:stretch>
              <a:fillRect/>
            </a:stretch>
          </a:blipFill>
          <a:ln>
            <a:noFill/>
          </a:ln>
        </p:spPr>
      </p:pic>
      <p:sp>
        <p:nvSpPr>
          <p:cNvPr id="431" name="Google Shape;431;p45"/>
          <p:cNvSpPr txBox="1"/>
          <p:nvPr/>
        </p:nvSpPr>
        <p:spPr>
          <a:xfrm>
            <a:off x="12355721" y="-203944"/>
            <a:ext cx="577081" cy="153888"/>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00">
                <a:solidFill>
                  <a:srgbClr val="A3A3A3"/>
                </a:solidFill>
                <a:latin typeface="Quattrocento Sans"/>
                <a:ea typeface="Quattrocento Sans"/>
                <a:cs typeface="Quattrocento Sans"/>
                <a:sym typeface="Quattrocento Sans"/>
              </a:rPr>
              <a:t>ELT layout</a:t>
            </a:r>
            <a:endParaRPr/>
          </a:p>
        </p:txBody>
      </p:sp>
    </p:spTree>
  </p:cSld>
  <p:clrMapOvr>
    <a:masterClrMapping/>
  </p:clrMapOvr>
  <p:transition>
    <p:fade/>
  </p:transition>
  <p:extLst>
    <p:ext uri="{DCECCB84-F9BA-43D5-87BE-67443E8EF086}">
      <p15:sldGuideLst xmlns:p15="http://schemas.microsoft.com/office/powerpoint/2012/main">
        <p15:guide id="1" pos="3360">
          <p15:clr>
            <a:srgbClr val="5ACBF0"/>
          </p15:clr>
        </p15:guide>
        <p15:guide id="2" orient="horz" pos="1877">
          <p15:clr>
            <a:srgbClr val="5ACBF0"/>
          </p15:clr>
        </p15:guide>
        <p15:guide id="3" pos="3731">
          <p15:clr>
            <a:srgbClr val="C35EA4"/>
          </p15:clr>
        </p15:guide>
        <p15:guide id="4" pos="2993">
          <p15:clr>
            <a:srgbClr val="5ACBF0"/>
          </p15:clr>
        </p15:guide>
        <p15:guide id="5" pos="3547">
          <p15:clr>
            <a:srgbClr val="A4A3A4"/>
          </p15:clr>
        </p15:guide>
      </p15:sldGuideLst>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matchingName="Title - Square Photo Left">
  <p:cSld name="Title - Square Photo Left">
    <p:bg>
      <p:bgPr>
        <a:solidFill>
          <a:schemeClr val="lt1"/>
        </a:solidFill>
        <a:effectLst/>
      </p:bgPr>
    </p:bg>
    <p:spTree>
      <p:nvGrpSpPr>
        <p:cNvPr id="1" name="Shape 432"/>
        <p:cNvGrpSpPr/>
        <p:nvPr/>
      </p:nvGrpSpPr>
      <p:grpSpPr>
        <a:xfrm>
          <a:off x="0" y="0"/>
          <a:ext cx="0" cy="0"/>
          <a:chOff x="0" y="0"/>
          <a:chExt cx="0" cy="0"/>
        </a:xfrm>
      </p:grpSpPr>
      <p:sp>
        <p:nvSpPr>
          <p:cNvPr id="433" name="Google Shape;433;p46"/>
          <p:cNvSpPr>
            <a:spLocks noGrp="1"/>
          </p:cNvSpPr>
          <p:nvPr>
            <p:ph type="pic" idx="2"/>
          </p:nvPr>
        </p:nvSpPr>
        <p:spPr>
          <a:xfrm>
            <a:off x="0" y="0"/>
            <a:ext cx="6892925" cy="6858000"/>
          </a:xfrm>
          <a:prstGeom prst="rect">
            <a:avLst/>
          </a:prstGeom>
          <a:noFill/>
          <a:ln>
            <a:noFill/>
          </a:ln>
        </p:spPr>
      </p:sp>
      <p:sp>
        <p:nvSpPr>
          <p:cNvPr id="434" name="Google Shape;434;p46"/>
          <p:cNvSpPr txBox="1">
            <a:spLocks noGrp="1"/>
          </p:cNvSpPr>
          <p:nvPr>
            <p:ph type="title"/>
          </p:nvPr>
        </p:nvSpPr>
        <p:spPr>
          <a:xfrm>
            <a:off x="7192963" y="457200"/>
            <a:ext cx="4416425" cy="553998"/>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35" name="Google Shape;435;p46"/>
          <p:cNvSpPr txBox="1">
            <a:spLocks noGrp="1"/>
          </p:cNvSpPr>
          <p:nvPr>
            <p:ph type="body" idx="1"/>
          </p:nvPr>
        </p:nvSpPr>
        <p:spPr>
          <a:xfrm>
            <a:off x="7192963" y="1436688"/>
            <a:ext cx="3470275" cy="2043636"/>
          </a:xfrm>
          <a:prstGeom prst="rect">
            <a:avLst/>
          </a:prstGeom>
          <a:noFill/>
          <a:ln>
            <a:noFill/>
          </a:ln>
        </p:spPr>
        <p:txBody>
          <a:bodyPr spcFirstLastPara="1" wrap="square" lIns="0" tIns="0" rIns="0" bIns="0" anchor="t" anchorCtr="0">
            <a:spAutoFit/>
          </a:bodyPr>
          <a:lstStyle>
            <a:lvl1pPr marL="457200" lvl="0" indent="-228600" algn="l">
              <a:lnSpc>
                <a:spcPct val="100000"/>
              </a:lnSpc>
              <a:spcBef>
                <a:spcPts val="560"/>
              </a:spcBef>
              <a:spcAft>
                <a:spcPts val="0"/>
              </a:spcAft>
              <a:buClr>
                <a:schemeClr val="dk1"/>
              </a:buClr>
              <a:buSzPts val="2520"/>
              <a:buFont typeface="Quattrocento Sans"/>
              <a:buNone/>
              <a:defRPr/>
            </a:lvl1pPr>
            <a:lvl2pPr marL="914400" lvl="1" indent="-228600" algn="l">
              <a:lnSpc>
                <a:spcPct val="100000"/>
              </a:lnSpc>
              <a:spcBef>
                <a:spcPts val="400"/>
              </a:spcBef>
              <a:spcAft>
                <a:spcPts val="0"/>
              </a:spcAft>
              <a:buClr>
                <a:schemeClr val="dk1"/>
              </a:buClr>
              <a:buSzPts val="1800"/>
              <a:buFont typeface="Quattrocento Sans"/>
              <a:buNone/>
              <a:defRPr/>
            </a:lvl2pPr>
            <a:lvl3pPr marL="1371600" lvl="2" indent="-228600" algn="l">
              <a:lnSpc>
                <a:spcPct val="100000"/>
              </a:lnSpc>
              <a:spcBef>
                <a:spcPts val="320"/>
              </a:spcBef>
              <a:spcAft>
                <a:spcPts val="0"/>
              </a:spcAft>
              <a:buClr>
                <a:schemeClr val="dk1"/>
              </a:buClr>
              <a:buSzPts val="1440"/>
              <a:buFont typeface="Quattrocento Sans"/>
              <a:buNone/>
              <a:defRPr/>
            </a:lvl3pPr>
            <a:lvl4pPr marL="1828800" lvl="3" indent="-228600" algn="l">
              <a:lnSpc>
                <a:spcPct val="100000"/>
              </a:lnSpc>
              <a:spcBef>
                <a:spcPts val="280"/>
              </a:spcBef>
              <a:spcAft>
                <a:spcPts val="0"/>
              </a:spcAft>
              <a:buClr>
                <a:schemeClr val="dk1"/>
              </a:buClr>
              <a:buSzPts val="1260"/>
              <a:buFont typeface="Quattrocento Sans"/>
              <a:buNone/>
              <a:defRPr/>
            </a:lvl4pPr>
            <a:lvl5pPr marL="2286000" lvl="4" indent="-228600" algn="l">
              <a:lnSpc>
                <a:spcPct val="100000"/>
              </a:lnSpc>
              <a:spcBef>
                <a:spcPts val="280"/>
              </a:spcBef>
              <a:spcAft>
                <a:spcPts val="0"/>
              </a:spcAft>
              <a:buClr>
                <a:schemeClr val="dk1"/>
              </a:buClr>
              <a:buSzPts val="1260"/>
              <a:buFont typeface="Quattrocento Sans"/>
              <a:buNone/>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Tree>
  </p:cSld>
  <p:clrMapOvr>
    <a:masterClrMapping/>
  </p:clrMapOvr>
  <p:transition>
    <p:fade/>
  </p:transition>
  <p:extLst>
    <p:ext uri="{DCECCB84-F9BA-43D5-87BE-67443E8EF086}">
      <p15:sldGuideLst xmlns:p15="http://schemas.microsoft.com/office/powerpoint/2012/main">
        <p15:guide id="1" pos="4342">
          <p15:clr>
            <a:srgbClr val="A4A3A4"/>
          </p15:clr>
        </p15:guide>
        <p15:guide id="2" pos="4531">
          <p15:clr>
            <a:srgbClr val="A4A3A4"/>
          </p15:clr>
        </p15:guide>
        <p15:guide id="3" orient="horz" pos="905">
          <p15:clr>
            <a:srgbClr val="5ACBF0"/>
          </p15:clr>
        </p15:guide>
        <p15:guide id="4" orient="horz" pos="288">
          <p15:clr>
            <a:srgbClr val="5ACBF0"/>
          </p15:clr>
        </p15:guide>
      </p15:sldGuideLst>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matchingName="Title - Square Photo Right">
  <p:cSld name="Title - Square Photo Right">
    <p:bg>
      <p:bgPr>
        <a:solidFill>
          <a:schemeClr val="lt1"/>
        </a:solidFill>
        <a:effectLst/>
      </p:bgPr>
    </p:bg>
    <p:spTree>
      <p:nvGrpSpPr>
        <p:cNvPr id="1" name="Shape 436"/>
        <p:cNvGrpSpPr/>
        <p:nvPr/>
      </p:nvGrpSpPr>
      <p:grpSpPr>
        <a:xfrm>
          <a:off x="0" y="0"/>
          <a:ext cx="0" cy="0"/>
          <a:chOff x="0" y="0"/>
          <a:chExt cx="0" cy="0"/>
        </a:xfrm>
      </p:grpSpPr>
      <p:sp>
        <p:nvSpPr>
          <p:cNvPr id="437" name="Google Shape;437;p47"/>
          <p:cNvSpPr>
            <a:spLocks noGrp="1"/>
          </p:cNvSpPr>
          <p:nvPr>
            <p:ph type="pic" idx="2"/>
          </p:nvPr>
        </p:nvSpPr>
        <p:spPr>
          <a:xfrm>
            <a:off x="5299075" y="0"/>
            <a:ext cx="6892925" cy="6858000"/>
          </a:xfrm>
          <a:prstGeom prst="rect">
            <a:avLst/>
          </a:prstGeom>
          <a:noFill/>
          <a:ln>
            <a:noFill/>
          </a:ln>
        </p:spPr>
      </p:sp>
      <p:sp>
        <p:nvSpPr>
          <p:cNvPr id="438" name="Google Shape;438;p47"/>
          <p:cNvSpPr txBox="1">
            <a:spLocks noGrp="1"/>
          </p:cNvSpPr>
          <p:nvPr>
            <p:ph type="title"/>
          </p:nvPr>
        </p:nvSpPr>
        <p:spPr>
          <a:xfrm>
            <a:off x="584200" y="457200"/>
            <a:ext cx="4416425" cy="553998"/>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39" name="Google Shape;439;p47"/>
          <p:cNvSpPr txBox="1">
            <a:spLocks noGrp="1"/>
          </p:cNvSpPr>
          <p:nvPr>
            <p:ph type="body" idx="1"/>
          </p:nvPr>
        </p:nvSpPr>
        <p:spPr>
          <a:xfrm>
            <a:off x="584200" y="1436688"/>
            <a:ext cx="3470275" cy="2302169"/>
          </a:xfrm>
          <a:prstGeom prst="rect">
            <a:avLst/>
          </a:prstGeom>
          <a:noFill/>
          <a:ln>
            <a:noFill/>
          </a:ln>
        </p:spPr>
        <p:txBody>
          <a:bodyPr spcFirstLastPara="1" wrap="square" lIns="0" tIns="0" rIns="0" bIns="0" anchor="t" anchorCtr="0">
            <a:spAutoFit/>
          </a:bodyPr>
          <a:lstStyle>
            <a:lvl1pPr marL="457200" lvl="0" indent="-228600" algn="l">
              <a:lnSpc>
                <a:spcPct val="100000"/>
              </a:lnSpc>
              <a:spcBef>
                <a:spcPts val="440"/>
              </a:spcBef>
              <a:spcAft>
                <a:spcPts val="0"/>
              </a:spcAft>
              <a:buClr>
                <a:schemeClr val="dk1"/>
              </a:buClr>
              <a:buSzPts val="1980"/>
              <a:buFont typeface="Quattrocento Sans"/>
              <a:buNone/>
              <a:defRPr sz="2200"/>
            </a:lvl1pPr>
            <a:lvl2pPr marL="914400" lvl="1" indent="-228600" algn="l">
              <a:lnSpc>
                <a:spcPct val="100000"/>
              </a:lnSpc>
              <a:spcBef>
                <a:spcPts val="440"/>
              </a:spcBef>
              <a:spcAft>
                <a:spcPts val="0"/>
              </a:spcAft>
              <a:buClr>
                <a:schemeClr val="dk1"/>
              </a:buClr>
              <a:buSzPts val="1980"/>
              <a:buFont typeface="Quattrocento Sans"/>
              <a:buNone/>
              <a:defRPr sz="2200"/>
            </a:lvl2pPr>
            <a:lvl3pPr marL="1371600" lvl="2" indent="-228600" algn="l">
              <a:lnSpc>
                <a:spcPct val="100000"/>
              </a:lnSpc>
              <a:spcBef>
                <a:spcPts val="440"/>
              </a:spcBef>
              <a:spcAft>
                <a:spcPts val="0"/>
              </a:spcAft>
              <a:buClr>
                <a:schemeClr val="dk1"/>
              </a:buClr>
              <a:buSzPts val="1980"/>
              <a:buFont typeface="Quattrocento Sans"/>
              <a:buNone/>
              <a:defRPr sz="2200"/>
            </a:lvl3pPr>
            <a:lvl4pPr marL="1828800" lvl="3" indent="-228600" algn="l">
              <a:lnSpc>
                <a:spcPct val="100000"/>
              </a:lnSpc>
              <a:spcBef>
                <a:spcPts val="440"/>
              </a:spcBef>
              <a:spcAft>
                <a:spcPts val="0"/>
              </a:spcAft>
              <a:buClr>
                <a:schemeClr val="dk1"/>
              </a:buClr>
              <a:buSzPts val="1980"/>
              <a:buFont typeface="Quattrocento Sans"/>
              <a:buNone/>
              <a:defRPr sz="2200"/>
            </a:lvl4pPr>
            <a:lvl5pPr marL="2286000" lvl="4" indent="-228600" algn="l">
              <a:lnSpc>
                <a:spcPct val="100000"/>
              </a:lnSpc>
              <a:spcBef>
                <a:spcPts val="440"/>
              </a:spcBef>
              <a:spcAft>
                <a:spcPts val="0"/>
              </a:spcAft>
              <a:buClr>
                <a:schemeClr val="dk1"/>
              </a:buClr>
              <a:buSzPts val="1980"/>
              <a:buFont typeface="Quattrocento Sans"/>
              <a:buNone/>
              <a:defRPr sz="2200"/>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Tree>
  </p:cSld>
  <p:clrMapOvr>
    <a:masterClrMapping/>
  </p:clrMapOvr>
  <p:transition>
    <p:fade/>
  </p:transition>
  <p:extLst>
    <p:ext uri="{DCECCB84-F9BA-43D5-87BE-67443E8EF086}">
      <p15:sldGuideLst xmlns:p15="http://schemas.microsoft.com/office/powerpoint/2012/main">
        <p15:guide id="1" pos="3160">
          <p15:clr>
            <a:srgbClr val="A4A3A4"/>
          </p15:clr>
        </p15:guide>
        <p15:guide id="2" pos="3341">
          <p15:clr>
            <a:srgbClr val="A4A3A4"/>
          </p15:clr>
        </p15:guide>
        <p15:guide id="3" orient="horz" pos="905">
          <p15:clr>
            <a:srgbClr val="5ACBF0"/>
          </p15:clr>
        </p15:guide>
        <p15:guide id="4" orient="horz" pos="288">
          <p15:clr>
            <a:srgbClr val="5ACBF0"/>
          </p15:clr>
        </p15:guide>
      </p15:sldGuideLst>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matchingName="Photo full bleed upper title">
  <p:cSld name="Photo full bleed upper title">
    <p:spTree>
      <p:nvGrpSpPr>
        <p:cNvPr id="1" name="Shape 440"/>
        <p:cNvGrpSpPr/>
        <p:nvPr/>
      </p:nvGrpSpPr>
      <p:grpSpPr>
        <a:xfrm>
          <a:off x="0" y="0"/>
          <a:ext cx="0" cy="0"/>
          <a:chOff x="0" y="0"/>
          <a:chExt cx="0" cy="0"/>
        </a:xfrm>
      </p:grpSpPr>
      <p:pic>
        <p:nvPicPr>
          <p:cNvPr id="441" name="Google Shape;441;p48" descr="This photo is a 'placeholder' only. Drag or drop your photo here, or click and tap the center to insert a photo."/>
          <p:cNvPicPr preferRelativeResize="0">
            <a:picLocks noGrp="1"/>
          </p:cNvPicPr>
          <p:nvPr>
            <p:ph type="pic" idx="2"/>
          </p:nvPr>
        </p:nvPicPr>
        <p:blipFill/>
        <p:spPr>
          <a:xfrm>
            <a:off x="0" y="0"/>
            <a:ext cx="12192000" cy="6858000"/>
          </a:xfrm>
          <a:prstGeom prst="rect">
            <a:avLst/>
          </a:prstGeom>
          <a:blipFill rotWithShape="1">
            <a:blip r:embed="rId2">
              <a:alphaModFix/>
            </a:blip>
            <a:stretch>
              <a:fillRect/>
            </a:stretch>
          </a:blipFill>
          <a:ln>
            <a:noFill/>
          </a:ln>
        </p:spPr>
      </p:pic>
      <p:sp>
        <p:nvSpPr>
          <p:cNvPr id="442" name="Google Shape;442;p48"/>
          <p:cNvSpPr txBox="1">
            <a:spLocks noGrp="1"/>
          </p:cNvSpPr>
          <p:nvPr>
            <p:ph type="title"/>
          </p:nvPr>
        </p:nvSpPr>
        <p:spPr>
          <a:xfrm>
            <a:off x="0" y="585789"/>
            <a:ext cx="12192000" cy="1362282"/>
          </a:xfrm>
          <a:prstGeom prst="rect">
            <a:avLst/>
          </a:prstGeom>
          <a:noFill/>
          <a:ln>
            <a:noFill/>
          </a:ln>
        </p:spPr>
        <p:txBody>
          <a:bodyPr spcFirstLastPara="1" wrap="square" lIns="585200" tIns="0" rIns="585200" bIns="586800" anchor="t" anchorCtr="0">
            <a:noAutofit/>
          </a:bodyPr>
          <a:lstStyle>
            <a:lvl1pPr lvl="0" algn="l">
              <a:lnSpc>
                <a:spcPct val="100000"/>
              </a:lnSpc>
              <a:spcBef>
                <a:spcPts val="0"/>
              </a:spcBef>
              <a:spcAft>
                <a:spcPts val="0"/>
              </a:spcAft>
              <a:buClr>
                <a:srgbClr val="FFFFFF"/>
              </a:buClr>
              <a:buSzPts val="3600"/>
              <a:buFont typeface="Quattrocento Sans"/>
              <a:buNone/>
              <a:defRPr sz="3600">
                <a:solidFill>
                  <a:srgbClr val="FFFFFF"/>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43" name="Google Shape;443;p48"/>
          <p:cNvSpPr txBox="1"/>
          <p:nvPr/>
        </p:nvSpPr>
        <p:spPr>
          <a:xfrm>
            <a:off x="12355721" y="-203944"/>
            <a:ext cx="577081" cy="153888"/>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00">
                <a:solidFill>
                  <a:srgbClr val="A3A3A3"/>
                </a:solidFill>
                <a:latin typeface="Quattrocento Sans"/>
                <a:ea typeface="Quattrocento Sans"/>
                <a:cs typeface="Quattrocento Sans"/>
                <a:sym typeface="Quattrocento Sans"/>
              </a:rPr>
              <a:t>ELT layout</a:t>
            </a:r>
            <a:endParaRPr/>
          </a:p>
        </p:txBody>
      </p:sp>
    </p:spTree>
  </p:cSld>
  <p:clrMapOvr>
    <a:masterClrMapping/>
  </p:clrMapOvr>
  <p:transition>
    <p:fade/>
  </p:transition>
  <p:extLst>
    <p:ext uri="{DCECCB84-F9BA-43D5-87BE-67443E8EF086}">
      <p15:sldGuideLst xmlns:p15="http://schemas.microsoft.com/office/powerpoint/2012/main">
        <p15:guide id="1" orient="horz" pos="2304">
          <p15:clr>
            <a:srgbClr val="5ACBF0"/>
          </p15:clr>
        </p15:guide>
      </p15:sldGuideLst>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matchingName="Photo full bleed lower title">
  <p:cSld name="Photo full bleed lower title">
    <p:spTree>
      <p:nvGrpSpPr>
        <p:cNvPr id="1" name="Shape 444"/>
        <p:cNvGrpSpPr/>
        <p:nvPr/>
      </p:nvGrpSpPr>
      <p:grpSpPr>
        <a:xfrm>
          <a:off x="0" y="0"/>
          <a:ext cx="0" cy="0"/>
          <a:chOff x="0" y="0"/>
          <a:chExt cx="0" cy="0"/>
        </a:xfrm>
      </p:grpSpPr>
      <p:pic>
        <p:nvPicPr>
          <p:cNvPr id="445" name="Google Shape;445;p49" descr="This photo is a 'placeholder' only. Drag or drop your photo here, or click and tap the center to insert a photo."/>
          <p:cNvPicPr preferRelativeResize="0">
            <a:picLocks noGrp="1"/>
          </p:cNvPicPr>
          <p:nvPr>
            <p:ph type="pic" idx="2"/>
          </p:nvPr>
        </p:nvPicPr>
        <p:blipFill/>
        <p:spPr>
          <a:xfrm>
            <a:off x="0" y="0"/>
            <a:ext cx="12192000" cy="6858000"/>
          </a:xfrm>
          <a:prstGeom prst="rect">
            <a:avLst/>
          </a:prstGeom>
          <a:blipFill rotWithShape="1">
            <a:blip r:embed="rId2">
              <a:alphaModFix/>
            </a:blip>
            <a:stretch>
              <a:fillRect/>
            </a:stretch>
          </a:blipFill>
          <a:ln>
            <a:noFill/>
          </a:ln>
        </p:spPr>
      </p:pic>
      <p:sp>
        <p:nvSpPr>
          <p:cNvPr id="446" name="Google Shape;446;p49"/>
          <p:cNvSpPr txBox="1">
            <a:spLocks noGrp="1"/>
          </p:cNvSpPr>
          <p:nvPr>
            <p:ph type="title"/>
          </p:nvPr>
        </p:nvSpPr>
        <p:spPr>
          <a:xfrm>
            <a:off x="0" y="3657600"/>
            <a:ext cx="12192000" cy="3200400"/>
          </a:xfrm>
          <a:prstGeom prst="rect">
            <a:avLst/>
          </a:prstGeom>
          <a:gradFill>
            <a:gsLst>
              <a:gs pos="0">
                <a:srgbClr val="000000">
                  <a:alpha val="69803"/>
                </a:srgbClr>
              </a:gs>
              <a:gs pos="40000">
                <a:srgbClr val="000000">
                  <a:alpha val="69803"/>
                </a:srgbClr>
              </a:gs>
              <a:gs pos="100000">
                <a:srgbClr val="000000">
                  <a:alpha val="0"/>
                </a:srgbClr>
              </a:gs>
            </a:gsLst>
            <a:lin ang="16200000" scaled="0"/>
          </a:gradFill>
          <a:ln>
            <a:noFill/>
          </a:ln>
        </p:spPr>
        <p:txBody>
          <a:bodyPr spcFirstLastPara="1" wrap="square" lIns="585200" tIns="585200" rIns="585200" bIns="585200" anchor="b" anchorCtr="0">
            <a:noAutofit/>
          </a:bodyPr>
          <a:lstStyle>
            <a:lvl1pPr lvl="0" algn="l">
              <a:lnSpc>
                <a:spcPct val="100000"/>
              </a:lnSpc>
              <a:spcBef>
                <a:spcPts val="0"/>
              </a:spcBef>
              <a:spcAft>
                <a:spcPts val="0"/>
              </a:spcAft>
              <a:buClr>
                <a:srgbClr val="FFFFFF"/>
              </a:buClr>
              <a:buSzPts val="3600"/>
              <a:buFont typeface="Quattrocento Sans"/>
              <a:buNone/>
              <a:defRPr sz="3600">
                <a:solidFill>
                  <a:srgbClr val="FFFFFF"/>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47" name="Google Shape;447;p49"/>
          <p:cNvSpPr txBox="1"/>
          <p:nvPr/>
        </p:nvSpPr>
        <p:spPr>
          <a:xfrm>
            <a:off x="12355721" y="-203944"/>
            <a:ext cx="577081" cy="153888"/>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00">
                <a:solidFill>
                  <a:srgbClr val="A3A3A3"/>
                </a:solidFill>
                <a:latin typeface="Quattrocento Sans"/>
                <a:ea typeface="Quattrocento Sans"/>
                <a:cs typeface="Quattrocento Sans"/>
                <a:sym typeface="Quattrocento Sans"/>
              </a:rPr>
              <a:t>ELT layout</a:t>
            </a:r>
            <a:endParaRPr/>
          </a:p>
        </p:txBody>
      </p:sp>
    </p:spTree>
  </p:cSld>
  <p:clrMapOvr>
    <a:masterClrMapping/>
  </p:clrMapOvr>
  <p:transition>
    <p:fade/>
  </p:transition>
  <p:extLst>
    <p:ext uri="{DCECCB84-F9BA-43D5-87BE-67443E8EF086}">
      <p15:sldGuideLst xmlns:p15="http://schemas.microsoft.com/office/powerpoint/2012/main">
        <p15:guide id="1" orient="horz" pos="2304">
          <p15:clr>
            <a:srgbClr val="5ACBF0"/>
          </p15:clr>
        </p15:guide>
      </p15:sldGuideLst>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matchingName="Photo full bleed left title">
  <p:cSld name="Photo full bleed left title">
    <p:spTree>
      <p:nvGrpSpPr>
        <p:cNvPr id="1" name="Shape 448"/>
        <p:cNvGrpSpPr/>
        <p:nvPr/>
      </p:nvGrpSpPr>
      <p:grpSpPr>
        <a:xfrm>
          <a:off x="0" y="0"/>
          <a:ext cx="0" cy="0"/>
          <a:chOff x="0" y="0"/>
          <a:chExt cx="0" cy="0"/>
        </a:xfrm>
      </p:grpSpPr>
      <p:pic>
        <p:nvPicPr>
          <p:cNvPr id="449" name="Google Shape;449;p50" descr="This photo is a 'placeholder' only. Drag or drop your photo here, or click and tap the center to insert a photo."/>
          <p:cNvPicPr preferRelativeResize="0">
            <a:picLocks noGrp="1"/>
          </p:cNvPicPr>
          <p:nvPr>
            <p:ph type="pic" idx="2"/>
          </p:nvPr>
        </p:nvPicPr>
        <p:blipFill/>
        <p:spPr>
          <a:xfrm>
            <a:off x="0" y="0"/>
            <a:ext cx="12192000" cy="6858000"/>
          </a:xfrm>
          <a:prstGeom prst="rect">
            <a:avLst/>
          </a:prstGeom>
          <a:blipFill rotWithShape="1">
            <a:blip r:embed="rId2">
              <a:alphaModFix/>
            </a:blip>
            <a:stretch>
              <a:fillRect/>
            </a:stretch>
          </a:blipFill>
          <a:ln>
            <a:noFill/>
          </a:ln>
        </p:spPr>
      </p:pic>
      <p:sp>
        <p:nvSpPr>
          <p:cNvPr id="450" name="Google Shape;450;p50"/>
          <p:cNvSpPr txBox="1">
            <a:spLocks noGrp="1"/>
          </p:cNvSpPr>
          <p:nvPr>
            <p:ph type="title"/>
          </p:nvPr>
        </p:nvSpPr>
        <p:spPr>
          <a:xfrm>
            <a:off x="-3" y="0"/>
            <a:ext cx="5669280" cy="6858000"/>
          </a:xfrm>
          <a:prstGeom prst="rect">
            <a:avLst/>
          </a:prstGeom>
          <a:gradFill>
            <a:gsLst>
              <a:gs pos="0">
                <a:srgbClr val="000000">
                  <a:alpha val="69803"/>
                </a:srgbClr>
              </a:gs>
              <a:gs pos="50000">
                <a:srgbClr val="000000">
                  <a:alpha val="69803"/>
                </a:srgbClr>
              </a:gs>
              <a:gs pos="100000">
                <a:srgbClr val="000000">
                  <a:alpha val="0"/>
                </a:srgbClr>
              </a:gs>
            </a:gsLst>
            <a:lin ang="0" scaled="0"/>
          </a:gradFill>
          <a:ln>
            <a:noFill/>
          </a:ln>
        </p:spPr>
        <p:txBody>
          <a:bodyPr spcFirstLastPara="1" wrap="square" lIns="585200" tIns="585200" rIns="585200" bIns="585200" anchor="ctr" anchorCtr="0">
            <a:noAutofit/>
          </a:bodyPr>
          <a:lstStyle>
            <a:lvl1pPr lvl="0" algn="l">
              <a:lnSpc>
                <a:spcPct val="100000"/>
              </a:lnSpc>
              <a:spcBef>
                <a:spcPts val="0"/>
              </a:spcBef>
              <a:spcAft>
                <a:spcPts val="0"/>
              </a:spcAft>
              <a:buClr>
                <a:srgbClr val="FFFFFF"/>
              </a:buClr>
              <a:buSzPts val="3600"/>
              <a:buFont typeface="Quattrocento Sans"/>
              <a:buNone/>
              <a:defRPr sz="3600">
                <a:solidFill>
                  <a:srgbClr val="FFFFFF"/>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51" name="Google Shape;451;p50"/>
          <p:cNvSpPr txBox="1"/>
          <p:nvPr/>
        </p:nvSpPr>
        <p:spPr>
          <a:xfrm>
            <a:off x="12355721" y="-203944"/>
            <a:ext cx="577081" cy="153888"/>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00">
                <a:solidFill>
                  <a:srgbClr val="A3A3A3"/>
                </a:solidFill>
                <a:latin typeface="Quattrocento Sans"/>
                <a:ea typeface="Quattrocento Sans"/>
                <a:cs typeface="Quattrocento Sans"/>
                <a:sym typeface="Quattrocento Sans"/>
              </a:rPr>
              <a:t>ELT layout</a:t>
            </a:r>
            <a:endParaRPr/>
          </a:p>
        </p:txBody>
      </p:sp>
    </p:spTree>
  </p:cSld>
  <p:clrMapOvr>
    <a:masterClrMapping/>
  </p:clrMapOvr>
  <p:transition>
    <p:fade/>
  </p:transition>
  <p:extLst>
    <p:ext uri="{DCECCB84-F9BA-43D5-87BE-67443E8EF086}">
      <p15:sldGuideLst xmlns:p15="http://schemas.microsoft.com/office/powerpoint/2012/main">
        <p15:guide id="1" pos="3576">
          <p15:clr>
            <a:srgbClr val="5ACBF0"/>
          </p15:clr>
        </p15:guide>
        <p15:guide id="2" orient="horz" pos="2160">
          <p15:clr>
            <a:srgbClr val="5ACBF0"/>
          </p15:clr>
        </p15:guide>
      </p15:sldGuideLst>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matchingName="1_Photo full bleed left title">
  <p:cSld name="1_Photo full bleed left title">
    <p:spTree>
      <p:nvGrpSpPr>
        <p:cNvPr id="1" name="Shape 452"/>
        <p:cNvGrpSpPr/>
        <p:nvPr/>
      </p:nvGrpSpPr>
      <p:grpSpPr>
        <a:xfrm>
          <a:off x="0" y="0"/>
          <a:ext cx="0" cy="0"/>
          <a:chOff x="0" y="0"/>
          <a:chExt cx="0" cy="0"/>
        </a:xfrm>
      </p:grpSpPr>
      <p:pic>
        <p:nvPicPr>
          <p:cNvPr id="453" name="Google Shape;453;p51" descr="This photo is a 'placeholder' only. Drag or drop your photo here, or click and tap the center to insert a photo."/>
          <p:cNvPicPr preferRelativeResize="0">
            <a:picLocks noGrp="1"/>
          </p:cNvPicPr>
          <p:nvPr>
            <p:ph type="pic" idx="2"/>
          </p:nvPr>
        </p:nvPicPr>
        <p:blipFill/>
        <p:spPr>
          <a:xfrm>
            <a:off x="0" y="0"/>
            <a:ext cx="12192000" cy="6858000"/>
          </a:xfrm>
          <a:prstGeom prst="rect">
            <a:avLst/>
          </a:prstGeom>
          <a:blipFill rotWithShape="1">
            <a:blip r:embed="rId2">
              <a:alphaModFix/>
            </a:blip>
            <a:stretch>
              <a:fillRect/>
            </a:stretch>
          </a:blipFill>
          <a:ln>
            <a:noFill/>
          </a:ln>
        </p:spPr>
      </p:pic>
      <p:sp>
        <p:nvSpPr>
          <p:cNvPr id="454" name="Google Shape;454;p51"/>
          <p:cNvSpPr txBox="1">
            <a:spLocks noGrp="1"/>
          </p:cNvSpPr>
          <p:nvPr>
            <p:ph type="title"/>
          </p:nvPr>
        </p:nvSpPr>
        <p:spPr>
          <a:xfrm>
            <a:off x="-3" y="0"/>
            <a:ext cx="5669280" cy="6858000"/>
          </a:xfrm>
          <a:prstGeom prst="rect">
            <a:avLst/>
          </a:prstGeom>
          <a:gradFill>
            <a:gsLst>
              <a:gs pos="0">
                <a:srgbClr val="000000">
                  <a:alpha val="69803"/>
                </a:srgbClr>
              </a:gs>
              <a:gs pos="50000">
                <a:srgbClr val="000000">
                  <a:alpha val="69803"/>
                </a:srgbClr>
              </a:gs>
              <a:gs pos="100000">
                <a:srgbClr val="000000">
                  <a:alpha val="0"/>
                </a:srgbClr>
              </a:gs>
            </a:gsLst>
            <a:lin ang="0" scaled="0"/>
          </a:gradFill>
          <a:ln>
            <a:noFill/>
          </a:ln>
        </p:spPr>
        <p:txBody>
          <a:bodyPr spcFirstLastPara="1" wrap="square" lIns="585200" tIns="585200" rIns="585200" bIns="585200" anchor="ctr" anchorCtr="0">
            <a:noAutofit/>
          </a:bodyPr>
          <a:lstStyle>
            <a:lvl1pPr lvl="0" algn="l">
              <a:lnSpc>
                <a:spcPct val="100000"/>
              </a:lnSpc>
              <a:spcBef>
                <a:spcPts val="0"/>
              </a:spcBef>
              <a:spcAft>
                <a:spcPts val="0"/>
              </a:spcAft>
              <a:buClr>
                <a:srgbClr val="FFFFFF"/>
              </a:buClr>
              <a:buSzPts val="3600"/>
              <a:buFont typeface="Quattrocento Sans"/>
              <a:buNone/>
              <a:defRPr sz="3600">
                <a:solidFill>
                  <a:srgbClr val="FFFFFF"/>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55" name="Google Shape;455;p51"/>
          <p:cNvSpPr txBox="1"/>
          <p:nvPr/>
        </p:nvSpPr>
        <p:spPr>
          <a:xfrm>
            <a:off x="12355721" y="-203944"/>
            <a:ext cx="577081" cy="153888"/>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00">
                <a:solidFill>
                  <a:srgbClr val="A3A3A3"/>
                </a:solidFill>
                <a:latin typeface="Quattrocento Sans"/>
                <a:ea typeface="Quattrocento Sans"/>
                <a:cs typeface="Quattrocento Sans"/>
                <a:sym typeface="Quattrocento Sans"/>
              </a:rPr>
              <a:t>ELT layout</a:t>
            </a:r>
            <a:endParaRPr/>
          </a:p>
        </p:txBody>
      </p:sp>
      <p:sp>
        <p:nvSpPr>
          <p:cNvPr id="456" name="Google Shape;456;p51"/>
          <p:cNvSpPr txBox="1"/>
          <p:nvPr/>
        </p:nvSpPr>
        <p:spPr>
          <a:xfrm>
            <a:off x="584200" y="2425780"/>
            <a:ext cx="5511800" cy="1107996"/>
          </a:xfrm>
          <a:prstGeom prst="rect">
            <a:avLst/>
          </a:prstGeom>
          <a:noFill/>
          <a:ln>
            <a:noFill/>
          </a:ln>
        </p:spPr>
        <p:txBody>
          <a:bodyPr spcFirstLastPara="1" wrap="square" lIns="0" tIns="0" rIns="0" bIns="0" anchor="b" anchorCtr="0">
            <a:spAutoFit/>
          </a:bodyPr>
          <a:lstStyle/>
          <a:p>
            <a:pPr marL="0" marR="0" lvl="0" indent="0" algn="l" rtl="0">
              <a:lnSpc>
                <a:spcPct val="100000"/>
              </a:lnSpc>
              <a:spcBef>
                <a:spcPts val="0"/>
              </a:spcBef>
              <a:spcAft>
                <a:spcPts val="0"/>
              </a:spcAft>
              <a:buClr>
                <a:schemeClr val="dk1"/>
              </a:buClr>
              <a:buSzPts val="3600"/>
              <a:buFont typeface="Quattrocento Sans"/>
              <a:buNone/>
            </a:pPr>
            <a:r>
              <a:rPr lang="en-US" sz="3600" b="0" cap="none">
                <a:solidFill>
                  <a:schemeClr val="dk1"/>
                </a:solidFill>
                <a:latin typeface="Quattrocento Sans"/>
                <a:ea typeface="Quattrocento Sans"/>
                <a:cs typeface="Quattrocento Sans"/>
                <a:sym typeface="Quattrocento Sans"/>
              </a:rPr>
              <a:t>Event name or presentation title </a:t>
            </a:r>
            <a:endParaRPr/>
          </a:p>
        </p:txBody>
      </p:sp>
      <p:sp>
        <p:nvSpPr>
          <p:cNvPr id="457" name="Google Shape;457;p51"/>
          <p:cNvSpPr txBox="1">
            <a:spLocks noGrp="1"/>
          </p:cNvSpPr>
          <p:nvPr>
            <p:ph type="body" idx="1"/>
          </p:nvPr>
        </p:nvSpPr>
        <p:spPr>
          <a:xfrm>
            <a:off x="584200" y="3962400"/>
            <a:ext cx="5511800" cy="338554"/>
          </a:xfrm>
          <a:prstGeom prst="rect">
            <a:avLst/>
          </a:prstGeom>
          <a:noFill/>
          <a:ln>
            <a:noFill/>
          </a:ln>
        </p:spPr>
        <p:txBody>
          <a:bodyPr spcFirstLastPara="1" wrap="square" lIns="0" tIns="0" rIns="0" bIns="0" anchor="t" anchorCtr="0">
            <a:spAutoFit/>
          </a:bodyPr>
          <a:lstStyle>
            <a:lvl1pPr marL="457200" lvl="0" indent="-228600" algn="l">
              <a:lnSpc>
                <a:spcPct val="100000"/>
              </a:lnSpc>
              <a:spcBef>
                <a:spcPts val="0"/>
              </a:spcBef>
              <a:spcAft>
                <a:spcPts val="0"/>
              </a:spcAft>
              <a:buClr>
                <a:schemeClr val="dk1"/>
              </a:buClr>
              <a:buSzPts val="1980"/>
              <a:buNone/>
              <a:defRPr sz="2200">
                <a:solidFill>
                  <a:schemeClr val="dk1"/>
                </a:solidFill>
                <a:latin typeface="Quattrocento Sans"/>
                <a:ea typeface="Quattrocento Sans"/>
                <a:cs typeface="Quattrocento Sans"/>
                <a:sym typeface="Quattrocento Sans"/>
              </a:defRPr>
            </a:lvl1pPr>
            <a:lvl2pPr marL="914400" lvl="1" indent="-331469" algn="l">
              <a:lnSpc>
                <a:spcPct val="100000"/>
              </a:lnSpc>
              <a:spcBef>
                <a:spcPts val="360"/>
              </a:spcBef>
              <a:spcAft>
                <a:spcPts val="0"/>
              </a:spcAft>
              <a:buClr>
                <a:schemeClr val="dk1"/>
              </a:buClr>
              <a:buSzPts val="1620"/>
              <a:buChar char="·"/>
              <a:defRPr/>
            </a:lvl2pPr>
            <a:lvl3pPr marL="1371600" lvl="2" indent="-331469" algn="l">
              <a:lnSpc>
                <a:spcPct val="100000"/>
              </a:lnSpc>
              <a:spcBef>
                <a:spcPts val="360"/>
              </a:spcBef>
              <a:spcAft>
                <a:spcPts val="0"/>
              </a:spcAft>
              <a:buClr>
                <a:schemeClr val="dk1"/>
              </a:buClr>
              <a:buSzPts val="1620"/>
              <a:buChar char="·"/>
              <a:defRPr/>
            </a:lvl3pPr>
            <a:lvl4pPr marL="1828800" lvl="3" indent="-331469" algn="l">
              <a:lnSpc>
                <a:spcPct val="100000"/>
              </a:lnSpc>
              <a:spcBef>
                <a:spcPts val="360"/>
              </a:spcBef>
              <a:spcAft>
                <a:spcPts val="0"/>
              </a:spcAft>
              <a:buClr>
                <a:schemeClr val="dk1"/>
              </a:buClr>
              <a:buSzPts val="1620"/>
              <a:buChar char="·"/>
              <a:defRPr/>
            </a:lvl4pPr>
            <a:lvl5pPr marL="2286000" lvl="4" indent="-331470" algn="l">
              <a:lnSpc>
                <a:spcPct val="100000"/>
              </a:lnSpc>
              <a:spcBef>
                <a:spcPts val="360"/>
              </a:spcBef>
              <a:spcAft>
                <a:spcPts val="0"/>
              </a:spcAft>
              <a:buClr>
                <a:schemeClr val="dk1"/>
              </a:buClr>
              <a:buSzPts val="162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pic>
        <p:nvPicPr>
          <p:cNvPr id="458" name="Google Shape;458;p51" descr="Microsoft logo white text version"/>
          <p:cNvPicPr preferRelativeResize="0"/>
          <p:nvPr/>
        </p:nvPicPr>
        <p:blipFill rotWithShape="1">
          <a:blip r:embed="rId3">
            <a:alphaModFix/>
          </a:blip>
          <a:srcRect/>
          <a:stretch/>
        </p:blipFill>
        <p:spPr>
          <a:xfrm>
            <a:off x="584200" y="585788"/>
            <a:ext cx="1366245" cy="292608"/>
          </a:xfrm>
          <a:prstGeom prst="rect">
            <a:avLst/>
          </a:prstGeom>
          <a:noFill/>
          <a:ln>
            <a:noFill/>
          </a:ln>
        </p:spPr>
      </p:pic>
    </p:spTree>
  </p:cSld>
  <p:clrMapOvr>
    <a:masterClrMapping/>
  </p:clrMapOvr>
  <p:transition>
    <p:fade/>
  </p:transition>
  <p:extLst>
    <p:ext uri="{DCECCB84-F9BA-43D5-87BE-67443E8EF086}">
      <p15:sldGuideLst xmlns:p15="http://schemas.microsoft.com/office/powerpoint/2012/main">
        <p15:guide id="1" pos="3576">
          <p15:clr>
            <a:srgbClr val="5ACBF0"/>
          </p15:clr>
        </p15:guide>
        <p15:guide id="2" orient="horz" pos="2160">
          <p15:clr>
            <a:srgbClr val="5ACBF0"/>
          </p15:clr>
        </p15:guide>
      </p15:sldGuideLst>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matchingName="Photo full bleed right title">
  <p:cSld name="Photo full bleed right title">
    <p:spTree>
      <p:nvGrpSpPr>
        <p:cNvPr id="1" name="Shape 459"/>
        <p:cNvGrpSpPr/>
        <p:nvPr/>
      </p:nvGrpSpPr>
      <p:grpSpPr>
        <a:xfrm>
          <a:off x="0" y="0"/>
          <a:ext cx="0" cy="0"/>
          <a:chOff x="0" y="0"/>
          <a:chExt cx="0" cy="0"/>
        </a:xfrm>
      </p:grpSpPr>
      <p:pic>
        <p:nvPicPr>
          <p:cNvPr id="460" name="Google Shape;460;p52" descr="This photo is a 'placeholder' only. Drag or drop your photo here, or click and tap the center to insert a photo."/>
          <p:cNvPicPr preferRelativeResize="0">
            <a:picLocks noGrp="1"/>
          </p:cNvPicPr>
          <p:nvPr>
            <p:ph type="pic" idx="2"/>
          </p:nvPr>
        </p:nvPicPr>
        <p:blipFill/>
        <p:spPr>
          <a:xfrm>
            <a:off x="0" y="0"/>
            <a:ext cx="12192000" cy="6858000"/>
          </a:xfrm>
          <a:prstGeom prst="rect">
            <a:avLst/>
          </a:prstGeom>
          <a:blipFill rotWithShape="1">
            <a:blip r:embed="rId2">
              <a:alphaModFix/>
            </a:blip>
            <a:stretch>
              <a:fillRect/>
            </a:stretch>
          </a:blipFill>
          <a:ln>
            <a:noFill/>
          </a:ln>
        </p:spPr>
      </p:pic>
      <p:sp>
        <p:nvSpPr>
          <p:cNvPr id="461" name="Google Shape;461;p52"/>
          <p:cNvSpPr txBox="1">
            <a:spLocks noGrp="1"/>
          </p:cNvSpPr>
          <p:nvPr>
            <p:ph type="title"/>
          </p:nvPr>
        </p:nvSpPr>
        <p:spPr>
          <a:xfrm>
            <a:off x="6522720" y="0"/>
            <a:ext cx="5669280" cy="6858000"/>
          </a:xfrm>
          <a:prstGeom prst="rect">
            <a:avLst/>
          </a:prstGeom>
          <a:gradFill>
            <a:gsLst>
              <a:gs pos="0">
                <a:srgbClr val="000000">
                  <a:alpha val="69803"/>
                </a:srgbClr>
              </a:gs>
              <a:gs pos="50000">
                <a:srgbClr val="000000">
                  <a:alpha val="69803"/>
                </a:srgbClr>
              </a:gs>
              <a:gs pos="100000">
                <a:srgbClr val="000000">
                  <a:alpha val="0"/>
                </a:srgbClr>
              </a:gs>
            </a:gsLst>
            <a:lin ang="10800000" scaled="0"/>
          </a:gradFill>
          <a:ln>
            <a:noFill/>
          </a:ln>
        </p:spPr>
        <p:txBody>
          <a:bodyPr spcFirstLastPara="1" wrap="square" lIns="585200" tIns="585200" rIns="585200" bIns="585200" anchor="ctr" anchorCtr="0">
            <a:noAutofit/>
          </a:bodyPr>
          <a:lstStyle>
            <a:lvl1pPr lvl="0" algn="r">
              <a:lnSpc>
                <a:spcPct val="100000"/>
              </a:lnSpc>
              <a:spcBef>
                <a:spcPts val="0"/>
              </a:spcBef>
              <a:spcAft>
                <a:spcPts val="0"/>
              </a:spcAft>
              <a:buClr>
                <a:srgbClr val="FFFFFF"/>
              </a:buClr>
              <a:buSzPts val="3600"/>
              <a:buFont typeface="Quattrocento Sans"/>
              <a:buNone/>
              <a:defRPr sz="3600">
                <a:solidFill>
                  <a:srgbClr val="FFFFFF"/>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62" name="Google Shape;462;p52"/>
          <p:cNvSpPr txBox="1"/>
          <p:nvPr/>
        </p:nvSpPr>
        <p:spPr>
          <a:xfrm>
            <a:off x="12355721" y="-203944"/>
            <a:ext cx="577081" cy="153888"/>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00">
                <a:solidFill>
                  <a:srgbClr val="A3A3A3"/>
                </a:solidFill>
                <a:latin typeface="Quattrocento Sans"/>
                <a:ea typeface="Quattrocento Sans"/>
                <a:cs typeface="Quattrocento Sans"/>
                <a:sym typeface="Quattrocento Sans"/>
              </a:rPr>
              <a:t>ELT layout</a:t>
            </a:r>
            <a:endParaRPr/>
          </a:p>
        </p:txBody>
      </p:sp>
    </p:spTree>
  </p:cSld>
  <p:clrMapOvr>
    <a:masterClrMapping/>
  </p:clrMapOvr>
  <p:transition>
    <p:fade/>
  </p:transition>
  <p:extLst>
    <p:ext uri="{DCECCB84-F9BA-43D5-87BE-67443E8EF086}">
      <p15:sldGuideLst xmlns:p15="http://schemas.microsoft.com/office/powerpoint/2012/main">
        <p15:guide id="1" pos="4105">
          <p15:clr>
            <a:srgbClr val="5ACBF0"/>
          </p15:clr>
        </p15:guide>
        <p15:guide id="2" orient="horz" pos="2160">
          <p15:clr>
            <a:srgbClr val="5ACBF0"/>
          </p15:clr>
        </p15:guide>
      </p15:sldGuideLst>
    </p:ext>
  </p:extLst>
</p:sldLayout>
</file>

<file path=ppt/slideLayouts/slideLayout52.xml><?xml version="1.0" encoding="utf-8"?>
<p:sldLayout xmlns:a="http://schemas.openxmlformats.org/drawingml/2006/main" xmlns:r="http://schemas.openxmlformats.org/officeDocument/2006/relationships" xmlns:p="http://schemas.openxmlformats.org/presentationml/2006/main" matchingName="Top horizontal photo and title">
  <p:cSld name="Top horizontal photo and title">
    <p:spTree>
      <p:nvGrpSpPr>
        <p:cNvPr id="1" name="Shape 463"/>
        <p:cNvGrpSpPr/>
        <p:nvPr/>
      </p:nvGrpSpPr>
      <p:grpSpPr>
        <a:xfrm>
          <a:off x="0" y="0"/>
          <a:ext cx="0" cy="0"/>
          <a:chOff x="0" y="0"/>
          <a:chExt cx="0" cy="0"/>
        </a:xfrm>
      </p:grpSpPr>
      <p:sp>
        <p:nvSpPr>
          <p:cNvPr id="464" name="Google Shape;464;p53"/>
          <p:cNvSpPr txBox="1">
            <a:spLocks noGrp="1"/>
          </p:cNvSpPr>
          <p:nvPr>
            <p:ph type="title"/>
          </p:nvPr>
        </p:nvSpPr>
        <p:spPr>
          <a:xfrm>
            <a:off x="588263" y="5157216"/>
            <a:ext cx="11018520" cy="1111822"/>
          </a:xfrm>
          <a:prstGeom prst="rect">
            <a:avLst/>
          </a:prstGeom>
          <a:noFill/>
          <a:ln>
            <a:noFill/>
          </a:ln>
        </p:spPr>
        <p:txBody>
          <a:bodyPr spcFirstLastPara="1" wrap="square" lIns="0" tIns="0" rIns="0" bIns="0" anchor="ctr" anchorCtr="0">
            <a:spAutoFit/>
          </a:bodyPr>
          <a:lstStyle>
            <a:lvl1pPr lvl="0" algn="ctr">
              <a:lnSpc>
                <a:spcPct val="100000"/>
              </a:lnSpc>
              <a:spcBef>
                <a:spcPts val="0"/>
              </a:spcBef>
              <a:spcAft>
                <a:spcPts val="0"/>
              </a:spcAft>
              <a:buClr>
                <a:schemeClr val="dk1"/>
              </a:buClr>
              <a:buSzPts val="3600"/>
              <a:buFont typeface="Quattrocento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pic>
        <p:nvPicPr>
          <p:cNvPr id="465" name="Google Shape;465;p53" descr="This photo is a 'placeholder' only. Drag or drop your photo here, or click and tap the center to insert a photo."/>
          <p:cNvPicPr preferRelativeResize="0">
            <a:picLocks noGrp="1"/>
          </p:cNvPicPr>
          <p:nvPr>
            <p:ph type="pic" idx="2"/>
          </p:nvPr>
        </p:nvPicPr>
        <p:blipFill/>
        <p:spPr>
          <a:xfrm>
            <a:off x="0" y="0"/>
            <a:ext cx="12192000" cy="4572000"/>
          </a:xfrm>
          <a:prstGeom prst="rect">
            <a:avLst/>
          </a:prstGeom>
          <a:blipFill rotWithShape="1">
            <a:blip r:embed="rId2">
              <a:alphaModFix/>
            </a:blip>
            <a:stretch>
              <a:fillRect/>
            </a:stretch>
          </a:blipFill>
          <a:ln>
            <a:noFill/>
          </a:ln>
        </p:spPr>
      </p:pic>
      <p:sp>
        <p:nvSpPr>
          <p:cNvPr id="466" name="Google Shape;466;p53"/>
          <p:cNvSpPr txBox="1"/>
          <p:nvPr/>
        </p:nvSpPr>
        <p:spPr>
          <a:xfrm>
            <a:off x="12355721" y="-203944"/>
            <a:ext cx="577081" cy="153888"/>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00">
                <a:solidFill>
                  <a:srgbClr val="A3A3A3"/>
                </a:solidFill>
                <a:latin typeface="Quattrocento Sans"/>
                <a:ea typeface="Quattrocento Sans"/>
                <a:cs typeface="Quattrocento Sans"/>
                <a:sym typeface="Quattrocento Sans"/>
              </a:rPr>
              <a:t>ELT layout</a:t>
            </a:r>
            <a:endParaRPr/>
          </a:p>
        </p:txBody>
      </p:sp>
    </p:spTree>
  </p:cSld>
  <p:clrMapOvr>
    <a:masterClrMapping/>
  </p:clrMapOvr>
  <p:transition>
    <p:fade/>
  </p:transition>
  <p:extLst>
    <p:ext uri="{DCECCB84-F9BA-43D5-87BE-67443E8EF086}">
      <p15:sldGuideLst xmlns:p15="http://schemas.microsoft.com/office/powerpoint/2012/main">
        <p15:guide id="1" orient="horz" pos="2880">
          <p15:clr>
            <a:srgbClr val="5ACBF0"/>
          </p15:clr>
        </p15:guide>
        <p15:guide id="2" orient="horz" pos="3600">
          <p15:clr>
            <a:srgbClr val="5ACBF0"/>
          </p15:clr>
        </p15:guide>
      </p15:sldGuideLst>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matchingName="Bottom horizontal photo and title">
  <p:cSld name="Bottom horizontal photo and title">
    <p:spTree>
      <p:nvGrpSpPr>
        <p:cNvPr id="1" name="Shape 467"/>
        <p:cNvGrpSpPr/>
        <p:nvPr/>
      </p:nvGrpSpPr>
      <p:grpSpPr>
        <a:xfrm>
          <a:off x="0" y="0"/>
          <a:ext cx="0" cy="0"/>
          <a:chOff x="0" y="0"/>
          <a:chExt cx="0" cy="0"/>
        </a:xfrm>
      </p:grpSpPr>
      <p:sp>
        <p:nvSpPr>
          <p:cNvPr id="468" name="Google Shape;468;p54"/>
          <p:cNvSpPr txBox="1">
            <a:spLocks noGrp="1"/>
          </p:cNvSpPr>
          <p:nvPr>
            <p:ph type="title"/>
          </p:nvPr>
        </p:nvSpPr>
        <p:spPr>
          <a:xfrm>
            <a:off x="588263" y="585788"/>
            <a:ext cx="11018520" cy="1114996"/>
          </a:xfrm>
          <a:prstGeom prst="rect">
            <a:avLst/>
          </a:prstGeom>
          <a:noFill/>
          <a:ln>
            <a:noFill/>
          </a:ln>
        </p:spPr>
        <p:txBody>
          <a:bodyPr spcFirstLastPara="1" wrap="square" lIns="0" tIns="0" rIns="0" bIns="0" anchor="ctr" anchorCtr="0">
            <a:spAutoFit/>
          </a:bodyPr>
          <a:lstStyle>
            <a:lvl1pPr lvl="0" algn="ctr">
              <a:lnSpc>
                <a:spcPct val="100000"/>
              </a:lnSpc>
              <a:spcBef>
                <a:spcPts val="0"/>
              </a:spcBef>
              <a:spcAft>
                <a:spcPts val="0"/>
              </a:spcAft>
              <a:buClr>
                <a:schemeClr val="dk1"/>
              </a:buClr>
              <a:buSzPts val="3600"/>
              <a:buFont typeface="Quattrocento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pic>
        <p:nvPicPr>
          <p:cNvPr id="469" name="Google Shape;469;p54" descr="This photo is a 'placeholder' only. Drag or drop your photo here, or click and tap the center to insert a photo."/>
          <p:cNvPicPr preferRelativeResize="0">
            <a:picLocks noGrp="1"/>
          </p:cNvPicPr>
          <p:nvPr>
            <p:ph type="pic" idx="2"/>
          </p:nvPr>
        </p:nvPicPr>
        <p:blipFill/>
        <p:spPr>
          <a:xfrm>
            <a:off x="-2381" y="2286000"/>
            <a:ext cx="12192000" cy="4572000"/>
          </a:xfrm>
          <a:prstGeom prst="rect">
            <a:avLst/>
          </a:prstGeom>
          <a:blipFill rotWithShape="1">
            <a:blip r:embed="rId2">
              <a:alphaModFix/>
            </a:blip>
            <a:stretch>
              <a:fillRect/>
            </a:stretch>
          </a:blipFill>
          <a:ln>
            <a:noFill/>
          </a:ln>
        </p:spPr>
      </p:pic>
      <p:sp>
        <p:nvSpPr>
          <p:cNvPr id="470" name="Google Shape;470;p54"/>
          <p:cNvSpPr txBox="1"/>
          <p:nvPr/>
        </p:nvSpPr>
        <p:spPr>
          <a:xfrm>
            <a:off x="12355721" y="-203944"/>
            <a:ext cx="577081" cy="153888"/>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00">
                <a:solidFill>
                  <a:srgbClr val="A3A3A3"/>
                </a:solidFill>
                <a:latin typeface="Quattrocento Sans"/>
                <a:ea typeface="Quattrocento Sans"/>
                <a:cs typeface="Quattrocento Sans"/>
                <a:sym typeface="Quattrocento Sans"/>
              </a:rPr>
              <a:t>ELT layout</a:t>
            </a:r>
            <a:endParaRPr/>
          </a:p>
        </p:txBody>
      </p:sp>
    </p:spTree>
  </p:cSld>
  <p:clrMapOvr>
    <a:masterClrMapping/>
  </p:clrMapOvr>
  <p:transition>
    <p:fade/>
  </p:transition>
  <p:extLst>
    <p:ext uri="{DCECCB84-F9BA-43D5-87BE-67443E8EF086}">
      <p15:sldGuideLst xmlns:p15="http://schemas.microsoft.com/office/powerpoint/2012/main">
        <p15:guide id="1" orient="horz" pos="1440">
          <p15:clr>
            <a:srgbClr val="5ACBF0"/>
          </p15:clr>
        </p15:guide>
        <p15:guide id="2" orient="horz" pos="720">
          <p15:clr>
            <a:srgbClr val="5ACBF0"/>
          </p15:clr>
        </p15:guide>
      </p15:sldGuideLst>
    </p:ext>
  </p:extLst>
</p:sldLayout>
</file>

<file path=ppt/slideLayouts/slideLayout54.xml><?xml version="1.0" encoding="utf-8"?>
<p:sldLayout xmlns:a="http://schemas.openxmlformats.org/drawingml/2006/main" xmlns:r="http://schemas.openxmlformats.org/officeDocument/2006/relationships" xmlns:p="http://schemas.openxmlformats.org/presentationml/2006/main" matchingName="Bottom horizontal photo and title left">
  <p:cSld name="Bottom horizontal photo and title left">
    <p:spTree>
      <p:nvGrpSpPr>
        <p:cNvPr id="1" name="Shape 471"/>
        <p:cNvGrpSpPr/>
        <p:nvPr/>
      </p:nvGrpSpPr>
      <p:grpSpPr>
        <a:xfrm>
          <a:off x="0" y="0"/>
          <a:ext cx="0" cy="0"/>
          <a:chOff x="0" y="0"/>
          <a:chExt cx="0" cy="0"/>
        </a:xfrm>
      </p:grpSpPr>
      <p:sp>
        <p:nvSpPr>
          <p:cNvPr id="472" name="Google Shape;472;p55"/>
          <p:cNvSpPr txBox="1">
            <a:spLocks noGrp="1"/>
          </p:cNvSpPr>
          <p:nvPr>
            <p:ph type="title"/>
          </p:nvPr>
        </p:nvSpPr>
        <p:spPr>
          <a:xfrm>
            <a:off x="588263" y="866287"/>
            <a:ext cx="11018520" cy="553998"/>
          </a:xfrm>
          <a:prstGeom prst="rect">
            <a:avLst/>
          </a:prstGeom>
          <a:noFill/>
          <a:ln>
            <a:noFill/>
          </a:ln>
        </p:spPr>
        <p:txBody>
          <a:bodyPr spcFirstLastPara="1" wrap="square" lIns="0" tIns="0" rIns="0" bIns="0" anchor="ctr" anchorCtr="0">
            <a:spAutoFit/>
          </a:bodyPr>
          <a:lstStyle>
            <a:lvl1pPr lvl="0" algn="l">
              <a:lnSpc>
                <a:spcPct val="100000"/>
              </a:lnSpc>
              <a:spcBef>
                <a:spcPts val="0"/>
              </a:spcBef>
              <a:spcAft>
                <a:spcPts val="0"/>
              </a:spcAft>
              <a:buClr>
                <a:schemeClr val="dk1"/>
              </a:buClr>
              <a:buSzPts val="3600"/>
              <a:buFont typeface="Quattrocento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pic>
        <p:nvPicPr>
          <p:cNvPr id="473" name="Google Shape;473;p55" descr="This photo is a 'placeholder' only. Drag or drop your photo here, or click and tap the center to insert a photo."/>
          <p:cNvPicPr preferRelativeResize="0">
            <a:picLocks noGrp="1"/>
          </p:cNvPicPr>
          <p:nvPr>
            <p:ph type="pic" idx="2"/>
          </p:nvPr>
        </p:nvPicPr>
        <p:blipFill/>
        <p:spPr>
          <a:xfrm>
            <a:off x="-2381" y="2286000"/>
            <a:ext cx="12192000" cy="4572000"/>
          </a:xfrm>
          <a:prstGeom prst="rect">
            <a:avLst/>
          </a:prstGeom>
          <a:blipFill rotWithShape="1">
            <a:blip r:embed="rId2">
              <a:alphaModFix/>
            </a:blip>
            <a:stretch>
              <a:fillRect/>
            </a:stretch>
          </a:blipFill>
          <a:ln>
            <a:noFill/>
          </a:ln>
        </p:spPr>
      </p:pic>
      <p:sp>
        <p:nvSpPr>
          <p:cNvPr id="474" name="Google Shape;474;p55"/>
          <p:cNvSpPr txBox="1"/>
          <p:nvPr/>
        </p:nvSpPr>
        <p:spPr>
          <a:xfrm>
            <a:off x="12355721" y="-203944"/>
            <a:ext cx="577081" cy="153888"/>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00">
                <a:solidFill>
                  <a:srgbClr val="A3A3A3"/>
                </a:solidFill>
                <a:latin typeface="Quattrocento Sans"/>
                <a:ea typeface="Quattrocento Sans"/>
                <a:cs typeface="Quattrocento Sans"/>
                <a:sym typeface="Quattrocento Sans"/>
              </a:rPr>
              <a:t>ELT layout</a:t>
            </a:r>
            <a:endParaRPr/>
          </a:p>
        </p:txBody>
      </p:sp>
    </p:spTree>
  </p:cSld>
  <p:clrMapOvr>
    <a:masterClrMapping/>
  </p:clrMapOvr>
  <p:transition>
    <p:fade/>
  </p:transition>
  <p:extLst>
    <p:ext uri="{DCECCB84-F9BA-43D5-87BE-67443E8EF086}">
      <p15:sldGuideLst xmlns:p15="http://schemas.microsoft.com/office/powerpoint/2012/main">
        <p15:guide id="1" orient="horz" pos="1440">
          <p15:clr>
            <a:srgbClr val="5ACBF0"/>
          </p15:clr>
        </p15:guide>
        <p15:guide id="2" orient="horz" pos="720">
          <p15:clr>
            <a:srgbClr val="5ACBF0"/>
          </p15:clr>
        </p15:guide>
      </p15:sldGuideLst>
    </p:ext>
  </p:extLst>
</p:sldLayout>
</file>

<file path=ppt/slideLayouts/slideLayout55.xml><?xml version="1.0" encoding="utf-8"?>
<p:sldLayout xmlns:a="http://schemas.openxmlformats.org/drawingml/2006/main" xmlns:r="http://schemas.openxmlformats.org/officeDocument/2006/relationships" xmlns:p="http://schemas.openxmlformats.org/presentationml/2006/main" matchingName="Two picture content">
  <p:cSld name="Two picture content">
    <p:spTree>
      <p:nvGrpSpPr>
        <p:cNvPr id="1" name="Shape 475"/>
        <p:cNvGrpSpPr/>
        <p:nvPr/>
      </p:nvGrpSpPr>
      <p:grpSpPr>
        <a:xfrm>
          <a:off x="0" y="0"/>
          <a:ext cx="0" cy="0"/>
          <a:chOff x="0" y="0"/>
          <a:chExt cx="0" cy="0"/>
        </a:xfrm>
      </p:grpSpPr>
      <p:sp>
        <p:nvSpPr>
          <p:cNvPr id="476" name="Google Shape;476;p56"/>
          <p:cNvSpPr txBox="1">
            <a:spLocks noGrp="1"/>
          </p:cNvSpPr>
          <p:nvPr>
            <p:ph type="title"/>
          </p:nvPr>
        </p:nvSpPr>
        <p:spPr>
          <a:xfrm>
            <a:off x="588263" y="457200"/>
            <a:ext cx="11018520" cy="983234"/>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7" name="Google Shape;477;p56"/>
          <p:cNvSpPr txBox="1">
            <a:spLocks noGrp="1"/>
          </p:cNvSpPr>
          <p:nvPr>
            <p:ph type="body" idx="1"/>
          </p:nvPr>
        </p:nvSpPr>
        <p:spPr>
          <a:xfrm>
            <a:off x="584199" y="5689600"/>
            <a:ext cx="5367528" cy="579438"/>
          </a:xfrm>
          <a:prstGeom prst="rect">
            <a:avLst/>
          </a:prstGeom>
          <a:noFill/>
          <a:ln>
            <a:noFill/>
          </a:ln>
        </p:spPr>
        <p:txBody>
          <a:bodyPr spcFirstLastPara="1" wrap="square" lIns="0" tIns="0" rIns="0" bIns="0" anchor="t" anchorCtr="0">
            <a:spAutoFit/>
          </a:bodyPr>
          <a:lstStyle>
            <a:lvl1pPr marL="457200" lvl="0" indent="-228600" algn="l">
              <a:lnSpc>
                <a:spcPct val="100000"/>
              </a:lnSpc>
              <a:spcBef>
                <a:spcPts val="0"/>
              </a:spcBef>
              <a:spcAft>
                <a:spcPts val="0"/>
              </a:spcAft>
              <a:buClr>
                <a:schemeClr val="dk1"/>
              </a:buClr>
              <a:buSzPts val="1620"/>
              <a:buNone/>
              <a:defRPr sz="1800">
                <a:latin typeface="Quattrocento Sans"/>
                <a:ea typeface="Quattrocento Sans"/>
                <a:cs typeface="Quattrocento Sans"/>
                <a:sym typeface="Quattrocento Sans"/>
              </a:defRPr>
            </a:lvl1pPr>
            <a:lvl2pPr marL="914400" lvl="1" indent="-331469" algn="l">
              <a:lnSpc>
                <a:spcPct val="100000"/>
              </a:lnSpc>
              <a:spcBef>
                <a:spcPts val="360"/>
              </a:spcBef>
              <a:spcAft>
                <a:spcPts val="0"/>
              </a:spcAft>
              <a:buClr>
                <a:schemeClr val="dk1"/>
              </a:buClr>
              <a:buSzPts val="1620"/>
              <a:buChar char="·"/>
              <a:defRPr/>
            </a:lvl2pPr>
            <a:lvl3pPr marL="1371600" lvl="2" indent="-331469" algn="l">
              <a:lnSpc>
                <a:spcPct val="100000"/>
              </a:lnSpc>
              <a:spcBef>
                <a:spcPts val="360"/>
              </a:spcBef>
              <a:spcAft>
                <a:spcPts val="0"/>
              </a:spcAft>
              <a:buClr>
                <a:schemeClr val="dk1"/>
              </a:buClr>
              <a:buSzPts val="1620"/>
              <a:buChar char="·"/>
              <a:defRPr/>
            </a:lvl3pPr>
            <a:lvl4pPr marL="1828800" lvl="3" indent="-331469" algn="l">
              <a:lnSpc>
                <a:spcPct val="100000"/>
              </a:lnSpc>
              <a:spcBef>
                <a:spcPts val="360"/>
              </a:spcBef>
              <a:spcAft>
                <a:spcPts val="0"/>
              </a:spcAft>
              <a:buClr>
                <a:schemeClr val="dk1"/>
              </a:buClr>
              <a:buSzPts val="1620"/>
              <a:buChar char="·"/>
              <a:defRPr/>
            </a:lvl4pPr>
            <a:lvl5pPr marL="2286000" lvl="4" indent="-331470" algn="l">
              <a:lnSpc>
                <a:spcPct val="100000"/>
              </a:lnSpc>
              <a:spcBef>
                <a:spcPts val="360"/>
              </a:spcBef>
              <a:spcAft>
                <a:spcPts val="0"/>
              </a:spcAft>
              <a:buClr>
                <a:schemeClr val="dk1"/>
              </a:buClr>
              <a:buSzPts val="162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pic>
        <p:nvPicPr>
          <p:cNvPr id="478" name="Google Shape;478;p56" descr="This photo is a 'placeholder' only. Drag or drop your photo here, or click and tap the center to insert a photo."/>
          <p:cNvPicPr preferRelativeResize="0">
            <a:picLocks noGrp="1"/>
          </p:cNvPicPr>
          <p:nvPr>
            <p:ph type="pic" idx="2"/>
          </p:nvPr>
        </p:nvPicPr>
        <p:blipFill/>
        <p:spPr>
          <a:xfrm>
            <a:off x="582612" y="2025650"/>
            <a:ext cx="5367528" cy="3474720"/>
          </a:xfrm>
          <a:prstGeom prst="rect">
            <a:avLst/>
          </a:prstGeom>
          <a:blipFill rotWithShape="1">
            <a:blip r:embed="rId2">
              <a:alphaModFix/>
            </a:blip>
            <a:stretch>
              <a:fillRect/>
            </a:stretch>
          </a:blipFill>
          <a:ln>
            <a:noFill/>
          </a:ln>
        </p:spPr>
      </p:pic>
      <p:sp>
        <p:nvSpPr>
          <p:cNvPr id="479" name="Google Shape;479;p56"/>
          <p:cNvSpPr txBox="1">
            <a:spLocks noGrp="1"/>
          </p:cNvSpPr>
          <p:nvPr>
            <p:ph type="body" idx="3"/>
          </p:nvPr>
        </p:nvSpPr>
        <p:spPr>
          <a:xfrm>
            <a:off x="6241860" y="5689600"/>
            <a:ext cx="5367528" cy="579438"/>
          </a:xfrm>
          <a:prstGeom prst="rect">
            <a:avLst/>
          </a:prstGeom>
          <a:noFill/>
          <a:ln>
            <a:noFill/>
          </a:ln>
        </p:spPr>
        <p:txBody>
          <a:bodyPr spcFirstLastPara="1" wrap="square" lIns="0" tIns="0" rIns="0" bIns="0" anchor="t" anchorCtr="0">
            <a:spAutoFit/>
          </a:bodyPr>
          <a:lstStyle>
            <a:lvl1pPr marL="457200" lvl="0" indent="-228600" algn="l">
              <a:lnSpc>
                <a:spcPct val="100000"/>
              </a:lnSpc>
              <a:spcBef>
                <a:spcPts val="0"/>
              </a:spcBef>
              <a:spcAft>
                <a:spcPts val="0"/>
              </a:spcAft>
              <a:buClr>
                <a:schemeClr val="dk1"/>
              </a:buClr>
              <a:buSzPts val="1620"/>
              <a:buNone/>
              <a:defRPr sz="1800">
                <a:latin typeface="Quattrocento Sans"/>
                <a:ea typeface="Quattrocento Sans"/>
                <a:cs typeface="Quattrocento Sans"/>
                <a:sym typeface="Quattrocento Sans"/>
              </a:defRPr>
            </a:lvl1pPr>
            <a:lvl2pPr marL="914400" lvl="1" indent="-331469" algn="l">
              <a:lnSpc>
                <a:spcPct val="100000"/>
              </a:lnSpc>
              <a:spcBef>
                <a:spcPts val="360"/>
              </a:spcBef>
              <a:spcAft>
                <a:spcPts val="0"/>
              </a:spcAft>
              <a:buClr>
                <a:schemeClr val="dk1"/>
              </a:buClr>
              <a:buSzPts val="1620"/>
              <a:buChar char="·"/>
              <a:defRPr/>
            </a:lvl2pPr>
            <a:lvl3pPr marL="1371600" lvl="2" indent="-331469" algn="l">
              <a:lnSpc>
                <a:spcPct val="100000"/>
              </a:lnSpc>
              <a:spcBef>
                <a:spcPts val="360"/>
              </a:spcBef>
              <a:spcAft>
                <a:spcPts val="0"/>
              </a:spcAft>
              <a:buClr>
                <a:schemeClr val="dk1"/>
              </a:buClr>
              <a:buSzPts val="1620"/>
              <a:buChar char="·"/>
              <a:defRPr/>
            </a:lvl3pPr>
            <a:lvl4pPr marL="1828800" lvl="3" indent="-331469" algn="l">
              <a:lnSpc>
                <a:spcPct val="100000"/>
              </a:lnSpc>
              <a:spcBef>
                <a:spcPts val="360"/>
              </a:spcBef>
              <a:spcAft>
                <a:spcPts val="0"/>
              </a:spcAft>
              <a:buClr>
                <a:schemeClr val="dk1"/>
              </a:buClr>
              <a:buSzPts val="1620"/>
              <a:buChar char="·"/>
              <a:defRPr/>
            </a:lvl4pPr>
            <a:lvl5pPr marL="2286000" lvl="4" indent="-331470" algn="l">
              <a:lnSpc>
                <a:spcPct val="100000"/>
              </a:lnSpc>
              <a:spcBef>
                <a:spcPts val="360"/>
              </a:spcBef>
              <a:spcAft>
                <a:spcPts val="0"/>
              </a:spcAft>
              <a:buClr>
                <a:schemeClr val="dk1"/>
              </a:buClr>
              <a:buSzPts val="162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pic>
        <p:nvPicPr>
          <p:cNvPr id="480" name="Google Shape;480;p56" descr="This photo is a 'placeholder' only. Drag or drop your photo here, or click and tap the center to insert a photo."/>
          <p:cNvPicPr preferRelativeResize="0">
            <a:picLocks noGrp="1"/>
          </p:cNvPicPr>
          <p:nvPr>
            <p:ph type="pic" idx="4"/>
          </p:nvPr>
        </p:nvPicPr>
        <p:blipFill/>
        <p:spPr>
          <a:xfrm>
            <a:off x="6239255" y="2025650"/>
            <a:ext cx="5367528" cy="3474720"/>
          </a:xfrm>
          <a:prstGeom prst="rect">
            <a:avLst/>
          </a:prstGeom>
          <a:blipFill rotWithShape="1">
            <a:blip r:embed="rId3">
              <a:alphaModFix/>
            </a:blip>
            <a:stretch>
              <a:fillRect/>
            </a:stretch>
          </a:blipFill>
          <a:ln>
            <a:noFill/>
          </a:ln>
        </p:spPr>
      </p:pic>
      <p:sp>
        <p:nvSpPr>
          <p:cNvPr id="481" name="Google Shape;481;p56"/>
          <p:cNvSpPr txBox="1"/>
          <p:nvPr/>
        </p:nvSpPr>
        <p:spPr>
          <a:xfrm>
            <a:off x="12355721" y="-203944"/>
            <a:ext cx="577081" cy="153888"/>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00">
                <a:solidFill>
                  <a:srgbClr val="A3A3A3"/>
                </a:solidFill>
                <a:latin typeface="Quattrocento Sans"/>
                <a:ea typeface="Quattrocento Sans"/>
                <a:cs typeface="Quattrocento Sans"/>
                <a:sym typeface="Quattrocento Sans"/>
              </a:rPr>
              <a:t>ELT layout</a:t>
            </a:r>
            <a:endParaRPr/>
          </a:p>
        </p:txBody>
      </p:sp>
    </p:spTree>
  </p:cSld>
  <p:clrMapOvr>
    <a:masterClrMapping/>
  </p:clrMapOvr>
  <p:transition>
    <p:fade/>
  </p:transition>
  <p:extLst>
    <p:ext uri="{DCECCB84-F9BA-43D5-87BE-67443E8EF086}">
      <p15:sldGuideLst xmlns:p15="http://schemas.microsoft.com/office/powerpoint/2012/main">
        <p15:guide id="1" orient="horz" pos="3584">
          <p15:clr>
            <a:srgbClr val="5ACBF0"/>
          </p15:clr>
        </p15:guide>
        <p15:guide id="2" orient="horz" pos="1276">
          <p15:clr>
            <a:srgbClr val="5ACBF0"/>
          </p15:clr>
        </p15:guide>
        <p15:guide id="3" orient="horz" pos="288">
          <p15:clr>
            <a:srgbClr val="5ACBF0"/>
          </p15:clr>
        </p15:guide>
        <p15:guide id="4" pos="3749">
          <p15:clr>
            <a:srgbClr val="5ACBF0"/>
          </p15:clr>
        </p15:guide>
        <p15:guide id="5" pos="3931">
          <p15:clr>
            <a:srgbClr val="5ACBF0"/>
          </p15:clr>
        </p15:guide>
        <p15:guide id="6" orient="horz" pos="3464">
          <p15:clr>
            <a:srgbClr val="5ACBF0"/>
          </p15:clr>
        </p15:guide>
      </p15:sldGuideLst>
    </p:ext>
  </p:extLst>
</p:sldLayout>
</file>

<file path=ppt/slideLayouts/slideLayout56.xml><?xml version="1.0" encoding="utf-8"?>
<p:sldLayout xmlns:a="http://schemas.openxmlformats.org/drawingml/2006/main" xmlns:r="http://schemas.openxmlformats.org/officeDocument/2006/relationships" xmlns:p="http://schemas.openxmlformats.org/presentationml/2006/main" matchingName="Three picture content">
  <p:cSld name="Three picture content">
    <p:spTree>
      <p:nvGrpSpPr>
        <p:cNvPr id="1" name="Shape 482"/>
        <p:cNvGrpSpPr/>
        <p:nvPr/>
      </p:nvGrpSpPr>
      <p:grpSpPr>
        <a:xfrm>
          <a:off x="0" y="0"/>
          <a:ext cx="0" cy="0"/>
          <a:chOff x="0" y="0"/>
          <a:chExt cx="0" cy="0"/>
        </a:xfrm>
      </p:grpSpPr>
      <p:sp>
        <p:nvSpPr>
          <p:cNvPr id="483" name="Google Shape;483;p57"/>
          <p:cNvSpPr txBox="1">
            <a:spLocks noGrp="1"/>
          </p:cNvSpPr>
          <p:nvPr>
            <p:ph type="title"/>
          </p:nvPr>
        </p:nvSpPr>
        <p:spPr>
          <a:xfrm>
            <a:off x="588263" y="457200"/>
            <a:ext cx="11018520" cy="983234"/>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84" name="Google Shape;484;p57"/>
          <p:cNvSpPr txBox="1">
            <a:spLocks noGrp="1"/>
          </p:cNvSpPr>
          <p:nvPr>
            <p:ph type="body" idx="1"/>
          </p:nvPr>
        </p:nvSpPr>
        <p:spPr>
          <a:xfrm>
            <a:off x="582613" y="5689600"/>
            <a:ext cx="3475037" cy="579438"/>
          </a:xfrm>
          <a:prstGeom prst="rect">
            <a:avLst/>
          </a:prstGeom>
          <a:noFill/>
          <a:ln>
            <a:noFill/>
          </a:ln>
        </p:spPr>
        <p:txBody>
          <a:bodyPr spcFirstLastPara="1" wrap="square" lIns="0" tIns="0" rIns="0" bIns="0" anchor="t" anchorCtr="0">
            <a:spAutoFit/>
          </a:bodyPr>
          <a:lstStyle>
            <a:lvl1pPr marL="457200" lvl="0" indent="-228600" algn="l">
              <a:lnSpc>
                <a:spcPct val="100000"/>
              </a:lnSpc>
              <a:spcBef>
                <a:spcPts val="0"/>
              </a:spcBef>
              <a:spcAft>
                <a:spcPts val="0"/>
              </a:spcAft>
              <a:buClr>
                <a:schemeClr val="dk1"/>
              </a:buClr>
              <a:buSzPts val="1620"/>
              <a:buNone/>
              <a:defRPr sz="1800">
                <a:latin typeface="Quattrocento Sans"/>
                <a:ea typeface="Quattrocento Sans"/>
                <a:cs typeface="Quattrocento Sans"/>
                <a:sym typeface="Quattrocento Sans"/>
              </a:defRPr>
            </a:lvl1pPr>
            <a:lvl2pPr marL="914400" lvl="1" indent="-331469" algn="l">
              <a:lnSpc>
                <a:spcPct val="100000"/>
              </a:lnSpc>
              <a:spcBef>
                <a:spcPts val="360"/>
              </a:spcBef>
              <a:spcAft>
                <a:spcPts val="0"/>
              </a:spcAft>
              <a:buClr>
                <a:schemeClr val="dk1"/>
              </a:buClr>
              <a:buSzPts val="1620"/>
              <a:buChar char="·"/>
              <a:defRPr/>
            </a:lvl2pPr>
            <a:lvl3pPr marL="1371600" lvl="2" indent="-331469" algn="l">
              <a:lnSpc>
                <a:spcPct val="100000"/>
              </a:lnSpc>
              <a:spcBef>
                <a:spcPts val="360"/>
              </a:spcBef>
              <a:spcAft>
                <a:spcPts val="0"/>
              </a:spcAft>
              <a:buClr>
                <a:schemeClr val="dk1"/>
              </a:buClr>
              <a:buSzPts val="1620"/>
              <a:buChar char="·"/>
              <a:defRPr/>
            </a:lvl3pPr>
            <a:lvl4pPr marL="1828800" lvl="3" indent="-331469" algn="l">
              <a:lnSpc>
                <a:spcPct val="100000"/>
              </a:lnSpc>
              <a:spcBef>
                <a:spcPts val="360"/>
              </a:spcBef>
              <a:spcAft>
                <a:spcPts val="0"/>
              </a:spcAft>
              <a:buClr>
                <a:schemeClr val="dk1"/>
              </a:buClr>
              <a:buSzPts val="1620"/>
              <a:buChar char="·"/>
              <a:defRPr/>
            </a:lvl4pPr>
            <a:lvl5pPr marL="2286000" lvl="4" indent="-331470" algn="l">
              <a:lnSpc>
                <a:spcPct val="100000"/>
              </a:lnSpc>
              <a:spcBef>
                <a:spcPts val="360"/>
              </a:spcBef>
              <a:spcAft>
                <a:spcPts val="0"/>
              </a:spcAft>
              <a:buClr>
                <a:schemeClr val="dk1"/>
              </a:buClr>
              <a:buSzPts val="162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pic>
        <p:nvPicPr>
          <p:cNvPr id="485" name="Google Shape;485;p57" descr="This photo is a 'placeholder' only. Drag or drop your photo here, or click and tap the center to insert a photo."/>
          <p:cNvPicPr preferRelativeResize="0">
            <a:picLocks noGrp="1"/>
          </p:cNvPicPr>
          <p:nvPr>
            <p:ph type="pic" idx="2"/>
          </p:nvPr>
        </p:nvPicPr>
        <p:blipFill/>
        <p:spPr>
          <a:xfrm>
            <a:off x="582612" y="2025650"/>
            <a:ext cx="3474720" cy="3474720"/>
          </a:xfrm>
          <a:prstGeom prst="rect">
            <a:avLst/>
          </a:prstGeom>
          <a:blipFill rotWithShape="1">
            <a:blip r:embed="rId2">
              <a:alphaModFix/>
            </a:blip>
            <a:stretch>
              <a:fillRect/>
            </a:stretch>
          </a:blipFill>
          <a:ln>
            <a:noFill/>
          </a:ln>
        </p:spPr>
      </p:pic>
      <p:sp>
        <p:nvSpPr>
          <p:cNvPr id="486" name="Google Shape;486;p57"/>
          <p:cNvSpPr txBox="1">
            <a:spLocks noGrp="1"/>
          </p:cNvSpPr>
          <p:nvPr>
            <p:ph type="body" idx="3"/>
          </p:nvPr>
        </p:nvSpPr>
        <p:spPr>
          <a:xfrm>
            <a:off x="4358640" y="5689600"/>
            <a:ext cx="3475037" cy="579438"/>
          </a:xfrm>
          <a:prstGeom prst="rect">
            <a:avLst/>
          </a:prstGeom>
          <a:noFill/>
          <a:ln>
            <a:noFill/>
          </a:ln>
        </p:spPr>
        <p:txBody>
          <a:bodyPr spcFirstLastPara="1" wrap="square" lIns="0" tIns="0" rIns="0" bIns="0" anchor="t" anchorCtr="0">
            <a:spAutoFit/>
          </a:bodyPr>
          <a:lstStyle>
            <a:lvl1pPr marL="457200" lvl="0" indent="-228600" algn="l">
              <a:lnSpc>
                <a:spcPct val="100000"/>
              </a:lnSpc>
              <a:spcBef>
                <a:spcPts val="0"/>
              </a:spcBef>
              <a:spcAft>
                <a:spcPts val="0"/>
              </a:spcAft>
              <a:buClr>
                <a:schemeClr val="dk1"/>
              </a:buClr>
              <a:buSzPts val="1620"/>
              <a:buNone/>
              <a:defRPr sz="1800">
                <a:latin typeface="Quattrocento Sans"/>
                <a:ea typeface="Quattrocento Sans"/>
                <a:cs typeface="Quattrocento Sans"/>
                <a:sym typeface="Quattrocento Sans"/>
              </a:defRPr>
            </a:lvl1pPr>
            <a:lvl2pPr marL="914400" lvl="1" indent="-331469" algn="l">
              <a:lnSpc>
                <a:spcPct val="100000"/>
              </a:lnSpc>
              <a:spcBef>
                <a:spcPts val="360"/>
              </a:spcBef>
              <a:spcAft>
                <a:spcPts val="0"/>
              </a:spcAft>
              <a:buClr>
                <a:schemeClr val="dk1"/>
              </a:buClr>
              <a:buSzPts val="1620"/>
              <a:buChar char="·"/>
              <a:defRPr/>
            </a:lvl2pPr>
            <a:lvl3pPr marL="1371600" lvl="2" indent="-331469" algn="l">
              <a:lnSpc>
                <a:spcPct val="100000"/>
              </a:lnSpc>
              <a:spcBef>
                <a:spcPts val="360"/>
              </a:spcBef>
              <a:spcAft>
                <a:spcPts val="0"/>
              </a:spcAft>
              <a:buClr>
                <a:schemeClr val="dk1"/>
              </a:buClr>
              <a:buSzPts val="1620"/>
              <a:buChar char="·"/>
              <a:defRPr/>
            </a:lvl3pPr>
            <a:lvl4pPr marL="1828800" lvl="3" indent="-331469" algn="l">
              <a:lnSpc>
                <a:spcPct val="100000"/>
              </a:lnSpc>
              <a:spcBef>
                <a:spcPts val="360"/>
              </a:spcBef>
              <a:spcAft>
                <a:spcPts val="0"/>
              </a:spcAft>
              <a:buClr>
                <a:schemeClr val="dk1"/>
              </a:buClr>
              <a:buSzPts val="1620"/>
              <a:buChar char="·"/>
              <a:defRPr/>
            </a:lvl4pPr>
            <a:lvl5pPr marL="2286000" lvl="4" indent="-331470" algn="l">
              <a:lnSpc>
                <a:spcPct val="100000"/>
              </a:lnSpc>
              <a:spcBef>
                <a:spcPts val="360"/>
              </a:spcBef>
              <a:spcAft>
                <a:spcPts val="0"/>
              </a:spcAft>
              <a:buClr>
                <a:schemeClr val="dk1"/>
              </a:buClr>
              <a:buSzPts val="162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pic>
        <p:nvPicPr>
          <p:cNvPr id="487" name="Google Shape;487;p57" descr="This photo is a 'placeholder' only. Drag or drop your photo here, or click and tap the center to insert a photo."/>
          <p:cNvPicPr preferRelativeResize="0">
            <a:picLocks noGrp="1"/>
          </p:cNvPicPr>
          <p:nvPr>
            <p:ph type="pic" idx="4"/>
          </p:nvPr>
        </p:nvPicPr>
        <p:blipFill/>
        <p:spPr>
          <a:xfrm>
            <a:off x="4358640" y="2025650"/>
            <a:ext cx="3474720" cy="3474720"/>
          </a:xfrm>
          <a:prstGeom prst="rect">
            <a:avLst/>
          </a:prstGeom>
          <a:blipFill rotWithShape="1">
            <a:blip r:embed="rId3">
              <a:alphaModFix/>
            </a:blip>
            <a:stretch>
              <a:fillRect/>
            </a:stretch>
          </a:blipFill>
          <a:ln>
            <a:noFill/>
          </a:ln>
        </p:spPr>
      </p:pic>
      <p:sp>
        <p:nvSpPr>
          <p:cNvPr id="488" name="Google Shape;488;p57"/>
          <p:cNvSpPr txBox="1">
            <a:spLocks noGrp="1"/>
          </p:cNvSpPr>
          <p:nvPr>
            <p:ph type="body" idx="5"/>
          </p:nvPr>
        </p:nvSpPr>
        <p:spPr>
          <a:xfrm>
            <a:off x="8134351" y="5689600"/>
            <a:ext cx="3475037" cy="579438"/>
          </a:xfrm>
          <a:prstGeom prst="rect">
            <a:avLst/>
          </a:prstGeom>
          <a:noFill/>
          <a:ln>
            <a:noFill/>
          </a:ln>
        </p:spPr>
        <p:txBody>
          <a:bodyPr spcFirstLastPara="1" wrap="square" lIns="0" tIns="0" rIns="0" bIns="0" anchor="t" anchorCtr="0">
            <a:spAutoFit/>
          </a:bodyPr>
          <a:lstStyle>
            <a:lvl1pPr marL="457200" lvl="0" indent="-228600" algn="l">
              <a:lnSpc>
                <a:spcPct val="100000"/>
              </a:lnSpc>
              <a:spcBef>
                <a:spcPts val="0"/>
              </a:spcBef>
              <a:spcAft>
                <a:spcPts val="0"/>
              </a:spcAft>
              <a:buClr>
                <a:schemeClr val="dk1"/>
              </a:buClr>
              <a:buSzPts val="1620"/>
              <a:buNone/>
              <a:defRPr sz="1800">
                <a:latin typeface="Quattrocento Sans"/>
                <a:ea typeface="Quattrocento Sans"/>
                <a:cs typeface="Quattrocento Sans"/>
                <a:sym typeface="Quattrocento Sans"/>
              </a:defRPr>
            </a:lvl1pPr>
            <a:lvl2pPr marL="914400" lvl="1" indent="-331469" algn="l">
              <a:lnSpc>
                <a:spcPct val="100000"/>
              </a:lnSpc>
              <a:spcBef>
                <a:spcPts val="360"/>
              </a:spcBef>
              <a:spcAft>
                <a:spcPts val="0"/>
              </a:spcAft>
              <a:buClr>
                <a:schemeClr val="dk1"/>
              </a:buClr>
              <a:buSzPts val="1620"/>
              <a:buChar char="·"/>
              <a:defRPr/>
            </a:lvl2pPr>
            <a:lvl3pPr marL="1371600" lvl="2" indent="-331469" algn="l">
              <a:lnSpc>
                <a:spcPct val="100000"/>
              </a:lnSpc>
              <a:spcBef>
                <a:spcPts val="360"/>
              </a:spcBef>
              <a:spcAft>
                <a:spcPts val="0"/>
              </a:spcAft>
              <a:buClr>
                <a:schemeClr val="dk1"/>
              </a:buClr>
              <a:buSzPts val="1620"/>
              <a:buChar char="·"/>
              <a:defRPr/>
            </a:lvl3pPr>
            <a:lvl4pPr marL="1828800" lvl="3" indent="-331469" algn="l">
              <a:lnSpc>
                <a:spcPct val="100000"/>
              </a:lnSpc>
              <a:spcBef>
                <a:spcPts val="360"/>
              </a:spcBef>
              <a:spcAft>
                <a:spcPts val="0"/>
              </a:spcAft>
              <a:buClr>
                <a:schemeClr val="dk1"/>
              </a:buClr>
              <a:buSzPts val="1620"/>
              <a:buChar char="·"/>
              <a:defRPr/>
            </a:lvl4pPr>
            <a:lvl5pPr marL="2286000" lvl="4" indent="-331470" algn="l">
              <a:lnSpc>
                <a:spcPct val="100000"/>
              </a:lnSpc>
              <a:spcBef>
                <a:spcPts val="360"/>
              </a:spcBef>
              <a:spcAft>
                <a:spcPts val="0"/>
              </a:spcAft>
              <a:buClr>
                <a:schemeClr val="dk1"/>
              </a:buClr>
              <a:buSzPts val="162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pic>
        <p:nvPicPr>
          <p:cNvPr id="489" name="Google Shape;489;p57" descr="This photo is a 'placeholder' only. Drag or drop your photo here, or click and tap the center to insert a photo."/>
          <p:cNvPicPr preferRelativeResize="0">
            <a:picLocks noGrp="1"/>
          </p:cNvPicPr>
          <p:nvPr>
            <p:ph type="pic" idx="6"/>
          </p:nvPr>
        </p:nvPicPr>
        <p:blipFill/>
        <p:spPr>
          <a:xfrm>
            <a:off x="8132063" y="2025650"/>
            <a:ext cx="3474720" cy="3474720"/>
          </a:xfrm>
          <a:prstGeom prst="rect">
            <a:avLst/>
          </a:prstGeom>
          <a:blipFill rotWithShape="1">
            <a:blip r:embed="rId4">
              <a:alphaModFix/>
            </a:blip>
            <a:stretch>
              <a:fillRect/>
            </a:stretch>
          </a:blipFill>
          <a:ln>
            <a:noFill/>
          </a:ln>
        </p:spPr>
      </p:pic>
      <p:sp>
        <p:nvSpPr>
          <p:cNvPr id="490" name="Google Shape;490;p57"/>
          <p:cNvSpPr txBox="1"/>
          <p:nvPr/>
        </p:nvSpPr>
        <p:spPr>
          <a:xfrm>
            <a:off x="12355721" y="-203944"/>
            <a:ext cx="577081" cy="153888"/>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00">
                <a:solidFill>
                  <a:srgbClr val="A3A3A3"/>
                </a:solidFill>
                <a:latin typeface="Quattrocento Sans"/>
                <a:ea typeface="Quattrocento Sans"/>
                <a:cs typeface="Quattrocento Sans"/>
                <a:sym typeface="Quattrocento Sans"/>
              </a:rPr>
              <a:t>ELT layout</a:t>
            </a:r>
            <a:endParaRPr/>
          </a:p>
        </p:txBody>
      </p:sp>
    </p:spTree>
  </p:cSld>
  <p:clrMapOvr>
    <a:masterClrMapping/>
  </p:clrMapOvr>
  <p:transition>
    <p:fade/>
  </p:transition>
  <p:extLst>
    <p:ext uri="{DCECCB84-F9BA-43D5-87BE-67443E8EF086}">
      <p15:sldGuideLst xmlns:p15="http://schemas.microsoft.com/office/powerpoint/2012/main">
        <p15:guide id="1" orient="horz" pos="3584">
          <p15:clr>
            <a:srgbClr val="5ACBF0"/>
          </p15:clr>
        </p15:guide>
        <p15:guide id="2" orient="horz" pos="1276">
          <p15:clr>
            <a:srgbClr val="5ACBF0"/>
          </p15:clr>
        </p15:guide>
        <p15:guide id="3" orient="horz" pos="288">
          <p15:clr>
            <a:srgbClr val="5ACBF0"/>
          </p15:clr>
        </p15:guide>
        <p15:guide id="4" pos="2557">
          <p15:clr>
            <a:srgbClr val="5ACBF0"/>
          </p15:clr>
        </p15:guide>
        <p15:guide id="5" pos="2744">
          <p15:clr>
            <a:srgbClr val="5ACBF0"/>
          </p15:clr>
        </p15:guide>
        <p15:guide id="6" pos="4936">
          <p15:clr>
            <a:srgbClr val="5ACBF0"/>
          </p15:clr>
        </p15:guide>
        <p15:guide id="7" pos="5123">
          <p15:clr>
            <a:srgbClr val="5ACBF0"/>
          </p15:clr>
        </p15:guide>
        <p15:guide id="8" orient="horz" pos="3465">
          <p15:clr>
            <a:srgbClr val="5ACBF0"/>
          </p15:clr>
        </p15:guide>
      </p15:sldGuideLst>
    </p:ext>
  </p:extLst>
</p:sldLayout>
</file>

<file path=ppt/slideLayouts/slideLayout57.xml><?xml version="1.0" encoding="utf-8"?>
<p:sldLayout xmlns:a="http://schemas.openxmlformats.org/drawingml/2006/main" xmlns:r="http://schemas.openxmlformats.org/officeDocument/2006/relationships" xmlns:p="http://schemas.openxmlformats.org/presentationml/2006/main" matchingName="Four picture content">
  <p:cSld name="Four picture content">
    <p:spTree>
      <p:nvGrpSpPr>
        <p:cNvPr id="1" name="Shape 491"/>
        <p:cNvGrpSpPr/>
        <p:nvPr/>
      </p:nvGrpSpPr>
      <p:grpSpPr>
        <a:xfrm>
          <a:off x="0" y="0"/>
          <a:ext cx="0" cy="0"/>
          <a:chOff x="0" y="0"/>
          <a:chExt cx="0" cy="0"/>
        </a:xfrm>
      </p:grpSpPr>
      <p:sp>
        <p:nvSpPr>
          <p:cNvPr id="492" name="Google Shape;492;p58"/>
          <p:cNvSpPr txBox="1">
            <a:spLocks noGrp="1"/>
          </p:cNvSpPr>
          <p:nvPr>
            <p:ph type="title"/>
          </p:nvPr>
        </p:nvSpPr>
        <p:spPr>
          <a:xfrm>
            <a:off x="588263" y="457200"/>
            <a:ext cx="11018520" cy="983234"/>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93" name="Google Shape;493;p58"/>
          <p:cNvSpPr txBox="1">
            <a:spLocks noGrp="1"/>
          </p:cNvSpPr>
          <p:nvPr>
            <p:ph type="body" idx="1"/>
          </p:nvPr>
        </p:nvSpPr>
        <p:spPr>
          <a:xfrm>
            <a:off x="582613" y="4753938"/>
            <a:ext cx="2532888" cy="1515100"/>
          </a:xfrm>
          <a:prstGeom prst="rect">
            <a:avLst/>
          </a:prstGeom>
          <a:noFill/>
          <a:ln>
            <a:noFill/>
          </a:ln>
        </p:spPr>
        <p:txBody>
          <a:bodyPr spcFirstLastPara="1" wrap="square" lIns="0" tIns="0" rIns="0" bIns="0" anchor="t" anchorCtr="0">
            <a:spAutoFit/>
          </a:bodyPr>
          <a:lstStyle>
            <a:lvl1pPr marL="457200" lvl="0" indent="-228600" algn="l">
              <a:lnSpc>
                <a:spcPct val="100000"/>
              </a:lnSpc>
              <a:spcBef>
                <a:spcPts val="0"/>
              </a:spcBef>
              <a:spcAft>
                <a:spcPts val="0"/>
              </a:spcAft>
              <a:buClr>
                <a:schemeClr val="dk1"/>
              </a:buClr>
              <a:buSzPts val="1620"/>
              <a:buNone/>
              <a:defRPr sz="1800">
                <a:latin typeface="Quattrocento Sans"/>
                <a:ea typeface="Quattrocento Sans"/>
                <a:cs typeface="Quattrocento Sans"/>
                <a:sym typeface="Quattrocento Sans"/>
              </a:defRPr>
            </a:lvl1pPr>
            <a:lvl2pPr marL="914400" lvl="1" indent="-331469" algn="l">
              <a:lnSpc>
                <a:spcPct val="100000"/>
              </a:lnSpc>
              <a:spcBef>
                <a:spcPts val="360"/>
              </a:spcBef>
              <a:spcAft>
                <a:spcPts val="0"/>
              </a:spcAft>
              <a:buClr>
                <a:schemeClr val="dk1"/>
              </a:buClr>
              <a:buSzPts val="1620"/>
              <a:buChar char="·"/>
              <a:defRPr/>
            </a:lvl2pPr>
            <a:lvl3pPr marL="1371600" lvl="2" indent="-331469" algn="l">
              <a:lnSpc>
                <a:spcPct val="100000"/>
              </a:lnSpc>
              <a:spcBef>
                <a:spcPts val="360"/>
              </a:spcBef>
              <a:spcAft>
                <a:spcPts val="0"/>
              </a:spcAft>
              <a:buClr>
                <a:schemeClr val="dk1"/>
              </a:buClr>
              <a:buSzPts val="1620"/>
              <a:buChar char="·"/>
              <a:defRPr/>
            </a:lvl3pPr>
            <a:lvl4pPr marL="1828800" lvl="3" indent="-331469" algn="l">
              <a:lnSpc>
                <a:spcPct val="100000"/>
              </a:lnSpc>
              <a:spcBef>
                <a:spcPts val="360"/>
              </a:spcBef>
              <a:spcAft>
                <a:spcPts val="0"/>
              </a:spcAft>
              <a:buClr>
                <a:schemeClr val="dk1"/>
              </a:buClr>
              <a:buSzPts val="1620"/>
              <a:buChar char="·"/>
              <a:defRPr/>
            </a:lvl4pPr>
            <a:lvl5pPr marL="2286000" lvl="4" indent="-331470" algn="l">
              <a:lnSpc>
                <a:spcPct val="100000"/>
              </a:lnSpc>
              <a:spcBef>
                <a:spcPts val="360"/>
              </a:spcBef>
              <a:spcAft>
                <a:spcPts val="0"/>
              </a:spcAft>
              <a:buClr>
                <a:schemeClr val="dk1"/>
              </a:buClr>
              <a:buSzPts val="162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pic>
        <p:nvPicPr>
          <p:cNvPr id="494" name="Google Shape;494;p58" descr="This photo is a 'placeholder' only. Drag or drop your photo here, or click and tap the center to insert a photo."/>
          <p:cNvPicPr preferRelativeResize="0">
            <a:picLocks noGrp="1"/>
          </p:cNvPicPr>
          <p:nvPr>
            <p:ph type="pic" idx="2"/>
          </p:nvPr>
        </p:nvPicPr>
        <p:blipFill/>
        <p:spPr>
          <a:xfrm>
            <a:off x="582612" y="2025650"/>
            <a:ext cx="2532888" cy="2532888"/>
          </a:xfrm>
          <a:prstGeom prst="rect">
            <a:avLst/>
          </a:prstGeom>
          <a:blipFill rotWithShape="1">
            <a:blip r:embed="rId2">
              <a:alphaModFix/>
            </a:blip>
            <a:stretch>
              <a:fillRect/>
            </a:stretch>
          </a:blipFill>
          <a:ln>
            <a:noFill/>
          </a:ln>
        </p:spPr>
      </p:pic>
      <p:sp>
        <p:nvSpPr>
          <p:cNvPr id="495" name="Google Shape;495;p58"/>
          <p:cNvSpPr txBox="1">
            <a:spLocks noGrp="1"/>
          </p:cNvSpPr>
          <p:nvPr>
            <p:ph type="body" idx="3"/>
          </p:nvPr>
        </p:nvSpPr>
        <p:spPr>
          <a:xfrm>
            <a:off x="3413908" y="4753938"/>
            <a:ext cx="2532888" cy="1515100"/>
          </a:xfrm>
          <a:prstGeom prst="rect">
            <a:avLst/>
          </a:prstGeom>
          <a:noFill/>
          <a:ln>
            <a:noFill/>
          </a:ln>
        </p:spPr>
        <p:txBody>
          <a:bodyPr spcFirstLastPara="1" wrap="square" lIns="0" tIns="0" rIns="0" bIns="0" anchor="t" anchorCtr="0">
            <a:spAutoFit/>
          </a:bodyPr>
          <a:lstStyle>
            <a:lvl1pPr marL="457200" lvl="0" indent="-228600" algn="l">
              <a:lnSpc>
                <a:spcPct val="100000"/>
              </a:lnSpc>
              <a:spcBef>
                <a:spcPts val="0"/>
              </a:spcBef>
              <a:spcAft>
                <a:spcPts val="0"/>
              </a:spcAft>
              <a:buClr>
                <a:schemeClr val="dk1"/>
              </a:buClr>
              <a:buSzPts val="1620"/>
              <a:buNone/>
              <a:defRPr sz="1800">
                <a:latin typeface="Quattrocento Sans"/>
                <a:ea typeface="Quattrocento Sans"/>
                <a:cs typeface="Quattrocento Sans"/>
                <a:sym typeface="Quattrocento Sans"/>
              </a:defRPr>
            </a:lvl1pPr>
            <a:lvl2pPr marL="914400" lvl="1" indent="-331469" algn="l">
              <a:lnSpc>
                <a:spcPct val="100000"/>
              </a:lnSpc>
              <a:spcBef>
                <a:spcPts val="360"/>
              </a:spcBef>
              <a:spcAft>
                <a:spcPts val="0"/>
              </a:spcAft>
              <a:buClr>
                <a:schemeClr val="dk1"/>
              </a:buClr>
              <a:buSzPts val="1620"/>
              <a:buChar char="·"/>
              <a:defRPr/>
            </a:lvl2pPr>
            <a:lvl3pPr marL="1371600" lvl="2" indent="-331469" algn="l">
              <a:lnSpc>
                <a:spcPct val="100000"/>
              </a:lnSpc>
              <a:spcBef>
                <a:spcPts val="360"/>
              </a:spcBef>
              <a:spcAft>
                <a:spcPts val="0"/>
              </a:spcAft>
              <a:buClr>
                <a:schemeClr val="dk1"/>
              </a:buClr>
              <a:buSzPts val="1620"/>
              <a:buChar char="·"/>
              <a:defRPr/>
            </a:lvl3pPr>
            <a:lvl4pPr marL="1828800" lvl="3" indent="-331469" algn="l">
              <a:lnSpc>
                <a:spcPct val="100000"/>
              </a:lnSpc>
              <a:spcBef>
                <a:spcPts val="360"/>
              </a:spcBef>
              <a:spcAft>
                <a:spcPts val="0"/>
              </a:spcAft>
              <a:buClr>
                <a:schemeClr val="dk1"/>
              </a:buClr>
              <a:buSzPts val="1620"/>
              <a:buChar char="·"/>
              <a:defRPr/>
            </a:lvl4pPr>
            <a:lvl5pPr marL="2286000" lvl="4" indent="-331470" algn="l">
              <a:lnSpc>
                <a:spcPct val="100000"/>
              </a:lnSpc>
              <a:spcBef>
                <a:spcPts val="360"/>
              </a:spcBef>
              <a:spcAft>
                <a:spcPts val="0"/>
              </a:spcAft>
              <a:buClr>
                <a:schemeClr val="dk1"/>
              </a:buClr>
              <a:buSzPts val="162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pic>
        <p:nvPicPr>
          <p:cNvPr id="496" name="Google Shape;496;p58" descr="This photo is a 'placeholder' only. Drag or drop your photo here, or click and tap the center to insert a photo."/>
          <p:cNvPicPr preferRelativeResize="0">
            <a:picLocks noGrp="1"/>
          </p:cNvPicPr>
          <p:nvPr>
            <p:ph type="pic" idx="4"/>
          </p:nvPr>
        </p:nvPicPr>
        <p:blipFill/>
        <p:spPr>
          <a:xfrm>
            <a:off x="3413908" y="2025650"/>
            <a:ext cx="2532888" cy="2532888"/>
          </a:xfrm>
          <a:prstGeom prst="rect">
            <a:avLst/>
          </a:prstGeom>
          <a:blipFill rotWithShape="1">
            <a:blip r:embed="rId3">
              <a:alphaModFix/>
            </a:blip>
            <a:stretch>
              <a:fillRect/>
            </a:stretch>
          </a:blipFill>
          <a:ln>
            <a:noFill/>
          </a:ln>
        </p:spPr>
      </p:pic>
      <p:sp>
        <p:nvSpPr>
          <p:cNvPr id="497" name="Google Shape;497;p58"/>
          <p:cNvSpPr txBox="1">
            <a:spLocks noGrp="1"/>
          </p:cNvSpPr>
          <p:nvPr>
            <p:ph type="body" idx="5"/>
          </p:nvPr>
        </p:nvSpPr>
        <p:spPr>
          <a:xfrm>
            <a:off x="6245204" y="4753938"/>
            <a:ext cx="2532888" cy="1515100"/>
          </a:xfrm>
          <a:prstGeom prst="rect">
            <a:avLst/>
          </a:prstGeom>
          <a:noFill/>
          <a:ln>
            <a:noFill/>
          </a:ln>
        </p:spPr>
        <p:txBody>
          <a:bodyPr spcFirstLastPara="1" wrap="square" lIns="0" tIns="0" rIns="0" bIns="0" anchor="t" anchorCtr="0">
            <a:spAutoFit/>
          </a:bodyPr>
          <a:lstStyle>
            <a:lvl1pPr marL="457200" lvl="0" indent="-228600" algn="l">
              <a:lnSpc>
                <a:spcPct val="100000"/>
              </a:lnSpc>
              <a:spcBef>
                <a:spcPts val="0"/>
              </a:spcBef>
              <a:spcAft>
                <a:spcPts val="0"/>
              </a:spcAft>
              <a:buClr>
                <a:schemeClr val="dk1"/>
              </a:buClr>
              <a:buSzPts val="1620"/>
              <a:buNone/>
              <a:defRPr sz="1800">
                <a:latin typeface="Quattrocento Sans"/>
                <a:ea typeface="Quattrocento Sans"/>
                <a:cs typeface="Quattrocento Sans"/>
                <a:sym typeface="Quattrocento Sans"/>
              </a:defRPr>
            </a:lvl1pPr>
            <a:lvl2pPr marL="914400" lvl="1" indent="-331469" algn="l">
              <a:lnSpc>
                <a:spcPct val="100000"/>
              </a:lnSpc>
              <a:spcBef>
                <a:spcPts val="360"/>
              </a:spcBef>
              <a:spcAft>
                <a:spcPts val="0"/>
              </a:spcAft>
              <a:buClr>
                <a:schemeClr val="dk1"/>
              </a:buClr>
              <a:buSzPts val="1620"/>
              <a:buChar char="·"/>
              <a:defRPr/>
            </a:lvl2pPr>
            <a:lvl3pPr marL="1371600" lvl="2" indent="-331469" algn="l">
              <a:lnSpc>
                <a:spcPct val="100000"/>
              </a:lnSpc>
              <a:spcBef>
                <a:spcPts val="360"/>
              </a:spcBef>
              <a:spcAft>
                <a:spcPts val="0"/>
              </a:spcAft>
              <a:buClr>
                <a:schemeClr val="dk1"/>
              </a:buClr>
              <a:buSzPts val="1620"/>
              <a:buChar char="·"/>
              <a:defRPr/>
            </a:lvl3pPr>
            <a:lvl4pPr marL="1828800" lvl="3" indent="-331469" algn="l">
              <a:lnSpc>
                <a:spcPct val="100000"/>
              </a:lnSpc>
              <a:spcBef>
                <a:spcPts val="360"/>
              </a:spcBef>
              <a:spcAft>
                <a:spcPts val="0"/>
              </a:spcAft>
              <a:buClr>
                <a:schemeClr val="dk1"/>
              </a:buClr>
              <a:buSzPts val="1620"/>
              <a:buChar char="·"/>
              <a:defRPr/>
            </a:lvl4pPr>
            <a:lvl5pPr marL="2286000" lvl="4" indent="-331470" algn="l">
              <a:lnSpc>
                <a:spcPct val="100000"/>
              </a:lnSpc>
              <a:spcBef>
                <a:spcPts val="360"/>
              </a:spcBef>
              <a:spcAft>
                <a:spcPts val="0"/>
              </a:spcAft>
              <a:buClr>
                <a:schemeClr val="dk1"/>
              </a:buClr>
              <a:buSzPts val="162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pic>
        <p:nvPicPr>
          <p:cNvPr id="498" name="Google Shape;498;p58" descr="This photo is a 'placeholder' only. Drag or drop your photo here, or click and tap the center to insert a photo."/>
          <p:cNvPicPr preferRelativeResize="0">
            <a:picLocks noGrp="1"/>
          </p:cNvPicPr>
          <p:nvPr>
            <p:ph type="pic" idx="6"/>
          </p:nvPr>
        </p:nvPicPr>
        <p:blipFill/>
        <p:spPr>
          <a:xfrm>
            <a:off x="6245204" y="2025650"/>
            <a:ext cx="2532888" cy="2532888"/>
          </a:xfrm>
          <a:prstGeom prst="rect">
            <a:avLst/>
          </a:prstGeom>
          <a:blipFill rotWithShape="1">
            <a:blip r:embed="rId4">
              <a:alphaModFix/>
            </a:blip>
            <a:stretch>
              <a:fillRect/>
            </a:stretch>
          </a:blipFill>
          <a:ln>
            <a:noFill/>
          </a:ln>
        </p:spPr>
      </p:pic>
      <p:sp>
        <p:nvSpPr>
          <p:cNvPr id="499" name="Google Shape;499;p58"/>
          <p:cNvSpPr txBox="1">
            <a:spLocks noGrp="1"/>
          </p:cNvSpPr>
          <p:nvPr>
            <p:ph type="body" idx="7"/>
          </p:nvPr>
        </p:nvSpPr>
        <p:spPr>
          <a:xfrm>
            <a:off x="9076500" y="4753938"/>
            <a:ext cx="2532888" cy="1515100"/>
          </a:xfrm>
          <a:prstGeom prst="rect">
            <a:avLst/>
          </a:prstGeom>
          <a:noFill/>
          <a:ln>
            <a:noFill/>
          </a:ln>
        </p:spPr>
        <p:txBody>
          <a:bodyPr spcFirstLastPara="1" wrap="square" lIns="0" tIns="0" rIns="0" bIns="0" anchor="t" anchorCtr="0">
            <a:spAutoFit/>
          </a:bodyPr>
          <a:lstStyle>
            <a:lvl1pPr marL="457200" lvl="0" indent="-228600" algn="l">
              <a:lnSpc>
                <a:spcPct val="100000"/>
              </a:lnSpc>
              <a:spcBef>
                <a:spcPts val="0"/>
              </a:spcBef>
              <a:spcAft>
                <a:spcPts val="0"/>
              </a:spcAft>
              <a:buClr>
                <a:schemeClr val="dk1"/>
              </a:buClr>
              <a:buSzPts val="1620"/>
              <a:buNone/>
              <a:defRPr sz="1800">
                <a:latin typeface="Quattrocento Sans"/>
                <a:ea typeface="Quattrocento Sans"/>
                <a:cs typeface="Quattrocento Sans"/>
                <a:sym typeface="Quattrocento Sans"/>
              </a:defRPr>
            </a:lvl1pPr>
            <a:lvl2pPr marL="914400" lvl="1" indent="-331469" algn="l">
              <a:lnSpc>
                <a:spcPct val="100000"/>
              </a:lnSpc>
              <a:spcBef>
                <a:spcPts val="360"/>
              </a:spcBef>
              <a:spcAft>
                <a:spcPts val="0"/>
              </a:spcAft>
              <a:buClr>
                <a:schemeClr val="dk1"/>
              </a:buClr>
              <a:buSzPts val="1620"/>
              <a:buChar char="·"/>
              <a:defRPr/>
            </a:lvl2pPr>
            <a:lvl3pPr marL="1371600" lvl="2" indent="-331469" algn="l">
              <a:lnSpc>
                <a:spcPct val="100000"/>
              </a:lnSpc>
              <a:spcBef>
                <a:spcPts val="360"/>
              </a:spcBef>
              <a:spcAft>
                <a:spcPts val="0"/>
              </a:spcAft>
              <a:buClr>
                <a:schemeClr val="dk1"/>
              </a:buClr>
              <a:buSzPts val="1620"/>
              <a:buChar char="·"/>
              <a:defRPr/>
            </a:lvl3pPr>
            <a:lvl4pPr marL="1828800" lvl="3" indent="-331469" algn="l">
              <a:lnSpc>
                <a:spcPct val="100000"/>
              </a:lnSpc>
              <a:spcBef>
                <a:spcPts val="360"/>
              </a:spcBef>
              <a:spcAft>
                <a:spcPts val="0"/>
              </a:spcAft>
              <a:buClr>
                <a:schemeClr val="dk1"/>
              </a:buClr>
              <a:buSzPts val="1620"/>
              <a:buChar char="·"/>
              <a:defRPr/>
            </a:lvl4pPr>
            <a:lvl5pPr marL="2286000" lvl="4" indent="-331470" algn="l">
              <a:lnSpc>
                <a:spcPct val="100000"/>
              </a:lnSpc>
              <a:spcBef>
                <a:spcPts val="360"/>
              </a:spcBef>
              <a:spcAft>
                <a:spcPts val="0"/>
              </a:spcAft>
              <a:buClr>
                <a:schemeClr val="dk1"/>
              </a:buClr>
              <a:buSzPts val="162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pic>
        <p:nvPicPr>
          <p:cNvPr id="500" name="Google Shape;500;p58" descr="This photo is a 'placeholder' only. Drag or drop your photo here, or click and tap the center to insert a photo."/>
          <p:cNvPicPr preferRelativeResize="0">
            <a:picLocks noGrp="1"/>
          </p:cNvPicPr>
          <p:nvPr>
            <p:ph type="pic" idx="8"/>
          </p:nvPr>
        </p:nvPicPr>
        <p:blipFill/>
        <p:spPr>
          <a:xfrm>
            <a:off x="9073895" y="2025650"/>
            <a:ext cx="2532888" cy="2532888"/>
          </a:xfrm>
          <a:prstGeom prst="rect">
            <a:avLst/>
          </a:prstGeom>
          <a:blipFill rotWithShape="1">
            <a:blip r:embed="rId5">
              <a:alphaModFix/>
            </a:blip>
            <a:stretch>
              <a:fillRect/>
            </a:stretch>
          </a:blipFill>
          <a:ln>
            <a:noFill/>
          </a:ln>
        </p:spPr>
      </p:pic>
      <p:sp>
        <p:nvSpPr>
          <p:cNvPr id="501" name="Google Shape;501;p58"/>
          <p:cNvSpPr txBox="1"/>
          <p:nvPr/>
        </p:nvSpPr>
        <p:spPr>
          <a:xfrm>
            <a:off x="12355721" y="-203944"/>
            <a:ext cx="577081" cy="153888"/>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00">
                <a:solidFill>
                  <a:srgbClr val="A3A3A3"/>
                </a:solidFill>
                <a:latin typeface="Quattrocento Sans"/>
                <a:ea typeface="Quattrocento Sans"/>
                <a:cs typeface="Quattrocento Sans"/>
                <a:sym typeface="Quattrocento Sans"/>
              </a:rPr>
              <a:t>ELT layout</a:t>
            </a:r>
            <a:endParaRPr/>
          </a:p>
        </p:txBody>
      </p:sp>
    </p:spTree>
  </p:cSld>
  <p:clrMapOvr>
    <a:masterClrMapping/>
  </p:clrMapOvr>
  <p:transition>
    <p:fade/>
  </p:transition>
  <p:extLst>
    <p:ext uri="{DCECCB84-F9BA-43D5-87BE-67443E8EF086}">
      <p15:sldGuideLst xmlns:p15="http://schemas.microsoft.com/office/powerpoint/2012/main">
        <p15:guide id="1" orient="horz" pos="2993">
          <p15:clr>
            <a:srgbClr val="5ACBF0"/>
          </p15:clr>
        </p15:guide>
        <p15:guide id="2" orient="horz" pos="1276">
          <p15:clr>
            <a:srgbClr val="5ACBF0"/>
          </p15:clr>
        </p15:guide>
        <p15:guide id="3" orient="horz" pos="288">
          <p15:clr>
            <a:srgbClr val="5ACBF0"/>
          </p15:clr>
        </p15:guide>
        <p15:guide id="4" pos="1963">
          <p15:clr>
            <a:srgbClr val="5ACBF0"/>
          </p15:clr>
        </p15:guide>
        <p15:guide id="5" pos="2150">
          <p15:clr>
            <a:srgbClr val="5ACBF0"/>
          </p15:clr>
        </p15:guide>
        <p15:guide id="6" pos="3746">
          <p15:clr>
            <a:srgbClr val="5ACBF0"/>
          </p15:clr>
        </p15:guide>
        <p15:guide id="7" pos="3934">
          <p15:clr>
            <a:srgbClr val="5ACBF0"/>
          </p15:clr>
        </p15:guide>
        <p15:guide id="8" pos="5530">
          <p15:clr>
            <a:srgbClr val="5ACBF0"/>
          </p15:clr>
        </p15:guide>
        <p15:guide id="9" pos="5716">
          <p15:clr>
            <a:srgbClr val="5ACBF0"/>
          </p15:clr>
        </p15:guide>
        <p15:guide id="10" orient="horz" pos="2870">
          <p15:clr>
            <a:srgbClr val="5ACBF0"/>
          </p15:clr>
        </p15:guide>
      </p15:sldGuideLst>
    </p:ext>
  </p:extLst>
</p:sldLayout>
</file>

<file path=ppt/slideLayouts/slideLayout58.xml><?xml version="1.0" encoding="utf-8"?>
<p:sldLayout xmlns:a="http://schemas.openxmlformats.org/drawingml/2006/main" xmlns:r="http://schemas.openxmlformats.org/officeDocument/2006/relationships" xmlns:p="http://schemas.openxmlformats.org/presentationml/2006/main" matchingName="Two filmstrip photos">
  <p:cSld name="Two filmstrip photos">
    <p:spTree>
      <p:nvGrpSpPr>
        <p:cNvPr id="1" name="Shape 502"/>
        <p:cNvGrpSpPr/>
        <p:nvPr/>
      </p:nvGrpSpPr>
      <p:grpSpPr>
        <a:xfrm>
          <a:off x="0" y="0"/>
          <a:ext cx="0" cy="0"/>
          <a:chOff x="0" y="0"/>
          <a:chExt cx="0" cy="0"/>
        </a:xfrm>
      </p:grpSpPr>
      <p:sp>
        <p:nvSpPr>
          <p:cNvPr id="503" name="Google Shape;503;p59"/>
          <p:cNvSpPr txBox="1">
            <a:spLocks noGrp="1"/>
          </p:cNvSpPr>
          <p:nvPr>
            <p:ph type="title"/>
          </p:nvPr>
        </p:nvSpPr>
        <p:spPr>
          <a:xfrm>
            <a:off x="588263" y="585788"/>
            <a:ext cx="11018520" cy="1115568"/>
          </a:xfrm>
          <a:prstGeom prst="rect">
            <a:avLst/>
          </a:prstGeom>
          <a:noFill/>
          <a:ln>
            <a:noFill/>
          </a:ln>
        </p:spPr>
        <p:txBody>
          <a:bodyPr spcFirstLastPara="1" wrap="square" lIns="0" tIns="0" rIns="0" bIns="0" anchor="ctr" anchorCtr="0">
            <a:spAutoFit/>
          </a:bodyPr>
          <a:lstStyle>
            <a:lvl1pPr lvl="0" algn="ctr">
              <a:lnSpc>
                <a:spcPct val="100000"/>
              </a:lnSpc>
              <a:spcBef>
                <a:spcPts val="0"/>
              </a:spcBef>
              <a:spcAft>
                <a:spcPts val="0"/>
              </a:spcAft>
              <a:buClr>
                <a:schemeClr val="dk1"/>
              </a:buClr>
              <a:buSzPts val="3600"/>
              <a:buFont typeface="Quattrocento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04" name="Google Shape;504;p59"/>
          <p:cNvSpPr txBox="1">
            <a:spLocks noGrp="1"/>
          </p:cNvSpPr>
          <p:nvPr>
            <p:ph type="body" idx="1"/>
          </p:nvPr>
        </p:nvSpPr>
        <p:spPr>
          <a:xfrm>
            <a:off x="585216" y="5334000"/>
            <a:ext cx="4892040" cy="935037"/>
          </a:xfrm>
          <a:prstGeom prst="rect">
            <a:avLst/>
          </a:prstGeom>
          <a:noFill/>
          <a:ln>
            <a:noFill/>
          </a:ln>
        </p:spPr>
        <p:txBody>
          <a:bodyPr spcFirstLastPara="1" wrap="square" lIns="0" tIns="0" rIns="0" bIns="0" anchor="t" anchorCtr="0">
            <a:spAutoFit/>
          </a:bodyPr>
          <a:lstStyle>
            <a:lvl1pPr marL="457200" lvl="0" indent="-228600" algn="ctr">
              <a:lnSpc>
                <a:spcPct val="100000"/>
              </a:lnSpc>
              <a:spcBef>
                <a:spcPts val="0"/>
              </a:spcBef>
              <a:spcAft>
                <a:spcPts val="0"/>
              </a:spcAft>
              <a:buClr>
                <a:schemeClr val="dk1"/>
              </a:buClr>
              <a:buSzPts val="1620"/>
              <a:buNone/>
              <a:defRPr sz="1800">
                <a:latin typeface="Quattrocento Sans"/>
                <a:ea typeface="Quattrocento Sans"/>
                <a:cs typeface="Quattrocento Sans"/>
                <a:sym typeface="Quattrocento Sans"/>
              </a:defRPr>
            </a:lvl1pPr>
            <a:lvl2pPr marL="914400" lvl="1" indent="-331469" algn="l">
              <a:lnSpc>
                <a:spcPct val="100000"/>
              </a:lnSpc>
              <a:spcBef>
                <a:spcPts val="360"/>
              </a:spcBef>
              <a:spcAft>
                <a:spcPts val="0"/>
              </a:spcAft>
              <a:buClr>
                <a:schemeClr val="dk1"/>
              </a:buClr>
              <a:buSzPts val="1620"/>
              <a:buChar char="·"/>
              <a:defRPr/>
            </a:lvl2pPr>
            <a:lvl3pPr marL="1371600" lvl="2" indent="-331469" algn="l">
              <a:lnSpc>
                <a:spcPct val="100000"/>
              </a:lnSpc>
              <a:spcBef>
                <a:spcPts val="360"/>
              </a:spcBef>
              <a:spcAft>
                <a:spcPts val="0"/>
              </a:spcAft>
              <a:buClr>
                <a:schemeClr val="dk1"/>
              </a:buClr>
              <a:buSzPts val="1620"/>
              <a:buChar char="·"/>
              <a:defRPr/>
            </a:lvl3pPr>
            <a:lvl4pPr marL="1828800" lvl="3" indent="-331469" algn="l">
              <a:lnSpc>
                <a:spcPct val="100000"/>
              </a:lnSpc>
              <a:spcBef>
                <a:spcPts val="360"/>
              </a:spcBef>
              <a:spcAft>
                <a:spcPts val="0"/>
              </a:spcAft>
              <a:buClr>
                <a:schemeClr val="dk1"/>
              </a:buClr>
              <a:buSzPts val="1620"/>
              <a:buChar char="·"/>
              <a:defRPr/>
            </a:lvl4pPr>
            <a:lvl5pPr marL="2286000" lvl="4" indent="-331470" algn="l">
              <a:lnSpc>
                <a:spcPct val="100000"/>
              </a:lnSpc>
              <a:spcBef>
                <a:spcPts val="360"/>
              </a:spcBef>
              <a:spcAft>
                <a:spcPts val="0"/>
              </a:spcAft>
              <a:buClr>
                <a:schemeClr val="dk1"/>
              </a:buClr>
              <a:buSzPts val="162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pic>
        <p:nvPicPr>
          <p:cNvPr id="505" name="Google Shape;505;p59" descr="This photo is a 'placeholder' only. Drag or drop your photo here, or click and tap the center to insert a photo."/>
          <p:cNvPicPr preferRelativeResize="0">
            <a:picLocks noGrp="1"/>
          </p:cNvPicPr>
          <p:nvPr>
            <p:ph type="pic" idx="2"/>
          </p:nvPr>
        </p:nvPicPr>
        <p:blipFill/>
        <p:spPr>
          <a:xfrm>
            <a:off x="0" y="2286000"/>
            <a:ext cx="6062472" cy="2807208"/>
          </a:xfrm>
          <a:prstGeom prst="rect">
            <a:avLst/>
          </a:prstGeom>
          <a:blipFill rotWithShape="1">
            <a:blip r:embed="rId2">
              <a:alphaModFix/>
            </a:blip>
            <a:stretch>
              <a:fillRect/>
            </a:stretch>
          </a:blipFill>
          <a:ln>
            <a:noFill/>
          </a:ln>
        </p:spPr>
      </p:pic>
      <p:sp>
        <p:nvSpPr>
          <p:cNvPr id="506" name="Google Shape;506;p59"/>
          <p:cNvSpPr txBox="1">
            <a:spLocks noGrp="1"/>
          </p:cNvSpPr>
          <p:nvPr>
            <p:ph type="body" idx="3"/>
          </p:nvPr>
        </p:nvSpPr>
        <p:spPr>
          <a:xfrm>
            <a:off x="6714744" y="5334000"/>
            <a:ext cx="4892040" cy="938212"/>
          </a:xfrm>
          <a:prstGeom prst="rect">
            <a:avLst/>
          </a:prstGeom>
          <a:noFill/>
          <a:ln>
            <a:noFill/>
          </a:ln>
        </p:spPr>
        <p:txBody>
          <a:bodyPr spcFirstLastPara="1" wrap="square" lIns="0" tIns="0" rIns="0" bIns="0" anchor="t" anchorCtr="0">
            <a:spAutoFit/>
          </a:bodyPr>
          <a:lstStyle>
            <a:lvl1pPr marL="457200" lvl="0" indent="-228600" algn="ctr">
              <a:lnSpc>
                <a:spcPct val="100000"/>
              </a:lnSpc>
              <a:spcBef>
                <a:spcPts val="0"/>
              </a:spcBef>
              <a:spcAft>
                <a:spcPts val="0"/>
              </a:spcAft>
              <a:buClr>
                <a:schemeClr val="dk1"/>
              </a:buClr>
              <a:buSzPts val="1620"/>
              <a:buNone/>
              <a:defRPr sz="1800">
                <a:latin typeface="Quattrocento Sans"/>
                <a:ea typeface="Quattrocento Sans"/>
                <a:cs typeface="Quattrocento Sans"/>
                <a:sym typeface="Quattrocento Sans"/>
              </a:defRPr>
            </a:lvl1pPr>
            <a:lvl2pPr marL="914400" lvl="1" indent="-331469" algn="l">
              <a:lnSpc>
                <a:spcPct val="100000"/>
              </a:lnSpc>
              <a:spcBef>
                <a:spcPts val="360"/>
              </a:spcBef>
              <a:spcAft>
                <a:spcPts val="0"/>
              </a:spcAft>
              <a:buClr>
                <a:schemeClr val="dk1"/>
              </a:buClr>
              <a:buSzPts val="1620"/>
              <a:buChar char="·"/>
              <a:defRPr/>
            </a:lvl2pPr>
            <a:lvl3pPr marL="1371600" lvl="2" indent="-331469" algn="l">
              <a:lnSpc>
                <a:spcPct val="100000"/>
              </a:lnSpc>
              <a:spcBef>
                <a:spcPts val="360"/>
              </a:spcBef>
              <a:spcAft>
                <a:spcPts val="0"/>
              </a:spcAft>
              <a:buClr>
                <a:schemeClr val="dk1"/>
              </a:buClr>
              <a:buSzPts val="1620"/>
              <a:buChar char="·"/>
              <a:defRPr/>
            </a:lvl3pPr>
            <a:lvl4pPr marL="1828800" lvl="3" indent="-331469" algn="l">
              <a:lnSpc>
                <a:spcPct val="100000"/>
              </a:lnSpc>
              <a:spcBef>
                <a:spcPts val="360"/>
              </a:spcBef>
              <a:spcAft>
                <a:spcPts val="0"/>
              </a:spcAft>
              <a:buClr>
                <a:schemeClr val="dk1"/>
              </a:buClr>
              <a:buSzPts val="1620"/>
              <a:buChar char="·"/>
              <a:defRPr/>
            </a:lvl4pPr>
            <a:lvl5pPr marL="2286000" lvl="4" indent="-331470" algn="l">
              <a:lnSpc>
                <a:spcPct val="100000"/>
              </a:lnSpc>
              <a:spcBef>
                <a:spcPts val="360"/>
              </a:spcBef>
              <a:spcAft>
                <a:spcPts val="0"/>
              </a:spcAft>
              <a:buClr>
                <a:schemeClr val="dk1"/>
              </a:buClr>
              <a:buSzPts val="162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pic>
        <p:nvPicPr>
          <p:cNvPr id="507" name="Google Shape;507;p59" descr="This photo is a 'placeholder' only. Drag or drop your photo here, or click and tap the center to insert a photo."/>
          <p:cNvPicPr preferRelativeResize="0">
            <a:picLocks noGrp="1"/>
          </p:cNvPicPr>
          <p:nvPr>
            <p:ph type="pic" idx="4"/>
          </p:nvPr>
        </p:nvPicPr>
        <p:blipFill/>
        <p:spPr>
          <a:xfrm>
            <a:off x="6129528" y="2286000"/>
            <a:ext cx="6062472" cy="2807208"/>
          </a:xfrm>
          <a:prstGeom prst="rect">
            <a:avLst/>
          </a:prstGeom>
          <a:blipFill rotWithShape="1">
            <a:blip r:embed="rId3">
              <a:alphaModFix/>
            </a:blip>
            <a:stretch>
              <a:fillRect/>
            </a:stretch>
          </a:blipFill>
          <a:ln>
            <a:noFill/>
          </a:ln>
        </p:spPr>
      </p:pic>
      <p:sp>
        <p:nvSpPr>
          <p:cNvPr id="508" name="Google Shape;508;p59"/>
          <p:cNvSpPr txBox="1"/>
          <p:nvPr/>
        </p:nvSpPr>
        <p:spPr>
          <a:xfrm>
            <a:off x="12355721" y="-203944"/>
            <a:ext cx="577081" cy="153888"/>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00">
                <a:solidFill>
                  <a:srgbClr val="A3A3A3"/>
                </a:solidFill>
                <a:latin typeface="Quattrocento Sans"/>
                <a:ea typeface="Quattrocento Sans"/>
                <a:cs typeface="Quattrocento Sans"/>
                <a:sym typeface="Quattrocento Sans"/>
              </a:rPr>
              <a:t>ELT layout</a:t>
            </a:r>
            <a:endParaRPr/>
          </a:p>
        </p:txBody>
      </p:sp>
    </p:spTree>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1440">
          <p15:clr>
            <a:srgbClr val="5ACBF0"/>
          </p15:clr>
        </p15:guide>
        <p15:guide id="3" orient="horz" pos="3209">
          <p15:clr>
            <a:srgbClr val="5ACBF0"/>
          </p15:clr>
        </p15:guide>
        <p15:guide id="4" pos="3826">
          <p15:clr>
            <a:srgbClr val="5ACBF0"/>
          </p15:clr>
        </p15:guide>
        <p15:guide id="5" pos="3859">
          <p15:clr>
            <a:srgbClr val="5ACBF0"/>
          </p15:clr>
        </p15:guide>
        <p15:guide id="6" pos="1910">
          <p15:clr>
            <a:srgbClr val="5ACBF0"/>
          </p15:clr>
        </p15:guide>
        <p15:guide id="7" pos="5770">
          <p15:clr>
            <a:srgbClr val="5ACBF0"/>
          </p15:clr>
        </p15:guide>
        <p15:guide id="8" orient="horz" pos="3360">
          <p15:clr>
            <a:srgbClr val="5ACBF0"/>
          </p15:clr>
        </p15:guide>
        <p15:guide id="9" orient="horz">
          <p15:clr>
            <a:srgbClr val="5ACBF0"/>
          </p15:clr>
        </p15:guide>
        <p15:guide id="10" pos="3451">
          <p15:clr>
            <a:srgbClr val="5ACBF0"/>
          </p15:clr>
        </p15:guide>
        <p15:guide id="11" pos="4229">
          <p15:clr>
            <a:srgbClr val="5ACBF0"/>
          </p15:clr>
        </p15:guide>
      </p15:sldGuideLst>
    </p:ext>
  </p:extLst>
</p:sldLayout>
</file>

<file path=ppt/slideLayouts/slideLayout59.xml><?xml version="1.0" encoding="utf-8"?>
<p:sldLayout xmlns:a="http://schemas.openxmlformats.org/drawingml/2006/main" xmlns:r="http://schemas.openxmlformats.org/officeDocument/2006/relationships" xmlns:p="http://schemas.openxmlformats.org/presentationml/2006/main" matchingName="Three filmstrip photos">
  <p:cSld name="Three filmstrip photos">
    <p:spTree>
      <p:nvGrpSpPr>
        <p:cNvPr id="1" name="Shape 509"/>
        <p:cNvGrpSpPr/>
        <p:nvPr/>
      </p:nvGrpSpPr>
      <p:grpSpPr>
        <a:xfrm>
          <a:off x="0" y="0"/>
          <a:ext cx="0" cy="0"/>
          <a:chOff x="0" y="0"/>
          <a:chExt cx="0" cy="0"/>
        </a:xfrm>
      </p:grpSpPr>
      <p:sp>
        <p:nvSpPr>
          <p:cNvPr id="510" name="Google Shape;510;p60"/>
          <p:cNvSpPr txBox="1">
            <a:spLocks noGrp="1"/>
          </p:cNvSpPr>
          <p:nvPr>
            <p:ph type="title"/>
          </p:nvPr>
        </p:nvSpPr>
        <p:spPr>
          <a:xfrm>
            <a:off x="588263" y="585787"/>
            <a:ext cx="11018520" cy="1115568"/>
          </a:xfrm>
          <a:prstGeom prst="rect">
            <a:avLst/>
          </a:prstGeom>
          <a:noFill/>
          <a:ln>
            <a:noFill/>
          </a:ln>
        </p:spPr>
        <p:txBody>
          <a:bodyPr spcFirstLastPara="1" wrap="square" lIns="0" tIns="0" rIns="0" bIns="0" anchor="ctr" anchorCtr="0">
            <a:spAutoFit/>
          </a:bodyPr>
          <a:lstStyle>
            <a:lvl1pPr lvl="0" algn="ctr">
              <a:lnSpc>
                <a:spcPct val="100000"/>
              </a:lnSpc>
              <a:spcBef>
                <a:spcPts val="0"/>
              </a:spcBef>
              <a:spcAft>
                <a:spcPts val="0"/>
              </a:spcAft>
              <a:buClr>
                <a:schemeClr val="dk1"/>
              </a:buClr>
              <a:buSzPts val="3600"/>
              <a:buFont typeface="Quattrocento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1" name="Google Shape;511;p60"/>
          <p:cNvSpPr txBox="1">
            <a:spLocks noGrp="1"/>
          </p:cNvSpPr>
          <p:nvPr>
            <p:ph type="body" idx="1"/>
          </p:nvPr>
        </p:nvSpPr>
        <p:spPr>
          <a:xfrm>
            <a:off x="585216" y="4800600"/>
            <a:ext cx="2852928" cy="1468437"/>
          </a:xfrm>
          <a:prstGeom prst="rect">
            <a:avLst/>
          </a:prstGeom>
          <a:noFill/>
          <a:ln>
            <a:noFill/>
          </a:ln>
        </p:spPr>
        <p:txBody>
          <a:bodyPr spcFirstLastPara="1" wrap="square" lIns="0" tIns="0" rIns="0" bIns="0" anchor="t" anchorCtr="0">
            <a:spAutoFit/>
          </a:bodyPr>
          <a:lstStyle>
            <a:lvl1pPr marL="457200" lvl="0" indent="-228600" algn="ctr">
              <a:lnSpc>
                <a:spcPct val="100000"/>
              </a:lnSpc>
              <a:spcBef>
                <a:spcPts val="0"/>
              </a:spcBef>
              <a:spcAft>
                <a:spcPts val="0"/>
              </a:spcAft>
              <a:buClr>
                <a:schemeClr val="dk1"/>
              </a:buClr>
              <a:buSzPts val="1620"/>
              <a:buNone/>
              <a:defRPr sz="1800">
                <a:latin typeface="Quattrocento Sans"/>
                <a:ea typeface="Quattrocento Sans"/>
                <a:cs typeface="Quattrocento Sans"/>
                <a:sym typeface="Quattrocento Sans"/>
              </a:defRPr>
            </a:lvl1pPr>
            <a:lvl2pPr marL="914400" lvl="1" indent="-331469" algn="l">
              <a:lnSpc>
                <a:spcPct val="100000"/>
              </a:lnSpc>
              <a:spcBef>
                <a:spcPts val="360"/>
              </a:spcBef>
              <a:spcAft>
                <a:spcPts val="0"/>
              </a:spcAft>
              <a:buClr>
                <a:schemeClr val="dk1"/>
              </a:buClr>
              <a:buSzPts val="1620"/>
              <a:buChar char="·"/>
              <a:defRPr/>
            </a:lvl2pPr>
            <a:lvl3pPr marL="1371600" lvl="2" indent="-331469" algn="l">
              <a:lnSpc>
                <a:spcPct val="100000"/>
              </a:lnSpc>
              <a:spcBef>
                <a:spcPts val="360"/>
              </a:spcBef>
              <a:spcAft>
                <a:spcPts val="0"/>
              </a:spcAft>
              <a:buClr>
                <a:schemeClr val="dk1"/>
              </a:buClr>
              <a:buSzPts val="1620"/>
              <a:buChar char="·"/>
              <a:defRPr/>
            </a:lvl3pPr>
            <a:lvl4pPr marL="1828800" lvl="3" indent="-331469" algn="l">
              <a:lnSpc>
                <a:spcPct val="100000"/>
              </a:lnSpc>
              <a:spcBef>
                <a:spcPts val="360"/>
              </a:spcBef>
              <a:spcAft>
                <a:spcPts val="0"/>
              </a:spcAft>
              <a:buClr>
                <a:schemeClr val="dk1"/>
              </a:buClr>
              <a:buSzPts val="1620"/>
              <a:buChar char="·"/>
              <a:defRPr/>
            </a:lvl4pPr>
            <a:lvl5pPr marL="2286000" lvl="4" indent="-331470" algn="l">
              <a:lnSpc>
                <a:spcPct val="100000"/>
              </a:lnSpc>
              <a:spcBef>
                <a:spcPts val="360"/>
              </a:spcBef>
              <a:spcAft>
                <a:spcPts val="0"/>
              </a:spcAft>
              <a:buClr>
                <a:schemeClr val="dk1"/>
              </a:buClr>
              <a:buSzPts val="162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pic>
        <p:nvPicPr>
          <p:cNvPr id="512" name="Google Shape;512;p60" descr="This photo is a 'placeholder' only. Drag or drop your photo here, or click and tap the center to insert a photo."/>
          <p:cNvPicPr preferRelativeResize="0">
            <a:picLocks noGrp="1"/>
          </p:cNvPicPr>
          <p:nvPr>
            <p:ph type="pic" idx="2"/>
          </p:nvPr>
        </p:nvPicPr>
        <p:blipFill/>
        <p:spPr>
          <a:xfrm>
            <a:off x="0" y="2286000"/>
            <a:ext cx="4023360" cy="2286000"/>
          </a:xfrm>
          <a:prstGeom prst="rect">
            <a:avLst/>
          </a:prstGeom>
          <a:blipFill rotWithShape="1">
            <a:blip r:embed="rId2">
              <a:alphaModFix/>
            </a:blip>
            <a:stretch>
              <a:fillRect/>
            </a:stretch>
          </a:blipFill>
          <a:ln>
            <a:noFill/>
          </a:ln>
        </p:spPr>
      </p:pic>
      <p:sp>
        <p:nvSpPr>
          <p:cNvPr id="513" name="Google Shape;513;p60"/>
          <p:cNvSpPr txBox="1">
            <a:spLocks noGrp="1"/>
          </p:cNvSpPr>
          <p:nvPr>
            <p:ph type="body" idx="3"/>
          </p:nvPr>
        </p:nvSpPr>
        <p:spPr>
          <a:xfrm>
            <a:off x="4669536" y="4799409"/>
            <a:ext cx="2852928" cy="1472803"/>
          </a:xfrm>
          <a:prstGeom prst="rect">
            <a:avLst/>
          </a:prstGeom>
          <a:noFill/>
          <a:ln>
            <a:noFill/>
          </a:ln>
        </p:spPr>
        <p:txBody>
          <a:bodyPr spcFirstLastPara="1" wrap="square" lIns="0" tIns="0" rIns="0" bIns="0" anchor="t" anchorCtr="0">
            <a:spAutoFit/>
          </a:bodyPr>
          <a:lstStyle>
            <a:lvl1pPr marL="457200" lvl="0" indent="-228600" algn="ctr">
              <a:lnSpc>
                <a:spcPct val="100000"/>
              </a:lnSpc>
              <a:spcBef>
                <a:spcPts val="0"/>
              </a:spcBef>
              <a:spcAft>
                <a:spcPts val="0"/>
              </a:spcAft>
              <a:buClr>
                <a:schemeClr val="dk1"/>
              </a:buClr>
              <a:buSzPts val="1620"/>
              <a:buNone/>
              <a:defRPr sz="1800">
                <a:latin typeface="Quattrocento Sans"/>
                <a:ea typeface="Quattrocento Sans"/>
                <a:cs typeface="Quattrocento Sans"/>
                <a:sym typeface="Quattrocento Sans"/>
              </a:defRPr>
            </a:lvl1pPr>
            <a:lvl2pPr marL="914400" lvl="1" indent="-331469" algn="l">
              <a:lnSpc>
                <a:spcPct val="100000"/>
              </a:lnSpc>
              <a:spcBef>
                <a:spcPts val="360"/>
              </a:spcBef>
              <a:spcAft>
                <a:spcPts val="0"/>
              </a:spcAft>
              <a:buClr>
                <a:schemeClr val="dk1"/>
              </a:buClr>
              <a:buSzPts val="1620"/>
              <a:buChar char="·"/>
              <a:defRPr/>
            </a:lvl2pPr>
            <a:lvl3pPr marL="1371600" lvl="2" indent="-331469" algn="l">
              <a:lnSpc>
                <a:spcPct val="100000"/>
              </a:lnSpc>
              <a:spcBef>
                <a:spcPts val="360"/>
              </a:spcBef>
              <a:spcAft>
                <a:spcPts val="0"/>
              </a:spcAft>
              <a:buClr>
                <a:schemeClr val="dk1"/>
              </a:buClr>
              <a:buSzPts val="1620"/>
              <a:buChar char="·"/>
              <a:defRPr/>
            </a:lvl3pPr>
            <a:lvl4pPr marL="1828800" lvl="3" indent="-331469" algn="l">
              <a:lnSpc>
                <a:spcPct val="100000"/>
              </a:lnSpc>
              <a:spcBef>
                <a:spcPts val="360"/>
              </a:spcBef>
              <a:spcAft>
                <a:spcPts val="0"/>
              </a:spcAft>
              <a:buClr>
                <a:schemeClr val="dk1"/>
              </a:buClr>
              <a:buSzPts val="1620"/>
              <a:buChar char="·"/>
              <a:defRPr/>
            </a:lvl4pPr>
            <a:lvl5pPr marL="2286000" lvl="4" indent="-331470" algn="l">
              <a:lnSpc>
                <a:spcPct val="100000"/>
              </a:lnSpc>
              <a:spcBef>
                <a:spcPts val="360"/>
              </a:spcBef>
              <a:spcAft>
                <a:spcPts val="0"/>
              </a:spcAft>
              <a:buClr>
                <a:schemeClr val="dk1"/>
              </a:buClr>
              <a:buSzPts val="162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pic>
        <p:nvPicPr>
          <p:cNvPr id="514" name="Google Shape;514;p60" descr="This photo is a 'placeholder' only. Drag or drop your photo here, or click and tap the center to insert a photo."/>
          <p:cNvPicPr preferRelativeResize="0">
            <a:picLocks noGrp="1"/>
          </p:cNvPicPr>
          <p:nvPr>
            <p:ph type="pic" idx="4"/>
          </p:nvPr>
        </p:nvPicPr>
        <p:blipFill/>
        <p:spPr>
          <a:xfrm>
            <a:off x="4084320" y="2286000"/>
            <a:ext cx="4023360" cy="2286000"/>
          </a:xfrm>
          <a:prstGeom prst="rect">
            <a:avLst/>
          </a:prstGeom>
          <a:blipFill rotWithShape="1">
            <a:blip r:embed="rId3">
              <a:alphaModFix/>
            </a:blip>
            <a:stretch>
              <a:fillRect/>
            </a:stretch>
          </a:blipFill>
          <a:ln>
            <a:noFill/>
          </a:ln>
        </p:spPr>
      </p:pic>
      <p:sp>
        <p:nvSpPr>
          <p:cNvPr id="515" name="Google Shape;515;p60"/>
          <p:cNvSpPr txBox="1">
            <a:spLocks noGrp="1"/>
          </p:cNvSpPr>
          <p:nvPr>
            <p:ph type="body" idx="5"/>
          </p:nvPr>
        </p:nvSpPr>
        <p:spPr>
          <a:xfrm>
            <a:off x="8753856" y="4799410"/>
            <a:ext cx="2852928" cy="1469628"/>
          </a:xfrm>
          <a:prstGeom prst="rect">
            <a:avLst/>
          </a:prstGeom>
          <a:noFill/>
          <a:ln>
            <a:noFill/>
          </a:ln>
        </p:spPr>
        <p:txBody>
          <a:bodyPr spcFirstLastPara="1" wrap="square" lIns="0" tIns="0" rIns="0" bIns="0" anchor="t" anchorCtr="0">
            <a:spAutoFit/>
          </a:bodyPr>
          <a:lstStyle>
            <a:lvl1pPr marL="457200" lvl="0" indent="-228600" algn="ctr">
              <a:lnSpc>
                <a:spcPct val="100000"/>
              </a:lnSpc>
              <a:spcBef>
                <a:spcPts val="0"/>
              </a:spcBef>
              <a:spcAft>
                <a:spcPts val="0"/>
              </a:spcAft>
              <a:buClr>
                <a:schemeClr val="dk1"/>
              </a:buClr>
              <a:buSzPts val="1620"/>
              <a:buNone/>
              <a:defRPr sz="1800">
                <a:latin typeface="Quattrocento Sans"/>
                <a:ea typeface="Quattrocento Sans"/>
                <a:cs typeface="Quattrocento Sans"/>
                <a:sym typeface="Quattrocento Sans"/>
              </a:defRPr>
            </a:lvl1pPr>
            <a:lvl2pPr marL="914400" lvl="1" indent="-331469" algn="l">
              <a:lnSpc>
                <a:spcPct val="100000"/>
              </a:lnSpc>
              <a:spcBef>
                <a:spcPts val="360"/>
              </a:spcBef>
              <a:spcAft>
                <a:spcPts val="0"/>
              </a:spcAft>
              <a:buClr>
                <a:schemeClr val="dk1"/>
              </a:buClr>
              <a:buSzPts val="1620"/>
              <a:buChar char="·"/>
              <a:defRPr/>
            </a:lvl2pPr>
            <a:lvl3pPr marL="1371600" lvl="2" indent="-331469" algn="l">
              <a:lnSpc>
                <a:spcPct val="100000"/>
              </a:lnSpc>
              <a:spcBef>
                <a:spcPts val="360"/>
              </a:spcBef>
              <a:spcAft>
                <a:spcPts val="0"/>
              </a:spcAft>
              <a:buClr>
                <a:schemeClr val="dk1"/>
              </a:buClr>
              <a:buSzPts val="1620"/>
              <a:buChar char="·"/>
              <a:defRPr/>
            </a:lvl3pPr>
            <a:lvl4pPr marL="1828800" lvl="3" indent="-331469" algn="l">
              <a:lnSpc>
                <a:spcPct val="100000"/>
              </a:lnSpc>
              <a:spcBef>
                <a:spcPts val="360"/>
              </a:spcBef>
              <a:spcAft>
                <a:spcPts val="0"/>
              </a:spcAft>
              <a:buClr>
                <a:schemeClr val="dk1"/>
              </a:buClr>
              <a:buSzPts val="1620"/>
              <a:buChar char="·"/>
              <a:defRPr/>
            </a:lvl4pPr>
            <a:lvl5pPr marL="2286000" lvl="4" indent="-331470" algn="l">
              <a:lnSpc>
                <a:spcPct val="100000"/>
              </a:lnSpc>
              <a:spcBef>
                <a:spcPts val="360"/>
              </a:spcBef>
              <a:spcAft>
                <a:spcPts val="0"/>
              </a:spcAft>
              <a:buClr>
                <a:schemeClr val="dk1"/>
              </a:buClr>
              <a:buSzPts val="162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pic>
        <p:nvPicPr>
          <p:cNvPr id="516" name="Google Shape;516;p60" descr="This photo is a 'placeholder' only. Drag or drop your photo here, or click and tap the center to insert a photo."/>
          <p:cNvPicPr preferRelativeResize="0">
            <a:picLocks noGrp="1"/>
          </p:cNvPicPr>
          <p:nvPr>
            <p:ph type="pic" idx="6"/>
          </p:nvPr>
        </p:nvPicPr>
        <p:blipFill/>
        <p:spPr>
          <a:xfrm>
            <a:off x="8168640" y="2286000"/>
            <a:ext cx="4023360" cy="2286000"/>
          </a:xfrm>
          <a:prstGeom prst="rect">
            <a:avLst/>
          </a:prstGeom>
          <a:blipFill rotWithShape="1">
            <a:blip r:embed="rId4">
              <a:alphaModFix/>
            </a:blip>
            <a:stretch>
              <a:fillRect/>
            </a:stretch>
          </a:blipFill>
          <a:ln>
            <a:noFill/>
          </a:ln>
        </p:spPr>
      </p:pic>
      <p:sp>
        <p:nvSpPr>
          <p:cNvPr id="517" name="Google Shape;517;p60"/>
          <p:cNvSpPr txBox="1"/>
          <p:nvPr/>
        </p:nvSpPr>
        <p:spPr>
          <a:xfrm>
            <a:off x="12355721" y="-203944"/>
            <a:ext cx="577081" cy="153888"/>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00">
                <a:solidFill>
                  <a:srgbClr val="A3A3A3"/>
                </a:solidFill>
                <a:latin typeface="Quattrocento Sans"/>
                <a:ea typeface="Quattrocento Sans"/>
                <a:cs typeface="Quattrocento Sans"/>
                <a:sym typeface="Quattrocento Sans"/>
              </a:rPr>
              <a:t>ELT layout</a:t>
            </a:r>
            <a:endParaRPr/>
          </a:p>
        </p:txBody>
      </p:sp>
    </p:spTree>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1440">
          <p15:clr>
            <a:srgbClr val="5ACBF0"/>
          </p15:clr>
        </p15:guide>
        <p15:guide id="3" orient="horz" pos="2880">
          <p15:clr>
            <a:srgbClr val="5ACBF0"/>
          </p15:clr>
        </p15:guide>
        <p15:guide id="4" orient="horz" pos="3024">
          <p15:clr>
            <a:srgbClr val="5ACBF0"/>
          </p15:clr>
        </p15:guide>
        <p15:guide id="5" pos="2534">
          <p15:clr>
            <a:srgbClr val="5ACBF0"/>
          </p15:clr>
        </p15:guide>
        <p15:guide id="6" pos="2573">
          <p15:clr>
            <a:srgbClr val="5ACBF0"/>
          </p15:clr>
        </p15:guide>
        <p15:guide id="7" pos="5109">
          <p15:clr>
            <a:srgbClr val="5ACBF0"/>
          </p15:clr>
        </p15:guide>
        <p15:guide id="8" pos="5145">
          <p15:clr>
            <a:srgbClr val="5ACBF0"/>
          </p15:clr>
        </p15:guide>
        <p15:guide id="9" pos="1266">
          <p15:clr>
            <a:srgbClr val="5ACBF0"/>
          </p15:clr>
        </p15:guide>
        <p15:guide id="10" pos="3840">
          <p15:clr>
            <a:srgbClr val="5ACBF0"/>
          </p15:clr>
        </p15:guide>
        <p15:guide id="11" pos="6414">
          <p15:clr>
            <a:srgbClr val="5ACBF0"/>
          </p15:clr>
        </p15:guide>
        <p15:guide id="12" orient="horz" pos="1074">
          <p15:clr>
            <a:srgbClr val="5ACBF0"/>
          </p15:clr>
        </p15:guide>
        <p15:guide id="13" pos="2168">
          <p15:clr>
            <a:srgbClr val="5ACBF0"/>
          </p15:clr>
        </p15:guide>
        <p15:guide id="14" pos="2944">
          <p15:clr>
            <a:srgbClr val="5ACBF0"/>
          </p15:clr>
        </p15:guide>
        <p15:guide id="15" pos="4738">
          <p15:clr>
            <a:srgbClr val="5ACBF0"/>
          </p15:clr>
        </p15:guide>
        <p15:guide id="16" pos="5514">
          <p15:clr>
            <a:srgbClr val="5ACBF0"/>
          </p15:clr>
        </p15:guide>
      </p15:sldGuideLst>
    </p:ext>
  </p:extLst>
</p:sldLayout>
</file>

<file path=ppt/slideLayouts/slideLayout60.xml><?xml version="1.0" encoding="utf-8"?>
<p:sldLayout xmlns:a="http://schemas.openxmlformats.org/drawingml/2006/main" xmlns:r="http://schemas.openxmlformats.org/officeDocument/2006/relationships" xmlns:p="http://schemas.openxmlformats.org/presentationml/2006/main" matchingName="Four filmstrip photos">
  <p:cSld name="Four filmstrip photos">
    <p:spTree>
      <p:nvGrpSpPr>
        <p:cNvPr id="1" name="Shape 518"/>
        <p:cNvGrpSpPr/>
        <p:nvPr/>
      </p:nvGrpSpPr>
      <p:grpSpPr>
        <a:xfrm>
          <a:off x="0" y="0"/>
          <a:ext cx="0" cy="0"/>
          <a:chOff x="0" y="0"/>
          <a:chExt cx="0" cy="0"/>
        </a:xfrm>
      </p:grpSpPr>
      <p:sp>
        <p:nvSpPr>
          <p:cNvPr id="519" name="Google Shape;519;p61"/>
          <p:cNvSpPr txBox="1">
            <a:spLocks noGrp="1"/>
          </p:cNvSpPr>
          <p:nvPr>
            <p:ph type="title"/>
          </p:nvPr>
        </p:nvSpPr>
        <p:spPr>
          <a:xfrm>
            <a:off x="588263" y="585788"/>
            <a:ext cx="11018520" cy="1115568"/>
          </a:xfrm>
          <a:prstGeom prst="rect">
            <a:avLst/>
          </a:prstGeom>
          <a:noFill/>
          <a:ln>
            <a:noFill/>
          </a:ln>
        </p:spPr>
        <p:txBody>
          <a:bodyPr spcFirstLastPara="1" wrap="square" lIns="0" tIns="0" rIns="0" bIns="0" anchor="ctr" anchorCtr="0">
            <a:spAutoFit/>
          </a:bodyPr>
          <a:lstStyle>
            <a:lvl1pPr lvl="0" algn="ctr">
              <a:lnSpc>
                <a:spcPct val="100000"/>
              </a:lnSpc>
              <a:spcBef>
                <a:spcPts val="0"/>
              </a:spcBef>
              <a:spcAft>
                <a:spcPts val="0"/>
              </a:spcAft>
              <a:buClr>
                <a:schemeClr val="dk1"/>
              </a:buClr>
              <a:buSzPts val="3600"/>
              <a:buFont typeface="Quattrocento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20" name="Google Shape;520;p61"/>
          <p:cNvSpPr txBox="1">
            <a:spLocks noGrp="1"/>
          </p:cNvSpPr>
          <p:nvPr>
            <p:ph type="body" idx="1"/>
          </p:nvPr>
        </p:nvSpPr>
        <p:spPr>
          <a:xfrm>
            <a:off x="585216" y="4800600"/>
            <a:ext cx="1828800" cy="1468437"/>
          </a:xfrm>
          <a:prstGeom prst="rect">
            <a:avLst/>
          </a:prstGeom>
          <a:noFill/>
          <a:ln>
            <a:noFill/>
          </a:ln>
        </p:spPr>
        <p:txBody>
          <a:bodyPr spcFirstLastPara="1" wrap="square" lIns="0" tIns="0" rIns="0" bIns="0" anchor="t" anchorCtr="0">
            <a:spAutoFit/>
          </a:bodyPr>
          <a:lstStyle>
            <a:lvl1pPr marL="457200" lvl="0" indent="-228600" algn="ctr">
              <a:lnSpc>
                <a:spcPct val="100000"/>
              </a:lnSpc>
              <a:spcBef>
                <a:spcPts val="0"/>
              </a:spcBef>
              <a:spcAft>
                <a:spcPts val="0"/>
              </a:spcAft>
              <a:buClr>
                <a:schemeClr val="dk1"/>
              </a:buClr>
              <a:buSzPts val="1620"/>
              <a:buNone/>
              <a:defRPr sz="1800">
                <a:latin typeface="Quattrocento Sans"/>
                <a:ea typeface="Quattrocento Sans"/>
                <a:cs typeface="Quattrocento Sans"/>
                <a:sym typeface="Quattrocento Sans"/>
              </a:defRPr>
            </a:lvl1pPr>
            <a:lvl2pPr marL="914400" lvl="1" indent="-331469" algn="l">
              <a:lnSpc>
                <a:spcPct val="100000"/>
              </a:lnSpc>
              <a:spcBef>
                <a:spcPts val="360"/>
              </a:spcBef>
              <a:spcAft>
                <a:spcPts val="0"/>
              </a:spcAft>
              <a:buClr>
                <a:schemeClr val="dk1"/>
              </a:buClr>
              <a:buSzPts val="1620"/>
              <a:buChar char="·"/>
              <a:defRPr/>
            </a:lvl2pPr>
            <a:lvl3pPr marL="1371600" lvl="2" indent="-331469" algn="l">
              <a:lnSpc>
                <a:spcPct val="100000"/>
              </a:lnSpc>
              <a:spcBef>
                <a:spcPts val="360"/>
              </a:spcBef>
              <a:spcAft>
                <a:spcPts val="0"/>
              </a:spcAft>
              <a:buClr>
                <a:schemeClr val="dk1"/>
              </a:buClr>
              <a:buSzPts val="1620"/>
              <a:buChar char="·"/>
              <a:defRPr/>
            </a:lvl3pPr>
            <a:lvl4pPr marL="1828800" lvl="3" indent="-331469" algn="l">
              <a:lnSpc>
                <a:spcPct val="100000"/>
              </a:lnSpc>
              <a:spcBef>
                <a:spcPts val="360"/>
              </a:spcBef>
              <a:spcAft>
                <a:spcPts val="0"/>
              </a:spcAft>
              <a:buClr>
                <a:schemeClr val="dk1"/>
              </a:buClr>
              <a:buSzPts val="1620"/>
              <a:buChar char="·"/>
              <a:defRPr/>
            </a:lvl4pPr>
            <a:lvl5pPr marL="2286000" lvl="4" indent="-331470" algn="l">
              <a:lnSpc>
                <a:spcPct val="100000"/>
              </a:lnSpc>
              <a:spcBef>
                <a:spcPts val="360"/>
              </a:spcBef>
              <a:spcAft>
                <a:spcPts val="0"/>
              </a:spcAft>
              <a:buClr>
                <a:schemeClr val="dk1"/>
              </a:buClr>
              <a:buSzPts val="162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pic>
        <p:nvPicPr>
          <p:cNvPr id="521" name="Google Shape;521;p61" descr="This photo is a 'placeholder' only. Drag or drop your photo here, or click and tap the center to insert a photo."/>
          <p:cNvPicPr preferRelativeResize="0">
            <a:picLocks noGrp="1"/>
          </p:cNvPicPr>
          <p:nvPr>
            <p:ph type="pic" idx="2"/>
          </p:nvPr>
        </p:nvPicPr>
        <p:blipFill/>
        <p:spPr>
          <a:xfrm>
            <a:off x="0" y="2286000"/>
            <a:ext cx="2999232" cy="2286000"/>
          </a:xfrm>
          <a:prstGeom prst="rect">
            <a:avLst/>
          </a:prstGeom>
          <a:blipFill rotWithShape="1">
            <a:blip r:embed="rId2">
              <a:alphaModFix/>
            </a:blip>
            <a:stretch>
              <a:fillRect/>
            </a:stretch>
          </a:blipFill>
          <a:ln>
            <a:noFill/>
          </a:ln>
        </p:spPr>
      </p:pic>
      <p:sp>
        <p:nvSpPr>
          <p:cNvPr id="522" name="Google Shape;522;p61"/>
          <p:cNvSpPr txBox="1">
            <a:spLocks noGrp="1"/>
          </p:cNvSpPr>
          <p:nvPr>
            <p:ph type="body" idx="3"/>
          </p:nvPr>
        </p:nvSpPr>
        <p:spPr>
          <a:xfrm>
            <a:off x="3649472" y="4799409"/>
            <a:ext cx="1828800" cy="1472803"/>
          </a:xfrm>
          <a:prstGeom prst="rect">
            <a:avLst/>
          </a:prstGeom>
          <a:noFill/>
          <a:ln>
            <a:noFill/>
          </a:ln>
        </p:spPr>
        <p:txBody>
          <a:bodyPr spcFirstLastPara="1" wrap="square" lIns="0" tIns="0" rIns="0" bIns="0" anchor="t" anchorCtr="0">
            <a:spAutoFit/>
          </a:bodyPr>
          <a:lstStyle>
            <a:lvl1pPr marL="457200" lvl="0" indent="-228600" algn="ctr">
              <a:lnSpc>
                <a:spcPct val="100000"/>
              </a:lnSpc>
              <a:spcBef>
                <a:spcPts val="0"/>
              </a:spcBef>
              <a:spcAft>
                <a:spcPts val="0"/>
              </a:spcAft>
              <a:buClr>
                <a:schemeClr val="dk1"/>
              </a:buClr>
              <a:buSzPts val="1620"/>
              <a:buNone/>
              <a:defRPr sz="1800">
                <a:latin typeface="Quattrocento Sans"/>
                <a:ea typeface="Quattrocento Sans"/>
                <a:cs typeface="Quattrocento Sans"/>
                <a:sym typeface="Quattrocento Sans"/>
              </a:defRPr>
            </a:lvl1pPr>
            <a:lvl2pPr marL="914400" lvl="1" indent="-331469" algn="l">
              <a:lnSpc>
                <a:spcPct val="100000"/>
              </a:lnSpc>
              <a:spcBef>
                <a:spcPts val="360"/>
              </a:spcBef>
              <a:spcAft>
                <a:spcPts val="0"/>
              </a:spcAft>
              <a:buClr>
                <a:schemeClr val="dk1"/>
              </a:buClr>
              <a:buSzPts val="1620"/>
              <a:buChar char="·"/>
              <a:defRPr/>
            </a:lvl2pPr>
            <a:lvl3pPr marL="1371600" lvl="2" indent="-331469" algn="l">
              <a:lnSpc>
                <a:spcPct val="100000"/>
              </a:lnSpc>
              <a:spcBef>
                <a:spcPts val="360"/>
              </a:spcBef>
              <a:spcAft>
                <a:spcPts val="0"/>
              </a:spcAft>
              <a:buClr>
                <a:schemeClr val="dk1"/>
              </a:buClr>
              <a:buSzPts val="1620"/>
              <a:buChar char="·"/>
              <a:defRPr/>
            </a:lvl3pPr>
            <a:lvl4pPr marL="1828800" lvl="3" indent="-331469" algn="l">
              <a:lnSpc>
                <a:spcPct val="100000"/>
              </a:lnSpc>
              <a:spcBef>
                <a:spcPts val="360"/>
              </a:spcBef>
              <a:spcAft>
                <a:spcPts val="0"/>
              </a:spcAft>
              <a:buClr>
                <a:schemeClr val="dk1"/>
              </a:buClr>
              <a:buSzPts val="1620"/>
              <a:buChar char="·"/>
              <a:defRPr/>
            </a:lvl4pPr>
            <a:lvl5pPr marL="2286000" lvl="4" indent="-331470" algn="l">
              <a:lnSpc>
                <a:spcPct val="100000"/>
              </a:lnSpc>
              <a:spcBef>
                <a:spcPts val="360"/>
              </a:spcBef>
              <a:spcAft>
                <a:spcPts val="0"/>
              </a:spcAft>
              <a:buClr>
                <a:schemeClr val="dk1"/>
              </a:buClr>
              <a:buSzPts val="162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pic>
        <p:nvPicPr>
          <p:cNvPr id="523" name="Google Shape;523;p61" descr="This photo is a 'placeholder' only. Drag or drop your photo here, or click and tap the center to insert a photo."/>
          <p:cNvPicPr preferRelativeResize="0">
            <a:picLocks noGrp="1"/>
          </p:cNvPicPr>
          <p:nvPr>
            <p:ph type="pic" idx="4"/>
          </p:nvPr>
        </p:nvPicPr>
        <p:blipFill/>
        <p:spPr>
          <a:xfrm>
            <a:off x="3064256" y="2286000"/>
            <a:ext cx="2999232" cy="2286000"/>
          </a:xfrm>
          <a:prstGeom prst="rect">
            <a:avLst/>
          </a:prstGeom>
          <a:blipFill rotWithShape="1">
            <a:blip r:embed="rId3">
              <a:alphaModFix/>
            </a:blip>
            <a:stretch>
              <a:fillRect/>
            </a:stretch>
          </a:blipFill>
          <a:ln>
            <a:noFill/>
          </a:ln>
        </p:spPr>
      </p:pic>
      <p:sp>
        <p:nvSpPr>
          <p:cNvPr id="524" name="Google Shape;524;p61"/>
          <p:cNvSpPr txBox="1">
            <a:spLocks noGrp="1"/>
          </p:cNvSpPr>
          <p:nvPr>
            <p:ph type="body" idx="5"/>
          </p:nvPr>
        </p:nvSpPr>
        <p:spPr>
          <a:xfrm>
            <a:off x="6713728" y="4799410"/>
            <a:ext cx="1828800" cy="1469628"/>
          </a:xfrm>
          <a:prstGeom prst="rect">
            <a:avLst/>
          </a:prstGeom>
          <a:noFill/>
          <a:ln>
            <a:noFill/>
          </a:ln>
        </p:spPr>
        <p:txBody>
          <a:bodyPr spcFirstLastPara="1" wrap="square" lIns="0" tIns="0" rIns="0" bIns="0" anchor="t" anchorCtr="0">
            <a:spAutoFit/>
          </a:bodyPr>
          <a:lstStyle>
            <a:lvl1pPr marL="457200" lvl="0" indent="-228600" algn="ctr">
              <a:lnSpc>
                <a:spcPct val="100000"/>
              </a:lnSpc>
              <a:spcBef>
                <a:spcPts val="0"/>
              </a:spcBef>
              <a:spcAft>
                <a:spcPts val="0"/>
              </a:spcAft>
              <a:buClr>
                <a:schemeClr val="dk1"/>
              </a:buClr>
              <a:buSzPts val="1620"/>
              <a:buNone/>
              <a:defRPr sz="1800">
                <a:latin typeface="Quattrocento Sans"/>
                <a:ea typeface="Quattrocento Sans"/>
                <a:cs typeface="Quattrocento Sans"/>
                <a:sym typeface="Quattrocento Sans"/>
              </a:defRPr>
            </a:lvl1pPr>
            <a:lvl2pPr marL="914400" lvl="1" indent="-331469" algn="l">
              <a:lnSpc>
                <a:spcPct val="100000"/>
              </a:lnSpc>
              <a:spcBef>
                <a:spcPts val="360"/>
              </a:spcBef>
              <a:spcAft>
                <a:spcPts val="0"/>
              </a:spcAft>
              <a:buClr>
                <a:schemeClr val="dk1"/>
              </a:buClr>
              <a:buSzPts val="1620"/>
              <a:buChar char="·"/>
              <a:defRPr/>
            </a:lvl2pPr>
            <a:lvl3pPr marL="1371600" lvl="2" indent="-331469" algn="l">
              <a:lnSpc>
                <a:spcPct val="100000"/>
              </a:lnSpc>
              <a:spcBef>
                <a:spcPts val="360"/>
              </a:spcBef>
              <a:spcAft>
                <a:spcPts val="0"/>
              </a:spcAft>
              <a:buClr>
                <a:schemeClr val="dk1"/>
              </a:buClr>
              <a:buSzPts val="1620"/>
              <a:buChar char="·"/>
              <a:defRPr/>
            </a:lvl3pPr>
            <a:lvl4pPr marL="1828800" lvl="3" indent="-331469" algn="l">
              <a:lnSpc>
                <a:spcPct val="100000"/>
              </a:lnSpc>
              <a:spcBef>
                <a:spcPts val="360"/>
              </a:spcBef>
              <a:spcAft>
                <a:spcPts val="0"/>
              </a:spcAft>
              <a:buClr>
                <a:schemeClr val="dk1"/>
              </a:buClr>
              <a:buSzPts val="1620"/>
              <a:buChar char="·"/>
              <a:defRPr/>
            </a:lvl4pPr>
            <a:lvl5pPr marL="2286000" lvl="4" indent="-331470" algn="l">
              <a:lnSpc>
                <a:spcPct val="100000"/>
              </a:lnSpc>
              <a:spcBef>
                <a:spcPts val="360"/>
              </a:spcBef>
              <a:spcAft>
                <a:spcPts val="0"/>
              </a:spcAft>
              <a:buClr>
                <a:schemeClr val="dk1"/>
              </a:buClr>
              <a:buSzPts val="162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pic>
        <p:nvPicPr>
          <p:cNvPr id="525" name="Google Shape;525;p61" descr="This photo is a 'placeholder' only. Drag or drop your photo here, or click and tap the center to insert a photo."/>
          <p:cNvPicPr preferRelativeResize="0">
            <a:picLocks noGrp="1"/>
          </p:cNvPicPr>
          <p:nvPr>
            <p:ph type="pic" idx="6"/>
          </p:nvPr>
        </p:nvPicPr>
        <p:blipFill/>
        <p:spPr>
          <a:xfrm>
            <a:off x="6128512" y="2286000"/>
            <a:ext cx="2999232" cy="2286000"/>
          </a:xfrm>
          <a:prstGeom prst="rect">
            <a:avLst/>
          </a:prstGeom>
          <a:blipFill rotWithShape="1">
            <a:blip r:embed="rId4">
              <a:alphaModFix/>
            </a:blip>
            <a:stretch>
              <a:fillRect/>
            </a:stretch>
          </a:blipFill>
          <a:ln>
            <a:noFill/>
          </a:ln>
        </p:spPr>
      </p:pic>
      <p:sp>
        <p:nvSpPr>
          <p:cNvPr id="526" name="Google Shape;526;p61"/>
          <p:cNvSpPr txBox="1">
            <a:spLocks noGrp="1"/>
          </p:cNvSpPr>
          <p:nvPr>
            <p:ph type="body" idx="7"/>
          </p:nvPr>
        </p:nvSpPr>
        <p:spPr>
          <a:xfrm>
            <a:off x="9777984" y="4799409"/>
            <a:ext cx="1828800" cy="1469629"/>
          </a:xfrm>
          <a:prstGeom prst="rect">
            <a:avLst/>
          </a:prstGeom>
          <a:noFill/>
          <a:ln>
            <a:noFill/>
          </a:ln>
        </p:spPr>
        <p:txBody>
          <a:bodyPr spcFirstLastPara="1" wrap="square" lIns="0" tIns="0" rIns="0" bIns="0" anchor="t" anchorCtr="0">
            <a:spAutoFit/>
          </a:bodyPr>
          <a:lstStyle>
            <a:lvl1pPr marL="457200" lvl="0" indent="-228600" algn="ctr">
              <a:lnSpc>
                <a:spcPct val="100000"/>
              </a:lnSpc>
              <a:spcBef>
                <a:spcPts val="0"/>
              </a:spcBef>
              <a:spcAft>
                <a:spcPts val="0"/>
              </a:spcAft>
              <a:buClr>
                <a:schemeClr val="dk1"/>
              </a:buClr>
              <a:buSzPts val="1620"/>
              <a:buNone/>
              <a:defRPr sz="1800">
                <a:latin typeface="Quattrocento Sans"/>
                <a:ea typeface="Quattrocento Sans"/>
                <a:cs typeface="Quattrocento Sans"/>
                <a:sym typeface="Quattrocento Sans"/>
              </a:defRPr>
            </a:lvl1pPr>
            <a:lvl2pPr marL="914400" lvl="1" indent="-331469" algn="l">
              <a:lnSpc>
                <a:spcPct val="100000"/>
              </a:lnSpc>
              <a:spcBef>
                <a:spcPts val="360"/>
              </a:spcBef>
              <a:spcAft>
                <a:spcPts val="0"/>
              </a:spcAft>
              <a:buClr>
                <a:schemeClr val="dk1"/>
              </a:buClr>
              <a:buSzPts val="1620"/>
              <a:buChar char="·"/>
              <a:defRPr/>
            </a:lvl2pPr>
            <a:lvl3pPr marL="1371600" lvl="2" indent="-331469" algn="l">
              <a:lnSpc>
                <a:spcPct val="100000"/>
              </a:lnSpc>
              <a:spcBef>
                <a:spcPts val="360"/>
              </a:spcBef>
              <a:spcAft>
                <a:spcPts val="0"/>
              </a:spcAft>
              <a:buClr>
                <a:schemeClr val="dk1"/>
              </a:buClr>
              <a:buSzPts val="1620"/>
              <a:buChar char="·"/>
              <a:defRPr/>
            </a:lvl3pPr>
            <a:lvl4pPr marL="1828800" lvl="3" indent="-331469" algn="l">
              <a:lnSpc>
                <a:spcPct val="100000"/>
              </a:lnSpc>
              <a:spcBef>
                <a:spcPts val="360"/>
              </a:spcBef>
              <a:spcAft>
                <a:spcPts val="0"/>
              </a:spcAft>
              <a:buClr>
                <a:schemeClr val="dk1"/>
              </a:buClr>
              <a:buSzPts val="1620"/>
              <a:buChar char="·"/>
              <a:defRPr/>
            </a:lvl4pPr>
            <a:lvl5pPr marL="2286000" lvl="4" indent="-331470" algn="l">
              <a:lnSpc>
                <a:spcPct val="100000"/>
              </a:lnSpc>
              <a:spcBef>
                <a:spcPts val="360"/>
              </a:spcBef>
              <a:spcAft>
                <a:spcPts val="0"/>
              </a:spcAft>
              <a:buClr>
                <a:schemeClr val="dk1"/>
              </a:buClr>
              <a:buSzPts val="162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pic>
        <p:nvPicPr>
          <p:cNvPr id="527" name="Google Shape;527;p61" descr="This photo is a 'placeholder' only. Drag or drop your photo here, or click and tap the center to insert a photo."/>
          <p:cNvPicPr preferRelativeResize="0">
            <a:picLocks noGrp="1"/>
          </p:cNvPicPr>
          <p:nvPr>
            <p:ph type="pic" idx="8"/>
          </p:nvPr>
        </p:nvPicPr>
        <p:blipFill/>
        <p:spPr>
          <a:xfrm>
            <a:off x="9192768" y="2286000"/>
            <a:ext cx="2999232" cy="2286000"/>
          </a:xfrm>
          <a:prstGeom prst="rect">
            <a:avLst/>
          </a:prstGeom>
          <a:blipFill rotWithShape="1">
            <a:blip r:embed="rId5">
              <a:alphaModFix/>
            </a:blip>
            <a:stretch>
              <a:fillRect/>
            </a:stretch>
          </a:blipFill>
          <a:ln>
            <a:noFill/>
          </a:ln>
        </p:spPr>
      </p:pic>
      <p:sp>
        <p:nvSpPr>
          <p:cNvPr id="528" name="Google Shape;528;p61"/>
          <p:cNvSpPr txBox="1"/>
          <p:nvPr/>
        </p:nvSpPr>
        <p:spPr>
          <a:xfrm>
            <a:off x="12355721" y="-203944"/>
            <a:ext cx="577081" cy="153888"/>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00">
                <a:solidFill>
                  <a:srgbClr val="A3A3A3"/>
                </a:solidFill>
                <a:latin typeface="Quattrocento Sans"/>
                <a:ea typeface="Quattrocento Sans"/>
                <a:cs typeface="Quattrocento Sans"/>
                <a:sym typeface="Quattrocento Sans"/>
              </a:rPr>
              <a:t>ELT layout</a:t>
            </a:r>
            <a:endParaRPr/>
          </a:p>
        </p:txBody>
      </p:sp>
    </p:spTree>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1440">
          <p15:clr>
            <a:srgbClr val="5ACBF0"/>
          </p15:clr>
        </p15:guide>
        <p15:guide id="3" orient="horz" pos="2880">
          <p15:clr>
            <a:srgbClr val="5ACBF0"/>
          </p15:clr>
        </p15:guide>
        <p15:guide id="4" orient="horz" pos="3024">
          <p15:clr>
            <a:srgbClr val="5ACBF0"/>
          </p15:clr>
        </p15:guide>
        <p15:guide id="5" pos="1890">
          <p15:clr>
            <a:srgbClr val="5ACBF0"/>
          </p15:clr>
        </p15:guide>
        <p15:guide id="6" pos="1930">
          <p15:clr>
            <a:srgbClr val="5ACBF0"/>
          </p15:clr>
        </p15:guide>
        <p15:guide id="7" pos="5749">
          <p15:clr>
            <a:srgbClr val="5ACBF0"/>
          </p15:clr>
        </p15:guide>
        <p15:guide id="8" pos="3820">
          <p15:clr>
            <a:srgbClr val="5ACBF0"/>
          </p15:clr>
        </p15:guide>
        <p15:guide id="9" pos="3860">
          <p15:clr>
            <a:srgbClr val="5ACBF0"/>
          </p15:clr>
        </p15:guide>
        <p15:guide id="10" pos="5789">
          <p15:clr>
            <a:srgbClr val="5ACBF0"/>
          </p15:clr>
        </p15:guide>
        <p15:guide id="11" pos="944">
          <p15:clr>
            <a:srgbClr val="5ACBF0"/>
          </p15:clr>
        </p15:guide>
        <p15:guide id="12" pos="2876">
          <p15:clr>
            <a:srgbClr val="5ACBF0"/>
          </p15:clr>
        </p15:guide>
        <p15:guide id="13" pos="4807">
          <p15:clr>
            <a:srgbClr val="5ACBF0"/>
          </p15:clr>
        </p15:guide>
        <p15:guide id="14" pos="6736">
          <p15:clr>
            <a:srgbClr val="5ACBF0"/>
          </p15:clr>
        </p15:guide>
        <p15:guide id="15" orient="horz">
          <p15:clr>
            <a:srgbClr val="5ACBF0"/>
          </p15:clr>
        </p15:guide>
        <p15:guide id="16" pos="1524">
          <p15:clr>
            <a:srgbClr val="5ACBF0"/>
          </p15:clr>
        </p15:guide>
        <p15:guide id="17" pos="2298">
          <p15:clr>
            <a:srgbClr val="5ACBF0"/>
          </p15:clr>
        </p15:guide>
        <p15:guide id="18" pos="3450">
          <p15:clr>
            <a:srgbClr val="5ACBF0"/>
          </p15:clr>
        </p15:guide>
        <p15:guide id="19" pos="4230">
          <p15:clr>
            <a:srgbClr val="5ACBF0"/>
          </p15:clr>
        </p15:guide>
        <p15:guide id="20" pos="5380">
          <p15:clr>
            <a:srgbClr val="5ACBF0"/>
          </p15:clr>
        </p15:guide>
        <p15:guide id="21" pos="6156">
          <p15:clr>
            <a:srgbClr val="5ACBF0"/>
          </p15:clr>
        </p15:guide>
      </p15:sldGuideLst>
    </p:ext>
  </p:extLst>
</p:sldLayout>
</file>

<file path=ppt/slideLayouts/slideLayout61.xml><?xml version="1.0" encoding="utf-8"?>
<p:sldLayout xmlns:a="http://schemas.openxmlformats.org/drawingml/2006/main" xmlns:r="http://schemas.openxmlformats.org/officeDocument/2006/relationships" xmlns:p="http://schemas.openxmlformats.org/presentationml/2006/main" matchingName="Five filmstrip photos">
  <p:cSld name="Five filmstrip photos">
    <p:spTree>
      <p:nvGrpSpPr>
        <p:cNvPr id="1" name="Shape 529"/>
        <p:cNvGrpSpPr/>
        <p:nvPr/>
      </p:nvGrpSpPr>
      <p:grpSpPr>
        <a:xfrm>
          <a:off x="0" y="0"/>
          <a:ext cx="0" cy="0"/>
          <a:chOff x="0" y="0"/>
          <a:chExt cx="0" cy="0"/>
        </a:xfrm>
      </p:grpSpPr>
      <p:sp>
        <p:nvSpPr>
          <p:cNvPr id="530" name="Google Shape;530;p62"/>
          <p:cNvSpPr txBox="1">
            <a:spLocks noGrp="1"/>
          </p:cNvSpPr>
          <p:nvPr>
            <p:ph type="title"/>
          </p:nvPr>
        </p:nvSpPr>
        <p:spPr>
          <a:xfrm>
            <a:off x="588263" y="585788"/>
            <a:ext cx="11018520" cy="1115568"/>
          </a:xfrm>
          <a:prstGeom prst="rect">
            <a:avLst/>
          </a:prstGeom>
          <a:noFill/>
          <a:ln>
            <a:noFill/>
          </a:ln>
        </p:spPr>
        <p:txBody>
          <a:bodyPr spcFirstLastPara="1" wrap="square" lIns="0" tIns="0" rIns="0" bIns="0" anchor="ctr" anchorCtr="0">
            <a:spAutoFit/>
          </a:bodyPr>
          <a:lstStyle>
            <a:lvl1pPr lvl="0" algn="ctr">
              <a:lnSpc>
                <a:spcPct val="100000"/>
              </a:lnSpc>
              <a:spcBef>
                <a:spcPts val="0"/>
              </a:spcBef>
              <a:spcAft>
                <a:spcPts val="0"/>
              </a:spcAft>
              <a:buClr>
                <a:schemeClr val="dk1"/>
              </a:buClr>
              <a:buSzPts val="3600"/>
              <a:buFont typeface="Quattrocento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31" name="Google Shape;531;p62"/>
          <p:cNvSpPr txBox="1">
            <a:spLocks noGrp="1"/>
          </p:cNvSpPr>
          <p:nvPr>
            <p:ph type="body" idx="1"/>
          </p:nvPr>
        </p:nvSpPr>
        <p:spPr>
          <a:xfrm>
            <a:off x="292608" y="4800600"/>
            <a:ext cx="1801368" cy="1468437"/>
          </a:xfrm>
          <a:prstGeom prst="rect">
            <a:avLst/>
          </a:prstGeom>
          <a:noFill/>
          <a:ln>
            <a:noFill/>
          </a:ln>
        </p:spPr>
        <p:txBody>
          <a:bodyPr spcFirstLastPara="1" wrap="square" lIns="0" tIns="0" rIns="0" bIns="0" anchor="t" anchorCtr="0">
            <a:spAutoFit/>
          </a:bodyPr>
          <a:lstStyle>
            <a:lvl1pPr marL="457200" lvl="0" indent="-228600" algn="ctr">
              <a:lnSpc>
                <a:spcPct val="100000"/>
              </a:lnSpc>
              <a:spcBef>
                <a:spcPts val="0"/>
              </a:spcBef>
              <a:spcAft>
                <a:spcPts val="0"/>
              </a:spcAft>
              <a:buClr>
                <a:schemeClr val="dk1"/>
              </a:buClr>
              <a:buSzPts val="1620"/>
              <a:buNone/>
              <a:defRPr sz="1800">
                <a:latin typeface="Quattrocento Sans"/>
                <a:ea typeface="Quattrocento Sans"/>
                <a:cs typeface="Quattrocento Sans"/>
                <a:sym typeface="Quattrocento Sans"/>
              </a:defRPr>
            </a:lvl1pPr>
            <a:lvl2pPr marL="914400" lvl="1" indent="-331469" algn="l">
              <a:lnSpc>
                <a:spcPct val="100000"/>
              </a:lnSpc>
              <a:spcBef>
                <a:spcPts val="360"/>
              </a:spcBef>
              <a:spcAft>
                <a:spcPts val="0"/>
              </a:spcAft>
              <a:buClr>
                <a:schemeClr val="dk1"/>
              </a:buClr>
              <a:buSzPts val="1620"/>
              <a:buChar char="·"/>
              <a:defRPr/>
            </a:lvl2pPr>
            <a:lvl3pPr marL="1371600" lvl="2" indent="-331469" algn="l">
              <a:lnSpc>
                <a:spcPct val="100000"/>
              </a:lnSpc>
              <a:spcBef>
                <a:spcPts val="360"/>
              </a:spcBef>
              <a:spcAft>
                <a:spcPts val="0"/>
              </a:spcAft>
              <a:buClr>
                <a:schemeClr val="dk1"/>
              </a:buClr>
              <a:buSzPts val="1620"/>
              <a:buChar char="·"/>
              <a:defRPr/>
            </a:lvl3pPr>
            <a:lvl4pPr marL="1828800" lvl="3" indent="-331469" algn="l">
              <a:lnSpc>
                <a:spcPct val="100000"/>
              </a:lnSpc>
              <a:spcBef>
                <a:spcPts val="360"/>
              </a:spcBef>
              <a:spcAft>
                <a:spcPts val="0"/>
              </a:spcAft>
              <a:buClr>
                <a:schemeClr val="dk1"/>
              </a:buClr>
              <a:buSzPts val="1620"/>
              <a:buChar char="·"/>
              <a:defRPr/>
            </a:lvl4pPr>
            <a:lvl5pPr marL="2286000" lvl="4" indent="-331470" algn="l">
              <a:lnSpc>
                <a:spcPct val="100000"/>
              </a:lnSpc>
              <a:spcBef>
                <a:spcPts val="360"/>
              </a:spcBef>
              <a:spcAft>
                <a:spcPts val="0"/>
              </a:spcAft>
              <a:buClr>
                <a:schemeClr val="dk1"/>
              </a:buClr>
              <a:buSzPts val="162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pic>
        <p:nvPicPr>
          <p:cNvPr id="532" name="Google Shape;532;p62" descr="This photo is a 'placeholder' only. Drag or drop your photo here, or click and tap the center to insert a photo."/>
          <p:cNvPicPr preferRelativeResize="0">
            <a:picLocks noGrp="1"/>
          </p:cNvPicPr>
          <p:nvPr>
            <p:ph type="pic" idx="2"/>
          </p:nvPr>
        </p:nvPicPr>
        <p:blipFill/>
        <p:spPr>
          <a:xfrm>
            <a:off x="0" y="2286000"/>
            <a:ext cx="2386584" cy="2286000"/>
          </a:xfrm>
          <a:prstGeom prst="rect">
            <a:avLst/>
          </a:prstGeom>
          <a:blipFill rotWithShape="1">
            <a:blip r:embed="rId2">
              <a:alphaModFix/>
            </a:blip>
            <a:stretch>
              <a:fillRect/>
            </a:stretch>
          </a:blipFill>
          <a:ln>
            <a:noFill/>
          </a:ln>
        </p:spPr>
      </p:pic>
      <p:sp>
        <p:nvSpPr>
          <p:cNvPr id="533" name="Google Shape;533;p62"/>
          <p:cNvSpPr txBox="1">
            <a:spLocks noGrp="1"/>
          </p:cNvSpPr>
          <p:nvPr>
            <p:ph type="body" idx="3"/>
          </p:nvPr>
        </p:nvSpPr>
        <p:spPr>
          <a:xfrm>
            <a:off x="2743962" y="4799409"/>
            <a:ext cx="1801368" cy="1472803"/>
          </a:xfrm>
          <a:prstGeom prst="rect">
            <a:avLst/>
          </a:prstGeom>
          <a:noFill/>
          <a:ln>
            <a:noFill/>
          </a:ln>
        </p:spPr>
        <p:txBody>
          <a:bodyPr spcFirstLastPara="1" wrap="square" lIns="0" tIns="0" rIns="0" bIns="0" anchor="t" anchorCtr="0">
            <a:spAutoFit/>
          </a:bodyPr>
          <a:lstStyle>
            <a:lvl1pPr marL="457200" lvl="0" indent="-228600" algn="ctr">
              <a:lnSpc>
                <a:spcPct val="100000"/>
              </a:lnSpc>
              <a:spcBef>
                <a:spcPts val="0"/>
              </a:spcBef>
              <a:spcAft>
                <a:spcPts val="0"/>
              </a:spcAft>
              <a:buClr>
                <a:schemeClr val="dk1"/>
              </a:buClr>
              <a:buSzPts val="1620"/>
              <a:buNone/>
              <a:defRPr sz="1800">
                <a:latin typeface="Quattrocento Sans"/>
                <a:ea typeface="Quattrocento Sans"/>
                <a:cs typeface="Quattrocento Sans"/>
                <a:sym typeface="Quattrocento Sans"/>
              </a:defRPr>
            </a:lvl1pPr>
            <a:lvl2pPr marL="914400" lvl="1" indent="-331469" algn="l">
              <a:lnSpc>
                <a:spcPct val="100000"/>
              </a:lnSpc>
              <a:spcBef>
                <a:spcPts val="360"/>
              </a:spcBef>
              <a:spcAft>
                <a:spcPts val="0"/>
              </a:spcAft>
              <a:buClr>
                <a:schemeClr val="dk1"/>
              </a:buClr>
              <a:buSzPts val="1620"/>
              <a:buChar char="·"/>
              <a:defRPr/>
            </a:lvl2pPr>
            <a:lvl3pPr marL="1371600" lvl="2" indent="-331469" algn="l">
              <a:lnSpc>
                <a:spcPct val="100000"/>
              </a:lnSpc>
              <a:spcBef>
                <a:spcPts val="360"/>
              </a:spcBef>
              <a:spcAft>
                <a:spcPts val="0"/>
              </a:spcAft>
              <a:buClr>
                <a:schemeClr val="dk1"/>
              </a:buClr>
              <a:buSzPts val="1620"/>
              <a:buChar char="·"/>
              <a:defRPr/>
            </a:lvl3pPr>
            <a:lvl4pPr marL="1828800" lvl="3" indent="-331469" algn="l">
              <a:lnSpc>
                <a:spcPct val="100000"/>
              </a:lnSpc>
              <a:spcBef>
                <a:spcPts val="360"/>
              </a:spcBef>
              <a:spcAft>
                <a:spcPts val="0"/>
              </a:spcAft>
              <a:buClr>
                <a:schemeClr val="dk1"/>
              </a:buClr>
              <a:buSzPts val="1620"/>
              <a:buChar char="·"/>
              <a:defRPr/>
            </a:lvl4pPr>
            <a:lvl5pPr marL="2286000" lvl="4" indent="-331470" algn="l">
              <a:lnSpc>
                <a:spcPct val="100000"/>
              </a:lnSpc>
              <a:spcBef>
                <a:spcPts val="360"/>
              </a:spcBef>
              <a:spcAft>
                <a:spcPts val="0"/>
              </a:spcAft>
              <a:buClr>
                <a:schemeClr val="dk1"/>
              </a:buClr>
              <a:buSzPts val="162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pic>
        <p:nvPicPr>
          <p:cNvPr id="534" name="Google Shape;534;p62" descr="This photo is a 'placeholder' only. Drag or drop your photo here, or click and tap the center to insert a photo."/>
          <p:cNvPicPr preferRelativeResize="0">
            <a:picLocks noGrp="1"/>
          </p:cNvPicPr>
          <p:nvPr>
            <p:ph type="pic" idx="4"/>
          </p:nvPr>
        </p:nvPicPr>
        <p:blipFill/>
        <p:spPr>
          <a:xfrm>
            <a:off x="2451354" y="2286000"/>
            <a:ext cx="2386584" cy="2286000"/>
          </a:xfrm>
          <a:prstGeom prst="rect">
            <a:avLst/>
          </a:prstGeom>
          <a:blipFill rotWithShape="1">
            <a:blip r:embed="rId3">
              <a:alphaModFix/>
            </a:blip>
            <a:stretch>
              <a:fillRect/>
            </a:stretch>
          </a:blipFill>
          <a:ln>
            <a:noFill/>
          </a:ln>
        </p:spPr>
      </p:pic>
      <p:sp>
        <p:nvSpPr>
          <p:cNvPr id="535" name="Google Shape;535;p62"/>
          <p:cNvSpPr txBox="1">
            <a:spLocks noGrp="1"/>
          </p:cNvSpPr>
          <p:nvPr>
            <p:ph type="body" idx="5"/>
          </p:nvPr>
        </p:nvSpPr>
        <p:spPr>
          <a:xfrm>
            <a:off x="5195316" y="4799410"/>
            <a:ext cx="1801368" cy="1469628"/>
          </a:xfrm>
          <a:prstGeom prst="rect">
            <a:avLst/>
          </a:prstGeom>
          <a:noFill/>
          <a:ln>
            <a:noFill/>
          </a:ln>
        </p:spPr>
        <p:txBody>
          <a:bodyPr spcFirstLastPara="1" wrap="square" lIns="0" tIns="0" rIns="0" bIns="0" anchor="t" anchorCtr="0">
            <a:spAutoFit/>
          </a:bodyPr>
          <a:lstStyle>
            <a:lvl1pPr marL="457200" lvl="0" indent="-228600" algn="ctr">
              <a:lnSpc>
                <a:spcPct val="100000"/>
              </a:lnSpc>
              <a:spcBef>
                <a:spcPts val="0"/>
              </a:spcBef>
              <a:spcAft>
                <a:spcPts val="0"/>
              </a:spcAft>
              <a:buClr>
                <a:schemeClr val="dk1"/>
              </a:buClr>
              <a:buSzPts val="1620"/>
              <a:buNone/>
              <a:defRPr sz="1800">
                <a:latin typeface="Quattrocento Sans"/>
                <a:ea typeface="Quattrocento Sans"/>
                <a:cs typeface="Quattrocento Sans"/>
                <a:sym typeface="Quattrocento Sans"/>
              </a:defRPr>
            </a:lvl1pPr>
            <a:lvl2pPr marL="914400" lvl="1" indent="-331469" algn="l">
              <a:lnSpc>
                <a:spcPct val="100000"/>
              </a:lnSpc>
              <a:spcBef>
                <a:spcPts val="360"/>
              </a:spcBef>
              <a:spcAft>
                <a:spcPts val="0"/>
              </a:spcAft>
              <a:buClr>
                <a:schemeClr val="dk1"/>
              </a:buClr>
              <a:buSzPts val="1620"/>
              <a:buChar char="·"/>
              <a:defRPr/>
            </a:lvl2pPr>
            <a:lvl3pPr marL="1371600" lvl="2" indent="-331469" algn="l">
              <a:lnSpc>
                <a:spcPct val="100000"/>
              </a:lnSpc>
              <a:spcBef>
                <a:spcPts val="360"/>
              </a:spcBef>
              <a:spcAft>
                <a:spcPts val="0"/>
              </a:spcAft>
              <a:buClr>
                <a:schemeClr val="dk1"/>
              </a:buClr>
              <a:buSzPts val="1620"/>
              <a:buChar char="·"/>
              <a:defRPr/>
            </a:lvl3pPr>
            <a:lvl4pPr marL="1828800" lvl="3" indent="-331469" algn="l">
              <a:lnSpc>
                <a:spcPct val="100000"/>
              </a:lnSpc>
              <a:spcBef>
                <a:spcPts val="360"/>
              </a:spcBef>
              <a:spcAft>
                <a:spcPts val="0"/>
              </a:spcAft>
              <a:buClr>
                <a:schemeClr val="dk1"/>
              </a:buClr>
              <a:buSzPts val="1620"/>
              <a:buChar char="·"/>
              <a:defRPr/>
            </a:lvl4pPr>
            <a:lvl5pPr marL="2286000" lvl="4" indent="-331470" algn="l">
              <a:lnSpc>
                <a:spcPct val="100000"/>
              </a:lnSpc>
              <a:spcBef>
                <a:spcPts val="360"/>
              </a:spcBef>
              <a:spcAft>
                <a:spcPts val="0"/>
              </a:spcAft>
              <a:buClr>
                <a:schemeClr val="dk1"/>
              </a:buClr>
              <a:buSzPts val="162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pic>
        <p:nvPicPr>
          <p:cNvPr id="536" name="Google Shape;536;p62" descr="This photo is a 'placeholder' only. Drag or drop your photo here, or click and tap the center to insert a photo."/>
          <p:cNvPicPr preferRelativeResize="0">
            <a:picLocks noGrp="1"/>
          </p:cNvPicPr>
          <p:nvPr>
            <p:ph type="pic" idx="6"/>
          </p:nvPr>
        </p:nvPicPr>
        <p:blipFill/>
        <p:spPr>
          <a:xfrm>
            <a:off x="4902708" y="2286000"/>
            <a:ext cx="2386584" cy="2286000"/>
          </a:xfrm>
          <a:prstGeom prst="rect">
            <a:avLst/>
          </a:prstGeom>
          <a:blipFill rotWithShape="1">
            <a:blip r:embed="rId4">
              <a:alphaModFix/>
            </a:blip>
            <a:stretch>
              <a:fillRect/>
            </a:stretch>
          </a:blipFill>
          <a:ln>
            <a:noFill/>
          </a:ln>
        </p:spPr>
      </p:pic>
      <p:sp>
        <p:nvSpPr>
          <p:cNvPr id="537" name="Google Shape;537;p62"/>
          <p:cNvSpPr txBox="1">
            <a:spLocks noGrp="1"/>
          </p:cNvSpPr>
          <p:nvPr>
            <p:ph type="body" idx="7"/>
          </p:nvPr>
        </p:nvSpPr>
        <p:spPr>
          <a:xfrm>
            <a:off x="7646670" y="4799409"/>
            <a:ext cx="1801368" cy="1469629"/>
          </a:xfrm>
          <a:prstGeom prst="rect">
            <a:avLst/>
          </a:prstGeom>
          <a:noFill/>
          <a:ln>
            <a:noFill/>
          </a:ln>
        </p:spPr>
        <p:txBody>
          <a:bodyPr spcFirstLastPara="1" wrap="square" lIns="0" tIns="0" rIns="0" bIns="0" anchor="t" anchorCtr="0">
            <a:spAutoFit/>
          </a:bodyPr>
          <a:lstStyle>
            <a:lvl1pPr marL="457200" lvl="0" indent="-228600" algn="ctr">
              <a:lnSpc>
                <a:spcPct val="100000"/>
              </a:lnSpc>
              <a:spcBef>
                <a:spcPts val="0"/>
              </a:spcBef>
              <a:spcAft>
                <a:spcPts val="0"/>
              </a:spcAft>
              <a:buClr>
                <a:schemeClr val="dk1"/>
              </a:buClr>
              <a:buSzPts val="1620"/>
              <a:buNone/>
              <a:defRPr sz="1800">
                <a:latin typeface="Quattrocento Sans"/>
                <a:ea typeface="Quattrocento Sans"/>
                <a:cs typeface="Quattrocento Sans"/>
                <a:sym typeface="Quattrocento Sans"/>
              </a:defRPr>
            </a:lvl1pPr>
            <a:lvl2pPr marL="914400" lvl="1" indent="-331469" algn="l">
              <a:lnSpc>
                <a:spcPct val="100000"/>
              </a:lnSpc>
              <a:spcBef>
                <a:spcPts val="360"/>
              </a:spcBef>
              <a:spcAft>
                <a:spcPts val="0"/>
              </a:spcAft>
              <a:buClr>
                <a:schemeClr val="dk1"/>
              </a:buClr>
              <a:buSzPts val="1620"/>
              <a:buChar char="·"/>
              <a:defRPr/>
            </a:lvl2pPr>
            <a:lvl3pPr marL="1371600" lvl="2" indent="-331469" algn="l">
              <a:lnSpc>
                <a:spcPct val="100000"/>
              </a:lnSpc>
              <a:spcBef>
                <a:spcPts val="360"/>
              </a:spcBef>
              <a:spcAft>
                <a:spcPts val="0"/>
              </a:spcAft>
              <a:buClr>
                <a:schemeClr val="dk1"/>
              </a:buClr>
              <a:buSzPts val="1620"/>
              <a:buChar char="·"/>
              <a:defRPr/>
            </a:lvl3pPr>
            <a:lvl4pPr marL="1828800" lvl="3" indent="-331469" algn="l">
              <a:lnSpc>
                <a:spcPct val="100000"/>
              </a:lnSpc>
              <a:spcBef>
                <a:spcPts val="360"/>
              </a:spcBef>
              <a:spcAft>
                <a:spcPts val="0"/>
              </a:spcAft>
              <a:buClr>
                <a:schemeClr val="dk1"/>
              </a:buClr>
              <a:buSzPts val="1620"/>
              <a:buChar char="·"/>
              <a:defRPr/>
            </a:lvl4pPr>
            <a:lvl5pPr marL="2286000" lvl="4" indent="-331470" algn="l">
              <a:lnSpc>
                <a:spcPct val="100000"/>
              </a:lnSpc>
              <a:spcBef>
                <a:spcPts val="360"/>
              </a:spcBef>
              <a:spcAft>
                <a:spcPts val="0"/>
              </a:spcAft>
              <a:buClr>
                <a:schemeClr val="dk1"/>
              </a:buClr>
              <a:buSzPts val="162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pic>
        <p:nvPicPr>
          <p:cNvPr id="538" name="Google Shape;538;p62" descr="This photo is a 'placeholder' only. Drag or drop your photo here, or click and tap the center to insert a photo."/>
          <p:cNvPicPr preferRelativeResize="0">
            <a:picLocks noGrp="1"/>
          </p:cNvPicPr>
          <p:nvPr>
            <p:ph type="pic" idx="8"/>
          </p:nvPr>
        </p:nvPicPr>
        <p:blipFill/>
        <p:spPr>
          <a:xfrm>
            <a:off x="7354062" y="2286000"/>
            <a:ext cx="2386584" cy="2286000"/>
          </a:xfrm>
          <a:prstGeom prst="rect">
            <a:avLst/>
          </a:prstGeom>
          <a:blipFill rotWithShape="1">
            <a:blip r:embed="rId5">
              <a:alphaModFix/>
            </a:blip>
            <a:stretch>
              <a:fillRect/>
            </a:stretch>
          </a:blipFill>
          <a:ln>
            <a:noFill/>
          </a:ln>
        </p:spPr>
      </p:pic>
      <p:sp>
        <p:nvSpPr>
          <p:cNvPr id="539" name="Google Shape;539;p62"/>
          <p:cNvSpPr txBox="1">
            <a:spLocks noGrp="1"/>
          </p:cNvSpPr>
          <p:nvPr>
            <p:ph type="body" idx="9"/>
          </p:nvPr>
        </p:nvSpPr>
        <p:spPr>
          <a:xfrm>
            <a:off x="10098024" y="4799409"/>
            <a:ext cx="1801368" cy="1469629"/>
          </a:xfrm>
          <a:prstGeom prst="rect">
            <a:avLst/>
          </a:prstGeom>
          <a:noFill/>
          <a:ln>
            <a:noFill/>
          </a:ln>
        </p:spPr>
        <p:txBody>
          <a:bodyPr spcFirstLastPara="1" wrap="square" lIns="0" tIns="0" rIns="0" bIns="0" anchor="t" anchorCtr="0">
            <a:spAutoFit/>
          </a:bodyPr>
          <a:lstStyle>
            <a:lvl1pPr marL="457200" lvl="0" indent="-228600" algn="ctr">
              <a:lnSpc>
                <a:spcPct val="100000"/>
              </a:lnSpc>
              <a:spcBef>
                <a:spcPts val="0"/>
              </a:spcBef>
              <a:spcAft>
                <a:spcPts val="0"/>
              </a:spcAft>
              <a:buClr>
                <a:schemeClr val="dk1"/>
              </a:buClr>
              <a:buSzPts val="1620"/>
              <a:buNone/>
              <a:defRPr sz="1800">
                <a:latin typeface="Quattrocento Sans"/>
                <a:ea typeface="Quattrocento Sans"/>
                <a:cs typeface="Quattrocento Sans"/>
                <a:sym typeface="Quattrocento Sans"/>
              </a:defRPr>
            </a:lvl1pPr>
            <a:lvl2pPr marL="914400" lvl="1" indent="-331469" algn="l">
              <a:lnSpc>
                <a:spcPct val="100000"/>
              </a:lnSpc>
              <a:spcBef>
                <a:spcPts val="360"/>
              </a:spcBef>
              <a:spcAft>
                <a:spcPts val="0"/>
              </a:spcAft>
              <a:buClr>
                <a:schemeClr val="dk1"/>
              </a:buClr>
              <a:buSzPts val="1620"/>
              <a:buChar char="·"/>
              <a:defRPr/>
            </a:lvl2pPr>
            <a:lvl3pPr marL="1371600" lvl="2" indent="-331469" algn="l">
              <a:lnSpc>
                <a:spcPct val="100000"/>
              </a:lnSpc>
              <a:spcBef>
                <a:spcPts val="360"/>
              </a:spcBef>
              <a:spcAft>
                <a:spcPts val="0"/>
              </a:spcAft>
              <a:buClr>
                <a:schemeClr val="dk1"/>
              </a:buClr>
              <a:buSzPts val="1620"/>
              <a:buChar char="·"/>
              <a:defRPr/>
            </a:lvl3pPr>
            <a:lvl4pPr marL="1828800" lvl="3" indent="-331469" algn="l">
              <a:lnSpc>
                <a:spcPct val="100000"/>
              </a:lnSpc>
              <a:spcBef>
                <a:spcPts val="360"/>
              </a:spcBef>
              <a:spcAft>
                <a:spcPts val="0"/>
              </a:spcAft>
              <a:buClr>
                <a:schemeClr val="dk1"/>
              </a:buClr>
              <a:buSzPts val="1620"/>
              <a:buChar char="·"/>
              <a:defRPr/>
            </a:lvl4pPr>
            <a:lvl5pPr marL="2286000" lvl="4" indent="-331470" algn="l">
              <a:lnSpc>
                <a:spcPct val="100000"/>
              </a:lnSpc>
              <a:spcBef>
                <a:spcPts val="360"/>
              </a:spcBef>
              <a:spcAft>
                <a:spcPts val="0"/>
              </a:spcAft>
              <a:buClr>
                <a:schemeClr val="dk1"/>
              </a:buClr>
              <a:buSzPts val="162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pic>
        <p:nvPicPr>
          <p:cNvPr id="540" name="Google Shape;540;p62" descr="This photo is a 'placeholder' only. Drag or drop your photo here, or click and tap the center to insert a photo."/>
          <p:cNvPicPr preferRelativeResize="0">
            <a:picLocks noGrp="1"/>
          </p:cNvPicPr>
          <p:nvPr>
            <p:ph type="pic" idx="13"/>
          </p:nvPr>
        </p:nvPicPr>
        <p:blipFill/>
        <p:spPr>
          <a:xfrm>
            <a:off x="9805416" y="2286000"/>
            <a:ext cx="2386584" cy="2286000"/>
          </a:xfrm>
          <a:prstGeom prst="rect">
            <a:avLst/>
          </a:prstGeom>
          <a:blipFill rotWithShape="1">
            <a:blip r:embed="rId6">
              <a:alphaModFix/>
            </a:blip>
            <a:stretch>
              <a:fillRect/>
            </a:stretch>
          </a:blipFill>
          <a:ln>
            <a:noFill/>
          </a:ln>
        </p:spPr>
      </p:pic>
      <p:sp>
        <p:nvSpPr>
          <p:cNvPr id="541" name="Google Shape;541;p62"/>
          <p:cNvSpPr txBox="1"/>
          <p:nvPr/>
        </p:nvSpPr>
        <p:spPr>
          <a:xfrm>
            <a:off x="12355721" y="-203944"/>
            <a:ext cx="577081" cy="153888"/>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00">
                <a:solidFill>
                  <a:srgbClr val="A3A3A3"/>
                </a:solidFill>
                <a:latin typeface="Quattrocento Sans"/>
                <a:ea typeface="Quattrocento Sans"/>
                <a:cs typeface="Quattrocento Sans"/>
                <a:sym typeface="Quattrocento Sans"/>
              </a:rPr>
              <a:t>ELT layout</a:t>
            </a:r>
            <a:endParaRPr/>
          </a:p>
        </p:txBody>
      </p:sp>
    </p:spTree>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1440">
          <p15:clr>
            <a:srgbClr val="5ACBF0"/>
          </p15:clr>
        </p15:guide>
        <p15:guide id="3" orient="horz" pos="2880">
          <p15:clr>
            <a:srgbClr val="5ACBF0"/>
          </p15:clr>
        </p15:guide>
        <p15:guide id="4" orient="horz" pos="3024">
          <p15:clr>
            <a:srgbClr val="5ACBF0"/>
          </p15:clr>
        </p15:guide>
        <p15:guide id="5" pos="4631">
          <p15:clr>
            <a:srgbClr val="5ACBF0"/>
          </p15:clr>
        </p15:guide>
        <p15:guide id="6" pos="4593">
          <p15:clr>
            <a:srgbClr val="5ACBF0"/>
          </p15:clr>
        </p15:guide>
        <p15:guide id="7" pos="6134">
          <p15:clr>
            <a:srgbClr val="5ACBF0"/>
          </p15:clr>
        </p15:guide>
        <p15:guide id="8" pos="1323">
          <p15:clr>
            <a:srgbClr val="5ACBF0"/>
          </p15:clr>
        </p15:guide>
        <p15:guide id="9" pos="2865">
          <p15:clr>
            <a:srgbClr val="5ACBF0"/>
          </p15:clr>
        </p15:guide>
        <p15:guide id="10" pos="4815">
          <p15:clr>
            <a:srgbClr val="5ACBF0"/>
          </p15:clr>
        </p15:guide>
        <p15:guide id="11" pos="6361">
          <p15:clr>
            <a:srgbClr val="5ACBF0"/>
          </p15:clr>
        </p15:guide>
        <p15:guide id="12" orient="horz">
          <p15:clr>
            <a:srgbClr val="5ACBF0"/>
          </p15:clr>
        </p15:guide>
        <p15:guide id="13" pos="1727">
          <p15:clr>
            <a:srgbClr val="5ACBF0"/>
          </p15:clr>
        </p15:guide>
        <p15:guide id="14" pos="2294">
          <p15:clr>
            <a:srgbClr val="5ACBF0"/>
          </p15:clr>
        </p15:guide>
        <p15:guide id="15" pos="3273">
          <p15:clr>
            <a:srgbClr val="5ACBF0"/>
          </p15:clr>
        </p15:guide>
        <p15:guide id="16" pos="4411">
          <p15:clr>
            <a:srgbClr val="5ACBF0"/>
          </p15:clr>
        </p15:guide>
        <p15:guide id="17" pos="6179">
          <p15:clr>
            <a:srgbClr val="5ACBF0"/>
          </p15:clr>
        </p15:guide>
        <p15:guide id="18" pos="1501">
          <p15:clr>
            <a:srgbClr val="5ACBF0"/>
          </p15:clr>
        </p15:guide>
        <p15:guide id="19" pos="1543">
          <p15:clr>
            <a:srgbClr val="5ACBF0"/>
          </p15:clr>
        </p15:guide>
        <p15:guide id="20" pos="3049">
          <p15:clr>
            <a:srgbClr val="5ACBF0"/>
          </p15:clr>
        </p15:guide>
        <p15:guide id="21" pos="3088">
          <p15:clr>
            <a:srgbClr val="5ACBF0"/>
          </p15:clr>
        </p15:guide>
        <p15:guide id="22" pos="5954">
          <p15:clr>
            <a:srgbClr val="5ACBF0"/>
          </p15:clr>
        </p15:guide>
        <p15:guide id="23" pos="3840">
          <p15:clr>
            <a:srgbClr val="5ACBF0"/>
          </p15:clr>
        </p15:guide>
        <p15:guide id="24" pos="5386">
          <p15:clr>
            <a:srgbClr val="5ACBF0"/>
          </p15:clr>
        </p15:guide>
        <p15:guide id="25" pos="753">
          <p15:clr>
            <a:srgbClr val="5ACBF0"/>
          </p15:clr>
        </p15:guide>
        <p15:guide id="26" pos="6927">
          <p15:clr>
            <a:srgbClr val="5ACBF0"/>
          </p15:clr>
        </p15:guide>
      </p15:sldGuideLst>
    </p:ext>
  </p:extLst>
</p:sldLayout>
</file>

<file path=ppt/slideLayouts/slideLayout62.xml><?xml version="1.0" encoding="utf-8"?>
<p:sldLayout xmlns:a="http://schemas.openxmlformats.org/drawingml/2006/main" xmlns:r="http://schemas.openxmlformats.org/officeDocument/2006/relationships" xmlns:p="http://schemas.openxmlformats.org/presentationml/2006/main" matchingName="Three round photos">
  <p:cSld name="Three round photos">
    <p:spTree>
      <p:nvGrpSpPr>
        <p:cNvPr id="1" name="Shape 542"/>
        <p:cNvGrpSpPr/>
        <p:nvPr/>
      </p:nvGrpSpPr>
      <p:grpSpPr>
        <a:xfrm>
          <a:off x="0" y="0"/>
          <a:ext cx="0" cy="0"/>
          <a:chOff x="0" y="0"/>
          <a:chExt cx="0" cy="0"/>
        </a:xfrm>
      </p:grpSpPr>
      <p:sp>
        <p:nvSpPr>
          <p:cNvPr id="543" name="Google Shape;543;p63"/>
          <p:cNvSpPr txBox="1">
            <a:spLocks noGrp="1"/>
          </p:cNvSpPr>
          <p:nvPr>
            <p:ph type="title"/>
          </p:nvPr>
        </p:nvSpPr>
        <p:spPr>
          <a:xfrm>
            <a:off x="588263" y="588962"/>
            <a:ext cx="11018520" cy="1115568"/>
          </a:xfrm>
          <a:prstGeom prst="rect">
            <a:avLst/>
          </a:prstGeom>
          <a:noFill/>
          <a:ln>
            <a:noFill/>
          </a:ln>
        </p:spPr>
        <p:txBody>
          <a:bodyPr spcFirstLastPara="1" wrap="square" lIns="0" tIns="0" rIns="0" bIns="0" anchor="ctr" anchorCtr="0">
            <a:spAutoFit/>
          </a:bodyPr>
          <a:lstStyle>
            <a:lvl1pPr lvl="0" algn="ctr">
              <a:lnSpc>
                <a:spcPct val="100000"/>
              </a:lnSpc>
              <a:spcBef>
                <a:spcPts val="0"/>
              </a:spcBef>
              <a:spcAft>
                <a:spcPts val="0"/>
              </a:spcAft>
              <a:buClr>
                <a:schemeClr val="dk1"/>
              </a:buClr>
              <a:buSzPts val="3600"/>
              <a:buFont typeface="Quattrocento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pic>
        <p:nvPicPr>
          <p:cNvPr id="544" name="Google Shape;544;p63" descr="This photo is a 'placeholder' only. Drag or drop your photo here, or click and tap the center to insert a photo."/>
          <p:cNvPicPr preferRelativeResize="0">
            <a:picLocks noGrp="1"/>
          </p:cNvPicPr>
          <p:nvPr>
            <p:ph type="pic" idx="2"/>
          </p:nvPr>
        </p:nvPicPr>
        <p:blipFill/>
        <p:spPr>
          <a:xfrm>
            <a:off x="2037906" y="2286000"/>
            <a:ext cx="2313432" cy="2313432"/>
          </a:xfrm>
          <a:prstGeom prst="ellipse">
            <a:avLst/>
          </a:prstGeom>
          <a:blipFill rotWithShape="1">
            <a:blip r:embed="rId2">
              <a:alphaModFix/>
            </a:blip>
            <a:stretch>
              <a:fillRect/>
            </a:stretch>
          </a:blipFill>
          <a:ln>
            <a:noFill/>
          </a:ln>
        </p:spPr>
      </p:pic>
      <p:sp>
        <p:nvSpPr>
          <p:cNvPr id="545" name="Google Shape;545;p63"/>
          <p:cNvSpPr txBox="1">
            <a:spLocks noGrp="1"/>
          </p:cNvSpPr>
          <p:nvPr>
            <p:ph type="body" idx="1"/>
          </p:nvPr>
        </p:nvSpPr>
        <p:spPr>
          <a:xfrm>
            <a:off x="2037906" y="4800600"/>
            <a:ext cx="2313432" cy="1468438"/>
          </a:xfrm>
          <a:prstGeom prst="rect">
            <a:avLst/>
          </a:prstGeom>
          <a:noFill/>
          <a:ln>
            <a:noFill/>
          </a:ln>
        </p:spPr>
        <p:txBody>
          <a:bodyPr spcFirstLastPara="1" wrap="square" lIns="0" tIns="0" rIns="0" bIns="0" anchor="t" anchorCtr="0">
            <a:spAutoFit/>
          </a:bodyPr>
          <a:lstStyle>
            <a:lvl1pPr marL="457200" lvl="0" indent="-228600" algn="ctr">
              <a:lnSpc>
                <a:spcPct val="100000"/>
              </a:lnSpc>
              <a:spcBef>
                <a:spcPts val="0"/>
              </a:spcBef>
              <a:spcAft>
                <a:spcPts val="0"/>
              </a:spcAft>
              <a:buClr>
                <a:schemeClr val="dk1"/>
              </a:buClr>
              <a:buSzPts val="1620"/>
              <a:buNone/>
              <a:defRPr sz="1800">
                <a:latin typeface="Quattrocento Sans"/>
                <a:ea typeface="Quattrocento Sans"/>
                <a:cs typeface="Quattrocento Sans"/>
                <a:sym typeface="Quattrocento Sans"/>
              </a:defRPr>
            </a:lvl1pPr>
            <a:lvl2pPr marL="914400" lvl="1" indent="-331469" algn="l">
              <a:lnSpc>
                <a:spcPct val="100000"/>
              </a:lnSpc>
              <a:spcBef>
                <a:spcPts val="360"/>
              </a:spcBef>
              <a:spcAft>
                <a:spcPts val="0"/>
              </a:spcAft>
              <a:buClr>
                <a:schemeClr val="dk1"/>
              </a:buClr>
              <a:buSzPts val="1620"/>
              <a:buChar char="·"/>
              <a:defRPr/>
            </a:lvl2pPr>
            <a:lvl3pPr marL="1371600" lvl="2" indent="-331469" algn="l">
              <a:lnSpc>
                <a:spcPct val="100000"/>
              </a:lnSpc>
              <a:spcBef>
                <a:spcPts val="360"/>
              </a:spcBef>
              <a:spcAft>
                <a:spcPts val="0"/>
              </a:spcAft>
              <a:buClr>
                <a:schemeClr val="dk1"/>
              </a:buClr>
              <a:buSzPts val="1620"/>
              <a:buChar char="·"/>
              <a:defRPr/>
            </a:lvl3pPr>
            <a:lvl4pPr marL="1828800" lvl="3" indent="-331469" algn="l">
              <a:lnSpc>
                <a:spcPct val="100000"/>
              </a:lnSpc>
              <a:spcBef>
                <a:spcPts val="360"/>
              </a:spcBef>
              <a:spcAft>
                <a:spcPts val="0"/>
              </a:spcAft>
              <a:buClr>
                <a:schemeClr val="dk1"/>
              </a:buClr>
              <a:buSzPts val="1620"/>
              <a:buChar char="·"/>
              <a:defRPr/>
            </a:lvl4pPr>
            <a:lvl5pPr marL="2286000" lvl="4" indent="-331470" algn="l">
              <a:lnSpc>
                <a:spcPct val="100000"/>
              </a:lnSpc>
              <a:spcBef>
                <a:spcPts val="360"/>
              </a:spcBef>
              <a:spcAft>
                <a:spcPts val="0"/>
              </a:spcAft>
              <a:buClr>
                <a:schemeClr val="dk1"/>
              </a:buClr>
              <a:buSzPts val="162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pic>
        <p:nvPicPr>
          <p:cNvPr id="546" name="Google Shape;546;p63" descr="This photo is a 'placeholder' only. Drag or drop your photo here, or click and tap the center to insert a photo."/>
          <p:cNvPicPr preferRelativeResize="0">
            <a:picLocks noGrp="1"/>
          </p:cNvPicPr>
          <p:nvPr>
            <p:ph type="pic" idx="3"/>
          </p:nvPr>
        </p:nvPicPr>
        <p:blipFill/>
        <p:spPr>
          <a:xfrm>
            <a:off x="4939284" y="2286000"/>
            <a:ext cx="2313432" cy="2313432"/>
          </a:xfrm>
          <a:prstGeom prst="ellipse">
            <a:avLst/>
          </a:prstGeom>
          <a:blipFill rotWithShape="1">
            <a:blip r:embed="rId3">
              <a:alphaModFix/>
            </a:blip>
            <a:stretch>
              <a:fillRect/>
            </a:stretch>
          </a:blipFill>
          <a:ln>
            <a:noFill/>
          </a:ln>
        </p:spPr>
      </p:pic>
      <p:sp>
        <p:nvSpPr>
          <p:cNvPr id="547" name="Google Shape;547;p63"/>
          <p:cNvSpPr txBox="1">
            <a:spLocks noGrp="1"/>
          </p:cNvSpPr>
          <p:nvPr>
            <p:ph type="body" idx="4"/>
          </p:nvPr>
        </p:nvSpPr>
        <p:spPr>
          <a:xfrm>
            <a:off x="4939284" y="4800600"/>
            <a:ext cx="2313432" cy="1468438"/>
          </a:xfrm>
          <a:prstGeom prst="rect">
            <a:avLst/>
          </a:prstGeom>
          <a:noFill/>
          <a:ln>
            <a:noFill/>
          </a:ln>
        </p:spPr>
        <p:txBody>
          <a:bodyPr spcFirstLastPara="1" wrap="square" lIns="0" tIns="0" rIns="0" bIns="0" anchor="t" anchorCtr="0">
            <a:spAutoFit/>
          </a:bodyPr>
          <a:lstStyle>
            <a:lvl1pPr marL="457200" lvl="0" indent="-228600" algn="ctr">
              <a:lnSpc>
                <a:spcPct val="100000"/>
              </a:lnSpc>
              <a:spcBef>
                <a:spcPts val="0"/>
              </a:spcBef>
              <a:spcAft>
                <a:spcPts val="0"/>
              </a:spcAft>
              <a:buClr>
                <a:schemeClr val="dk1"/>
              </a:buClr>
              <a:buSzPts val="1620"/>
              <a:buNone/>
              <a:defRPr sz="1800">
                <a:latin typeface="Quattrocento Sans"/>
                <a:ea typeface="Quattrocento Sans"/>
                <a:cs typeface="Quattrocento Sans"/>
                <a:sym typeface="Quattrocento Sans"/>
              </a:defRPr>
            </a:lvl1pPr>
            <a:lvl2pPr marL="914400" lvl="1" indent="-331469" algn="l">
              <a:lnSpc>
                <a:spcPct val="100000"/>
              </a:lnSpc>
              <a:spcBef>
                <a:spcPts val="360"/>
              </a:spcBef>
              <a:spcAft>
                <a:spcPts val="0"/>
              </a:spcAft>
              <a:buClr>
                <a:schemeClr val="dk1"/>
              </a:buClr>
              <a:buSzPts val="1620"/>
              <a:buChar char="·"/>
              <a:defRPr/>
            </a:lvl2pPr>
            <a:lvl3pPr marL="1371600" lvl="2" indent="-331469" algn="l">
              <a:lnSpc>
                <a:spcPct val="100000"/>
              </a:lnSpc>
              <a:spcBef>
                <a:spcPts val="360"/>
              </a:spcBef>
              <a:spcAft>
                <a:spcPts val="0"/>
              </a:spcAft>
              <a:buClr>
                <a:schemeClr val="dk1"/>
              </a:buClr>
              <a:buSzPts val="1620"/>
              <a:buChar char="·"/>
              <a:defRPr/>
            </a:lvl3pPr>
            <a:lvl4pPr marL="1828800" lvl="3" indent="-331469" algn="l">
              <a:lnSpc>
                <a:spcPct val="100000"/>
              </a:lnSpc>
              <a:spcBef>
                <a:spcPts val="360"/>
              </a:spcBef>
              <a:spcAft>
                <a:spcPts val="0"/>
              </a:spcAft>
              <a:buClr>
                <a:schemeClr val="dk1"/>
              </a:buClr>
              <a:buSzPts val="1620"/>
              <a:buChar char="·"/>
              <a:defRPr/>
            </a:lvl4pPr>
            <a:lvl5pPr marL="2286000" lvl="4" indent="-331470" algn="l">
              <a:lnSpc>
                <a:spcPct val="100000"/>
              </a:lnSpc>
              <a:spcBef>
                <a:spcPts val="360"/>
              </a:spcBef>
              <a:spcAft>
                <a:spcPts val="0"/>
              </a:spcAft>
              <a:buClr>
                <a:schemeClr val="dk1"/>
              </a:buClr>
              <a:buSzPts val="162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pic>
        <p:nvPicPr>
          <p:cNvPr id="548" name="Google Shape;548;p63" descr="This photo is a 'placeholder' only. Drag or drop your photo here, or click and tap the center to insert a photo."/>
          <p:cNvPicPr preferRelativeResize="0">
            <a:picLocks noGrp="1"/>
          </p:cNvPicPr>
          <p:nvPr>
            <p:ph type="pic" idx="5"/>
          </p:nvPr>
        </p:nvPicPr>
        <p:blipFill/>
        <p:spPr>
          <a:xfrm>
            <a:off x="7840663" y="2286000"/>
            <a:ext cx="2313432" cy="2313432"/>
          </a:xfrm>
          <a:prstGeom prst="ellipse">
            <a:avLst/>
          </a:prstGeom>
          <a:blipFill rotWithShape="1">
            <a:blip r:embed="rId4">
              <a:alphaModFix/>
            </a:blip>
            <a:stretch>
              <a:fillRect/>
            </a:stretch>
          </a:blipFill>
          <a:ln>
            <a:noFill/>
          </a:ln>
        </p:spPr>
      </p:pic>
      <p:sp>
        <p:nvSpPr>
          <p:cNvPr id="549" name="Google Shape;549;p63"/>
          <p:cNvSpPr txBox="1">
            <a:spLocks noGrp="1"/>
          </p:cNvSpPr>
          <p:nvPr>
            <p:ph type="body" idx="6"/>
          </p:nvPr>
        </p:nvSpPr>
        <p:spPr>
          <a:xfrm>
            <a:off x="7840663" y="4800600"/>
            <a:ext cx="2313432" cy="1468438"/>
          </a:xfrm>
          <a:prstGeom prst="rect">
            <a:avLst/>
          </a:prstGeom>
          <a:noFill/>
          <a:ln>
            <a:noFill/>
          </a:ln>
        </p:spPr>
        <p:txBody>
          <a:bodyPr spcFirstLastPara="1" wrap="square" lIns="0" tIns="0" rIns="0" bIns="0" anchor="t" anchorCtr="0">
            <a:spAutoFit/>
          </a:bodyPr>
          <a:lstStyle>
            <a:lvl1pPr marL="457200" lvl="0" indent="-228600" algn="ctr">
              <a:lnSpc>
                <a:spcPct val="100000"/>
              </a:lnSpc>
              <a:spcBef>
                <a:spcPts val="0"/>
              </a:spcBef>
              <a:spcAft>
                <a:spcPts val="0"/>
              </a:spcAft>
              <a:buClr>
                <a:schemeClr val="dk1"/>
              </a:buClr>
              <a:buSzPts val="1620"/>
              <a:buNone/>
              <a:defRPr sz="1800">
                <a:latin typeface="Quattrocento Sans"/>
                <a:ea typeface="Quattrocento Sans"/>
                <a:cs typeface="Quattrocento Sans"/>
                <a:sym typeface="Quattrocento Sans"/>
              </a:defRPr>
            </a:lvl1pPr>
            <a:lvl2pPr marL="914400" lvl="1" indent="-331469" algn="l">
              <a:lnSpc>
                <a:spcPct val="100000"/>
              </a:lnSpc>
              <a:spcBef>
                <a:spcPts val="360"/>
              </a:spcBef>
              <a:spcAft>
                <a:spcPts val="0"/>
              </a:spcAft>
              <a:buClr>
                <a:schemeClr val="dk1"/>
              </a:buClr>
              <a:buSzPts val="1620"/>
              <a:buChar char="·"/>
              <a:defRPr/>
            </a:lvl2pPr>
            <a:lvl3pPr marL="1371600" lvl="2" indent="-331469" algn="l">
              <a:lnSpc>
                <a:spcPct val="100000"/>
              </a:lnSpc>
              <a:spcBef>
                <a:spcPts val="360"/>
              </a:spcBef>
              <a:spcAft>
                <a:spcPts val="0"/>
              </a:spcAft>
              <a:buClr>
                <a:schemeClr val="dk1"/>
              </a:buClr>
              <a:buSzPts val="1620"/>
              <a:buChar char="·"/>
              <a:defRPr/>
            </a:lvl3pPr>
            <a:lvl4pPr marL="1828800" lvl="3" indent="-331469" algn="l">
              <a:lnSpc>
                <a:spcPct val="100000"/>
              </a:lnSpc>
              <a:spcBef>
                <a:spcPts val="360"/>
              </a:spcBef>
              <a:spcAft>
                <a:spcPts val="0"/>
              </a:spcAft>
              <a:buClr>
                <a:schemeClr val="dk1"/>
              </a:buClr>
              <a:buSzPts val="1620"/>
              <a:buChar char="·"/>
              <a:defRPr/>
            </a:lvl4pPr>
            <a:lvl5pPr marL="2286000" lvl="4" indent="-331470" algn="l">
              <a:lnSpc>
                <a:spcPct val="100000"/>
              </a:lnSpc>
              <a:spcBef>
                <a:spcPts val="360"/>
              </a:spcBef>
              <a:spcAft>
                <a:spcPts val="0"/>
              </a:spcAft>
              <a:buClr>
                <a:schemeClr val="dk1"/>
              </a:buClr>
              <a:buSzPts val="162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550" name="Google Shape;550;p63"/>
          <p:cNvSpPr txBox="1"/>
          <p:nvPr/>
        </p:nvSpPr>
        <p:spPr>
          <a:xfrm>
            <a:off x="12355721" y="-203944"/>
            <a:ext cx="577081" cy="153888"/>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00">
                <a:solidFill>
                  <a:srgbClr val="A3A3A3"/>
                </a:solidFill>
                <a:latin typeface="Quattrocento Sans"/>
                <a:ea typeface="Quattrocento Sans"/>
                <a:cs typeface="Quattrocento Sans"/>
                <a:sym typeface="Quattrocento Sans"/>
              </a:rPr>
              <a:t>ELT layout</a:t>
            </a:r>
            <a:endParaRPr/>
          </a:p>
        </p:txBody>
      </p:sp>
    </p:spTree>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3024">
          <p15:clr>
            <a:srgbClr val="5ACBF0"/>
          </p15:clr>
        </p15:guide>
        <p15:guide id="3" pos="3840">
          <p15:clr>
            <a:srgbClr val="5ACBF0"/>
          </p15:clr>
        </p15:guide>
        <p15:guide id="4" pos="1283">
          <p15:clr>
            <a:srgbClr val="5ACBF0"/>
          </p15:clr>
        </p15:guide>
        <p15:guide id="5" pos="5666">
          <p15:clr>
            <a:srgbClr val="5ACBF0"/>
          </p15:clr>
        </p15:guide>
        <p15:guide id="6" pos="2741">
          <p15:clr>
            <a:srgbClr val="5ACBF0"/>
          </p15:clr>
        </p15:guide>
        <p15:guide id="7" pos="2012">
          <p15:clr>
            <a:srgbClr val="5ACBF0"/>
          </p15:clr>
        </p15:guide>
        <p15:guide id="8" pos="3109">
          <p15:clr>
            <a:srgbClr val="5ACBF0"/>
          </p15:clr>
        </p15:guide>
        <p15:guide id="9" pos="4570">
          <p15:clr>
            <a:srgbClr val="5ACBF0"/>
          </p15:clr>
        </p15:guide>
        <p15:guide id="10" pos="6397">
          <p15:clr>
            <a:srgbClr val="5ACBF0"/>
          </p15:clr>
        </p15:guide>
        <p15:guide id="11" orient="horz" pos="1440">
          <p15:clr>
            <a:srgbClr val="5ACBF0"/>
          </p15:clr>
        </p15:guide>
        <p15:guide id="12" pos="4938">
          <p15:clr>
            <a:srgbClr val="5ACBF0"/>
          </p15:clr>
        </p15:guide>
        <p15:guide id="13" orient="horz" pos="2894">
          <p15:clr>
            <a:srgbClr val="5ACBF0"/>
          </p15:clr>
        </p15:guide>
      </p15:sldGuideLst>
    </p:ext>
  </p:extLst>
</p:sldLayout>
</file>

<file path=ppt/slideLayouts/slideLayout63.xml><?xml version="1.0" encoding="utf-8"?>
<p:sldLayout xmlns:a="http://schemas.openxmlformats.org/drawingml/2006/main" xmlns:r="http://schemas.openxmlformats.org/officeDocument/2006/relationships" xmlns:p="http://schemas.openxmlformats.org/presentationml/2006/main" matchingName="Four round photos">
  <p:cSld name="Four round photos">
    <p:spTree>
      <p:nvGrpSpPr>
        <p:cNvPr id="1" name="Shape 551"/>
        <p:cNvGrpSpPr/>
        <p:nvPr/>
      </p:nvGrpSpPr>
      <p:grpSpPr>
        <a:xfrm>
          <a:off x="0" y="0"/>
          <a:ext cx="0" cy="0"/>
          <a:chOff x="0" y="0"/>
          <a:chExt cx="0" cy="0"/>
        </a:xfrm>
      </p:grpSpPr>
      <p:sp>
        <p:nvSpPr>
          <p:cNvPr id="552" name="Google Shape;552;p64"/>
          <p:cNvSpPr txBox="1">
            <a:spLocks noGrp="1"/>
          </p:cNvSpPr>
          <p:nvPr>
            <p:ph type="title"/>
          </p:nvPr>
        </p:nvSpPr>
        <p:spPr>
          <a:xfrm>
            <a:off x="588263" y="583007"/>
            <a:ext cx="11018520" cy="1115568"/>
          </a:xfrm>
          <a:prstGeom prst="rect">
            <a:avLst/>
          </a:prstGeom>
          <a:noFill/>
          <a:ln>
            <a:noFill/>
          </a:ln>
        </p:spPr>
        <p:txBody>
          <a:bodyPr spcFirstLastPara="1" wrap="square" lIns="0" tIns="0" rIns="0" bIns="0" anchor="ctr" anchorCtr="0">
            <a:spAutoFit/>
          </a:bodyPr>
          <a:lstStyle>
            <a:lvl1pPr lvl="0" algn="ctr">
              <a:lnSpc>
                <a:spcPct val="100000"/>
              </a:lnSpc>
              <a:spcBef>
                <a:spcPts val="0"/>
              </a:spcBef>
              <a:spcAft>
                <a:spcPts val="0"/>
              </a:spcAft>
              <a:buClr>
                <a:schemeClr val="dk1"/>
              </a:buClr>
              <a:buSzPts val="3600"/>
              <a:buFont typeface="Quattrocento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pic>
        <p:nvPicPr>
          <p:cNvPr id="553" name="Google Shape;553;p64" descr="This photo is a 'placeholder' only. Drag or drop your photo here, or click and tap the center to insert a photo."/>
          <p:cNvPicPr preferRelativeResize="0">
            <a:picLocks noGrp="1"/>
          </p:cNvPicPr>
          <p:nvPr>
            <p:ph type="pic" idx="2"/>
          </p:nvPr>
        </p:nvPicPr>
        <p:blipFill/>
        <p:spPr>
          <a:xfrm>
            <a:off x="584200" y="2286000"/>
            <a:ext cx="2313432" cy="2313432"/>
          </a:xfrm>
          <a:prstGeom prst="ellipse">
            <a:avLst/>
          </a:prstGeom>
          <a:blipFill rotWithShape="1">
            <a:blip r:embed="rId2">
              <a:alphaModFix/>
            </a:blip>
            <a:stretch>
              <a:fillRect/>
            </a:stretch>
          </a:blipFill>
          <a:ln>
            <a:noFill/>
          </a:ln>
        </p:spPr>
      </p:pic>
      <p:sp>
        <p:nvSpPr>
          <p:cNvPr id="554" name="Google Shape;554;p64"/>
          <p:cNvSpPr txBox="1">
            <a:spLocks noGrp="1"/>
          </p:cNvSpPr>
          <p:nvPr>
            <p:ph type="body" idx="1"/>
          </p:nvPr>
        </p:nvSpPr>
        <p:spPr>
          <a:xfrm>
            <a:off x="584200" y="4800600"/>
            <a:ext cx="2313432" cy="1468438"/>
          </a:xfrm>
          <a:prstGeom prst="rect">
            <a:avLst/>
          </a:prstGeom>
          <a:noFill/>
          <a:ln>
            <a:noFill/>
          </a:ln>
        </p:spPr>
        <p:txBody>
          <a:bodyPr spcFirstLastPara="1" wrap="square" lIns="0" tIns="0" rIns="0" bIns="0" anchor="t" anchorCtr="0">
            <a:spAutoFit/>
          </a:bodyPr>
          <a:lstStyle>
            <a:lvl1pPr marL="457200" lvl="0" indent="-228600" algn="ctr">
              <a:lnSpc>
                <a:spcPct val="100000"/>
              </a:lnSpc>
              <a:spcBef>
                <a:spcPts val="0"/>
              </a:spcBef>
              <a:spcAft>
                <a:spcPts val="0"/>
              </a:spcAft>
              <a:buClr>
                <a:schemeClr val="dk1"/>
              </a:buClr>
              <a:buSzPts val="1620"/>
              <a:buNone/>
              <a:defRPr sz="1800">
                <a:latin typeface="Quattrocento Sans"/>
                <a:ea typeface="Quattrocento Sans"/>
                <a:cs typeface="Quattrocento Sans"/>
                <a:sym typeface="Quattrocento Sans"/>
              </a:defRPr>
            </a:lvl1pPr>
            <a:lvl2pPr marL="914400" lvl="1" indent="-331469" algn="l">
              <a:lnSpc>
                <a:spcPct val="100000"/>
              </a:lnSpc>
              <a:spcBef>
                <a:spcPts val="360"/>
              </a:spcBef>
              <a:spcAft>
                <a:spcPts val="0"/>
              </a:spcAft>
              <a:buClr>
                <a:schemeClr val="dk1"/>
              </a:buClr>
              <a:buSzPts val="1620"/>
              <a:buChar char="·"/>
              <a:defRPr/>
            </a:lvl2pPr>
            <a:lvl3pPr marL="1371600" lvl="2" indent="-331469" algn="l">
              <a:lnSpc>
                <a:spcPct val="100000"/>
              </a:lnSpc>
              <a:spcBef>
                <a:spcPts val="360"/>
              </a:spcBef>
              <a:spcAft>
                <a:spcPts val="0"/>
              </a:spcAft>
              <a:buClr>
                <a:schemeClr val="dk1"/>
              </a:buClr>
              <a:buSzPts val="1620"/>
              <a:buChar char="·"/>
              <a:defRPr/>
            </a:lvl3pPr>
            <a:lvl4pPr marL="1828800" lvl="3" indent="-331469" algn="l">
              <a:lnSpc>
                <a:spcPct val="100000"/>
              </a:lnSpc>
              <a:spcBef>
                <a:spcPts val="360"/>
              </a:spcBef>
              <a:spcAft>
                <a:spcPts val="0"/>
              </a:spcAft>
              <a:buClr>
                <a:schemeClr val="dk1"/>
              </a:buClr>
              <a:buSzPts val="1620"/>
              <a:buChar char="·"/>
              <a:defRPr/>
            </a:lvl4pPr>
            <a:lvl5pPr marL="2286000" lvl="4" indent="-331470" algn="l">
              <a:lnSpc>
                <a:spcPct val="100000"/>
              </a:lnSpc>
              <a:spcBef>
                <a:spcPts val="360"/>
              </a:spcBef>
              <a:spcAft>
                <a:spcPts val="0"/>
              </a:spcAft>
              <a:buClr>
                <a:schemeClr val="dk1"/>
              </a:buClr>
              <a:buSzPts val="162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pic>
        <p:nvPicPr>
          <p:cNvPr id="555" name="Google Shape;555;p64" descr="This photo is a 'placeholder' only. Drag or drop your photo here, or click and tap the center to insert a photo."/>
          <p:cNvPicPr preferRelativeResize="0">
            <a:picLocks noGrp="1"/>
          </p:cNvPicPr>
          <p:nvPr>
            <p:ph type="pic" idx="3"/>
          </p:nvPr>
        </p:nvPicPr>
        <p:blipFill/>
        <p:spPr>
          <a:xfrm>
            <a:off x="3487250" y="2286000"/>
            <a:ext cx="2313432" cy="2313432"/>
          </a:xfrm>
          <a:prstGeom prst="ellipse">
            <a:avLst/>
          </a:prstGeom>
          <a:blipFill rotWithShape="1">
            <a:blip r:embed="rId3">
              <a:alphaModFix/>
            </a:blip>
            <a:stretch>
              <a:fillRect/>
            </a:stretch>
          </a:blipFill>
          <a:ln>
            <a:noFill/>
          </a:ln>
        </p:spPr>
      </p:pic>
      <p:sp>
        <p:nvSpPr>
          <p:cNvPr id="556" name="Google Shape;556;p64"/>
          <p:cNvSpPr txBox="1">
            <a:spLocks noGrp="1"/>
          </p:cNvSpPr>
          <p:nvPr>
            <p:ph type="body" idx="4"/>
          </p:nvPr>
        </p:nvSpPr>
        <p:spPr>
          <a:xfrm>
            <a:off x="3487250" y="4800600"/>
            <a:ext cx="2313432" cy="1468438"/>
          </a:xfrm>
          <a:prstGeom prst="rect">
            <a:avLst/>
          </a:prstGeom>
          <a:noFill/>
          <a:ln>
            <a:noFill/>
          </a:ln>
        </p:spPr>
        <p:txBody>
          <a:bodyPr spcFirstLastPara="1" wrap="square" lIns="0" tIns="0" rIns="0" bIns="0" anchor="t" anchorCtr="0">
            <a:spAutoFit/>
          </a:bodyPr>
          <a:lstStyle>
            <a:lvl1pPr marL="457200" lvl="0" indent="-228600" algn="ctr">
              <a:lnSpc>
                <a:spcPct val="100000"/>
              </a:lnSpc>
              <a:spcBef>
                <a:spcPts val="0"/>
              </a:spcBef>
              <a:spcAft>
                <a:spcPts val="0"/>
              </a:spcAft>
              <a:buClr>
                <a:schemeClr val="dk1"/>
              </a:buClr>
              <a:buSzPts val="1620"/>
              <a:buNone/>
              <a:defRPr sz="1800">
                <a:latin typeface="Quattrocento Sans"/>
                <a:ea typeface="Quattrocento Sans"/>
                <a:cs typeface="Quattrocento Sans"/>
                <a:sym typeface="Quattrocento Sans"/>
              </a:defRPr>
            </a:lvl1pPr>
            <a:lvl2pPr marL="914400" lvl="1" indent="-331469" algn="l">
              <a:lnSpc>
                <a:spcPct val="100000"/>
              </a:lnSpc>
              <a:spcBef>
                <a:spcPts val="360"/>
              </a:spcBef>
              <a:spcAft>
                <a:spcPts val="0"/>
              </a:spcAft>
              <a:buClr>
                <a:schemeClr val="dk1"/>
              </a:buClr>
              <a:buSzPts val="1620"/>
              <a:buChar char="·"/>
              <a:defRPr/>
            </a:lvl2pPr>
            <a:lvl3pPr marL="1371600" lvl="2" indent="-331469" algn="l">
              <a:lnSpc>
                <a:spcPct val="100000"/>
              </a:lnSpc>
              <a:spcBef>
                <a:spcPts val="360"/>
              </a:spcBef>
              <a:spcAft>
                <a:spcPts val="0"/>
              </a:spcAft>
              <a:buClr>
                <a:schemeClr val="dk1"/>
              </a:buClr>
              <a:buSzPts val="1620"/>
              <a:buChar char="·"/>
              <a:defRPr/>
            </a:lvl3pPr>
            <a:lvl4pPr marL="1828800" lvl="3" indent="-331469" algn="l">
              <a:lnSpc>
                <a:spcPct val="100000"/>
              </a:lnSpc>
              <a:spcBef>
                <a:spcPts val="360"/>
              </a:spcBef>
              <a:spcAft>
                <a:spcPts val="0"/>
              </a:spcAft>
              <a:buClr>
                <a:schemeClr val="dk1"/>
              </a:buClr>
              <a:buSzPts val="1620"/>
              <a:buChar char="·"/>
              <a:defRPr/>
            </a:lvl4pPr>
            <a:lvl5pPr marL="2286000" lvl="4" indent="-331470" algn="l">
              <a:lnSpc>
                <a:spcPct val="100000"/>
              </a:lnSpc>
              <a:spcBef>
                <a:spcPts val="360"/>
              </a:spcBef>
              <a:spcAft>
                <a:spcPts val="0"/>
              </a:spcAft>
              <a:buClr>
                <a:schemeClr val="dk1"/>
              </a:buClr>
              <a:buSzPts val="162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pic>
        <p:nvPicPr>
          <p:cNvPr id="557" name="Google Shape;557;p64" descr="This photo is a 'placeholder' only. Drag or drop your photo here, or click and tap the center to insert a photo."/>
          <p:cNvPicPr preferRelativeResize="0">
            <a:picLocks noGrp="1"/>
          </p:cNvPicPr>
          <p:nvPr>
            <p:ph type="pic" idx="5"/>
          </p:nvPr>
        </p:nvPicPr>
        <p:blipFill/>
        <p:spPr>
          <a:xfrm>
            <a:off x="6390300" y="2286000"/>
            <a:ext cx="2313432" cy="2313432"/>
          </a:xfrm>
          <a:prstGeom prst="ellipse">
            <a:avLst/>
          </a:prstGeom>
          <a:blipFill rotWithShape="1">
            <a:blip r:embed="rId4">
              <a:alphaModFix/>
            </a:blip>
            <a:stretch>
              <a:fillRect/>
            </a:stretch>
          </a:blipFill>
          <a:ln>
            <a:noFill/>
          </a:ln>
        </p:spPr>
      </p:pic>
      <p:sp>
        <p:nvSpPr>
          <p:cNvPr id="558" name="Google Shape;558;p64"/>
          <p:cNvSpPr txBox="1">
            <a:spLocks noGrp="1"/>
          </p:cNvSpPr>
          <p:nvPr>
            <p:ph type="body" idx="6"/>
          </p:nvPr>
        </p:nvSpPr>
        <p:spPr>
          <a:xfrm>
            <a:off x="6390300" y="4800600"/>
            <a:ext cx="2313432" cy="1468438"/>
          </a:xfrm>
          <a:prstGeom prst="rect">
            <a:avLst/>
          </a:prstGeom>
          <a:noFill/>
          <a:ln>
            <a:noFill/>
          </a:ln>
        </p:spPr>
        <p:txBody>
          <a:bodyPr spcFirstLastPara="1" wrap="square" lIns="0" tIns="0" rIns="0" bIns="0" anchor="t" anchorCtr="0">
            <a:spAutoFit/>
          </a:bodyPr>
          <a:lstStyle>
            <a:lvl1pPr marL="457200" lvl="0" indent="-228600" algn="ctr">
              <a:lnSpc>
                <a:spcPct val="100000"/>
              </a:lnSpc>
              <a:spcBef>
                <a:spcPts val="0"/>
              </a:spcBef>
              <a:spcAft>
                <a:spcPts val="0"/>
              </a:spcAft>
              <a:buClr>
                <a:schemeClr val="dk1"/>
              </a:buClr>
              <a:buSzPts val="1620"/>
              <a:buNone/>
              <a:defRPr sz="1800">
                <a:latin typeface="Quattrocento Sans"/>
                <a:ea typeface="Quattrocento Sans"/>
                <a:cs typeface="Quattrocento Sans"/>
                <a:sym typeface="Quattrocento Sans"/>
              </a:defRPr>
            </a:lvl1pPr>
            <a:lvl2pPr marL="914400" lvl="1" indent="-331469" algn="l">
              <a:lnSpc>
                <a:spcPct val="100000"/>
              </a:lnSpc>
              <a:spcBef>
                <a:spcPts val="360"/>
              </a:spcBef>
              <a:spcAft>
                <a:spcPts val="0"/>
              </a:spcAft>
              <a:buClr>
                <a:schemeClr val="dk1"/>
              </a:buClr>
              <a:buSzPts val="1620"/>
              <a:buChar char="·"/>
              <a:defRPr/>
            </a:lvl2pPr>
            <a:lvl3pPr marL="1371600" lvl="2" indent="-331469" algn="l">
              <a:lnSpc>
                <a:spcPct val="100000"/>
              </a:lnSpc>
              <a:spcBef>
                <a:spcPts val="360"/>
              </a:spcBef>
              <a:spcAft>
                <a:spcPts val="0"/>
              </a:spcAft>
              <a:buClr>
                <a:schemeClr val="dk1"/>
              </a:buClr>
              <a:buSzPts val="1620"/>
              <a:buChar char="·"/>
              <a:defRPr/>
            </a:lvl3pPr>
            <a:lvl4pPr marL="1828800" lvl="3" indent="-331469" algn="l">
              <a:lnSpc>
                <a:spcPct val="100000"/>
              </a:lnSpc>
              <a:spcBef>
                <a:spcPts val="360"/>
              </a:spcBef>
              <a:spcAft>
                <a:spcPts val="0"/>
              </a:spcAft>
              <a:buClr>
                <a:schemeClr val="dk1"/>
              </a:buClr>
              <a:buSzPts val="1620"/>
              <a:buChar char="·"/>
              <a:defRPr/>
            </a:lvl4pPr>
            <a:lvl5pPr marL="2286000" lvl="4" indent="-331470" algn="l">
              <a:lnSpc>
                <a:spcPct val="100000"/>
              </a:lnSpc>
              <a:spcBef>
                <a:spcPts val="360"/>
              </a:spcBef>
              <a:spcAft>
                <a:spcPts val="0"/>
              </a:spcAft>
              <a:buClr>
                <a:schemeClr val="dk1"/>
              </a:buClr>
              <a:buSzPts val="162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pic>
        <p:nvPicPr>
          <p:cNvPr id="559" name="Google Shape;559;p64" descr="This photo is a 'placeholder' only. Drag or drop your photo here, or click and tap the center to insert a photo."/>
          <p:cNvPicPr preferRelativeResize="0">
            <a:picLocks noGrp="1"/>
          </p:cNvPicPr>
          <p:nvPr>
            <p:ph type="pic" idx="7"/>
          </p:nvPr>
        </p:nvPicPr>
        <p:blipFill/>
        <p:spPr>
          <a:xfrm>
            <a:off x="9293351" y="2286000"/>
            <a:ext cx="2313432" cy="2313432"/>
          </a:xfrm>
          <a:prstGeom prst="ellipse">
            <a:avLst/>
          </a:prstGeom>
          <a:blipFill rotWithShape="1">
            <a:blip r:embed="rId5">
              <a:alphaModFix/>
            </a:blip>
            <a:stretch>
              <a:fillRect/>
            </a:stretch>
          </a:blipFill>
          <a:ln>
            <a:noFill/>
          </a:ln>
        </p:spPr>
      </p:pic>
      <p:sp>
        <p:nvSpPr>
          <p:cNvPr id="560" name="Google Shape;560;p64"/>
          <p:cNvSpPr txBox="1">
            <a:spLocks noGrp="1"/>
          </p:cNvSpPr>
          <p:nvPr>
            <p:ph type="body" idx="8"/>
          </p:nvPr>
        </p:nvSpPr>
        <p:spPr>
          <a:xfrm>
            <a:off x="9293351" y="4800600"/>
            <a:ext cx="2313432" cy="1468438"/>
          </a:xfrm>
          <a:prstGeom prst="rect">
            <a:avLst/>
          </a:prstGeom>
          <a:noFill/>
          <a:ln>
            <a:noFill/>
          </a:ln>
        </p:spPr>
        <p:txBody>
          <a:bodyPr spcFirstLastPara="1" wrap="square" lIns="0" tIns="0" rIns="0" bIns="0" anchor="t" anchorCtr="0">
            <a:spAutoFit/>
          </a:bodyPr>
          <a:lstStyle>
            <a:lvl1pPr marL="457200" lvl="0" indent="-228600" algn="ctr">
              <a:lnSpc>
                <a:spcPct val="100000"/>
              </a:lnSpc>
              <a:spcBef>
                <a:spcPts val="0"/>
              </a:spcBef>
              <a:spcAft>
                <a:spcPts val="0"/>
              </a:spcAft>
              <a:buClr>
                <a:schemeClr val="dk1"/>
              </a:buClr>
              <a:buSzPts val="1620"/>
              <a:buNone/>
              <a:defRPr sz="1800">
                <a:latin typeface="Quattrocento Sans"/>
                <a:ea typeface="Quattrocento Sans"/>
                <a:cs typeface="Quattrocento Sans"/>
                <a:sym typeface="Quattrocento Sans"/>
              </a:defRPr>
            </a:lvl1pPr>
            <a:lvl2pPr marL="914400" lvl="1" indent="-331469" algn="l">
              <a:lnSpc>
                <a:spcPct val="100000"/>
              </a:lnSpc>
              <a:spcBef>
                <a:spcPts val="360"/>
              </a:spcBef>
              <a:spcAft>
                <a:spcPts val="0"/>
              </a:spcAft>
              <a:buClr>
                <a:schemeClr val="dk1"/>
              </a:buClr>
              <a:buSzPts val="1620"/>
              <a:buChar char="·"/>
              <a:defRPr/>
            </a:lvl2pPr>
            <a:lvl3pPr marL="1371600" lvl="2" indent="-331469" algn="l">
              <a:lnSpc>
                <a:spcPct val="100000"/>
              </a:lnSpc>
              <a:spcBef>
                <a:spcPts val="360"/>
              </a:spcBef>
              <a:spcAft>
                <a:spcPts val="0"/>
              </a:spcAft>
              <a:buClr>
                <a:schemeClr val="dk1"/>
              </a:buClr>
              <a:buSzPts val="1620"/>
              <a:buChar char="·"/>
              <a:defRPr/>
            </a:lvl3pPr>
            <a:lvl4pPr marL="1828800" lvl="3" indent="-331469" algn="l">
              <a:lnSpc>
                <a:spcPct val="100000"/>
              </a:lnSpc>
              <a:spcBef>
                <a:spcPts val="360"/>
              </a:spcBef>
              <a:spcAft>
                <a:spcPts val="0"/>
              </a:spcAft>
              <a:buClr>
                <a:schemeClr val="dk1"/>
              </a:buClr>
              <a:buSzPts val="1620"/>
              <a:buChar char="·"/>
              <a:defRPr/>
            </a:lvl4pPr>
            <a:lvl5pPr marL="2286000" lvl="4" indent="-331470" algn="l">
              <a:lnSpc>
                <a:spcPct val="100000"/>
              </a:lnSpc>
              <a:spcBef>
                <a:spcPts val="360"/>
              </a:spcBef>
              <a:spcAft>
                <a:spcPts val="0"/>
              </a:spcAft>
              <a:buClr>
                <a:schemeClr val="dk1"/>
              </a:buClr>
              <a:buSzPts val="162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561" name="Google Shape;561;p64"/>
          <p:cNvSpPr txBox="1"/>
          <p:nvPr/>
        </p:nvSpPr>
        <p:spPr>
          <a:xfrm>
            <a:off x="12355721" y="-203944"/>
            <a:ext cx="577081" cy="153888"/>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00">
                <a:solidFill>
                  <a:srgbClr val="A3A3A3"/>
                </a:solidFill>
                <a:latin typeface="Quattrocento Sans"/>
                <a:ea typeface="Quattrocento Sans"/>
                <a:cs typeface="Quattrocento Sans"/>
                <a:sym typeface="Quattrocento Sans"/>
              </a:rPr>
              <a:t>ELT layout</a:t>
            </a:r>
            <a:endParaRPr/>
          </a:p>
        </p:txBody>
      </p:sp>
    </p:spTree>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3024">
          <p15:clr>
            <a:srgbClr val="5ACBF0"/>
          </p15:clr>
        </p15:guide>
        <p15:guide id="3" pos="4025">
          <p15:clr>
            <a:srgbClr val="5ACBF0"/>
          </p15:clr>
        </p15:guide>
        <p15:guide id="4" pos="5854">
          <p15:clr>
            <a:srgbClr val="5ACBF0"/>
          </p15:clr>
        </p15:guide>
        <p15:guide id="5" pos="3654">
          <p15:clr>
            <a:srgbClr val="5ACBF0"/>
          </p15:clr>
        </p15:guide>
        <p15:guide id="6" pos="2195">
          <p15:clr>
            <a:srgbClr val="5ACBF0"/>
          </p15:clr>
        </p15:guide>
        <p15:guide id="7" pos="2926">
          <p15:clr>
            <a:srgbClr val="5ACBF0"/>
          </p15:clr>
        </p15:guide>
        <p15:guide id="8" pos="4756">
          <p15:clr>
            <a:srgbClr val="5ACBF0"/>
          </p15:clr>
        </p15:guide>
        <p15:guide id="9" pos="6581">
          <p15:clr>
            <a:srgbClr val="5ACBF0"/>
          </p15:clr>
        </p15:guide>
        <p15:guide id="10" pos="1097">
          <p15:clr>
            <a:srgbClr val="5ACBF0"/>
          </p15:clr>
        </p15:guide>
        <p15:guide id="11" orient="horz" pos="1440">
          <p15:clr>
            <a:srgbClr val="5ACBF0"/>
          </p15:clr>
        </p15:guide>
        <p15:guide id="12" pos="1826">
          <p15:clr>
            <a:srgbClr val="5ACBF0"/>
          </p15:clr>
        </p15:guide>
        <p15:guide id="13" pos="5483">
          <p15:clr>
            <a:srgbClr val="5ACBF0"/>
          </p15:clr>
        </p15:guide>
        <p15:guide id="14" orient="horz" pos="2898">
          <p15:clr>
            <a:srgbClr val="5ACBF0"/>
          </p15:clr>
        </p15:guide>
      </p15:sldGuideLst>
    </p:ext>
  </p:extLst>
</p:sldLayout>
</file>

<file path=ppt/slideLayouts/slideLayout64.xml><?xml version="1.0" encoding="utf-8"?>
<p:sldLayout xmlns:a="http://schemas.openxmlformats.org/drawingml/2006/main" xmlns:r="http://schemas.openxmlformats.org/officeDocument/2006/relationships" xmlns:p="http://schemas.openxmlformats.org/presentationml/2006/main" matchingName="Five round photos">
  <p:cSld name="Five round photos">
    <p:spTree>
      <p:nvGrpSpPr>
        <p:cNvPr id="1" name="Shape 562"/>
        <p:cNvGrpSpPr/>
        <p:nvPr/>
      </p:nvGrpSpPr>
      <p:grpSpPr>
        <a:xfrm>
          <a:off x="0" y="0"/>
          <a:ext cx="0" cy="0"/>
          <a:chOff x="0" y="0"/>
          <a:chExt cx="0" cy="0"/>
        </a:xfrm>
      </p:grpSpPr>
      <p:sp>
        <p:nvSpPr>
          <p:cNvPr id="563" name="Google Shape;563;p65"/>
          <p:cNvSpPr txBox="1">
            <a:spLocks noGrp="1"/>
          </p:cNvSpPr>
          <p:nvPr>
            <p:ph type="title"/>
          </p:nvPr>
        </p:nvSpPr>
        <p:spPr>
          <a:xfrm>
            <a:off x="588263" y="583007"/>
            <a:ext cx="11018520" cy="1115568"/>
          </a:xfrm>
          <a:prstGeom prst="rect">
            <a:avLst/>
          </a:prstGeom>
          <a:noFill/>
          <a:ln>
            <a:noFill/>
          </a:ln>
        </p:spPr>
        <p:txBody>
          <a:bodyPr spcFirstLastPara="1" wrap="square" lIns="0" tIns="0" rIns="0" bIns="0" anchor="ctr" anchorCtr="0">
            <a:spAutoFit/>
          </a:bodyPr>
          <a:lstStyle>
            <a:lvl1pPr lvl="0" algn="ctr">
              <a:lnSpc>
                <a:spcPct val="100000"/>
              </a:lnSpc>
              <a:spcBef>
                <a:spcPts val="0"/>
              </a:spcBef>
              <a:spcAft>
                <a:spcPts val="0"/>
              </a:spcAft>
              <a:buClr>
                <a:schemeClr val="dk1"/>
              </a:buClr>
              <a:buSzPts val="3600"/>
              <a:buFont typeface="Quattrocento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pic>
        <p:nvPicPr>
          <p:cNvPr id="564" name="Google Shape;564;p65" descr="This photo is a 'placeholder' only. Drag or drop your photo here, or click and tap the center to insert a photo."/>
          <p:cNvPicPr preferRelativeResize="0">
            <a:picLocks noGrp="1"/>
          </p:cNvPicPr>
          <p:nvPr>
            <p:ph type="pic" idx="2"/>
          </p:nvPr>
        </p:nvPicPr>
        <p:blipFill/>
        <p:spPr>
          <a:xfrm>
            <a:off x="584200" y="2286000"/>
            <a:ext cx="1737360" cy="1737360"/>
          </a:xfrm>
          <a:prstGeom prst="ellipse">
            <a:avLst/>
          </a:prstGeom>
          <a:blipFill rotWithShape="1">
            <a:blip r:embed="rId2">
              <a:alphaModFix/>
            </a:blip>
            <a:stretch>
              <a:fillRect/>
            </a:stretch>
          </a:blipFill>
          <a:ln>
            <a:noFill/>
          </a:ln>
        </p:spPr>
      </p:pic>
      <p:sp>
        <p:nvSpPr>
          <p:cNvPr id="565" name="Google Shape;565;p65"/>
          <p:cNvSpPr txBox="1">
            <a:spLocks noGrp="1"/>
          </p:cNvSpPr>
          <p:nvPr>
            <p:ph type="body" idx="1"/>
          </p:nvPr>
        </p:nvSpPr>
        <p:spPr>
          <a:xfrm>
            <a:off x="584200" y="4235450"/>
            <a:ext cx="1737360" cy="2033588"/>
          </a:xfrm>
          <a:prstGeom prst="rect">
            <a:avLst/>
          </a:prstGeom>
          <a:noFill/>
          <a:ln>
            <a:noFill/>
          </a:ln>
        </p:spPr>
        <p:txBody>
          <a:bodyPr spcFirstLastPara="1" wrap="square" lIns="0" tIns="0" rIns="0" bIns="0" anchor="t" anchorCtr="0">
            <a:spAutoFit/>
          </a:bodyPr>
          <a:lstStyle>
            <a:lvl1pPr marL="457200" lvl="0" indent="-228600" algn="ctr">
              <a:lnSpc>
                <a:spcPct val="100000"/>
              </a:lnSpc>
              <a:spcBef>
                <a:spcPts val="0"/>
              </a:spcBef>
              <a:spcAft>
                <a:spcPts val="0"/>
              </a:spcAft>
              <a:buClr>
                <a:schemeClr val="dk1"/>
              </a:buClr>
              <a:buSzPts val="1620"/>
              <a:buNone/>
              <a:defRPr sz="1800">
                <a:latin typeface="Quattrocento Sans"/>
                <a:ea typeface="Quattrocento Sans"/>
                <a:cs typeface="Quattrocento Sans"/>
                <a:sym typeface="Quattrocento Sans"/>
              </a:defRPr>
            </a:lvl1pPr>
            <a:lvl2pPr marL="914400" lvl="1" indent="-331469" algn="l">
              <a:lnSpc>
                <a:spcPct val="100000"/>
              </a:lnSpc>
              <a:spcBef>
                <a:spcPts val="360"/>
              </a:spcBef>
              <a:spcAft>
                <a:spcPts val="0"/>
              </a:spcAft>
              <a:buClr>
                <a:schemeClr val="dk1"/>
              </a:buClr>
              <a:buSzPts val="1620"/>
              <a:buChar char="·"/>
              <a:defRPr/>
            </a:lvl2pPr>
            <a:lvl3pPr marL="1371600" lvl="2" indent="-331469" algn="l">
              <a:lnSpc>
                <a:spcPct val="100000"/>
              </a:lnSpc>
              <a:spcBef>
                <a:spcPts val="360"/>
              </a:spcBef>
              <a:spcAft>
                <a:spcPts val="0"/>
              </a:spcAft>
              <a:buClr>
                <a:schemeClr val="dk1"/>
              </a:buClr>
              <a:buSzPts val="1620"/>
              <a:buChar char="·"/>
              <a:defRPr/>
            </a:lvl3pPr>
            <a:lvl4pPr marL="1828800" lvl="3" indent="-331469" algn="l">
              <a:lnSpc>
                <a:spcPct val="100000"/>
              </a:lnSpc>
              <a:spcBef>
                <a:spcPts val="360"/>
              </a:spcBef>
              <a:spcAft>
                <a:spcPts val="0"/>
              </a:spcAft>
              <a:buClr>
                <a:schemeClr val="dk1"/>
              </a:buClr>
              <a:buSzPts val="1620"/>
              <a:buChar char="·"/>
              <a:defRPr/>
            </a:lvl4pPr>
            <a:lvl5pPr marL="2286000" lvl="4" indent="-331470" algn="l">
              <a:lnSpc>
                <a:spcPct val="100000"/>
              </a:lnSpc>
              <a:spcBef>
                <a:spcPts val="360"/>
              </a:spcBef>
              <a:spcAft>
                <a:spcPts val="0"/>
              </a:spcAft>
              <a:buClr>
                <a:schemeClr val="dk1"/>
              </a:buClr>
              <a:buSzPts val="162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pic>
        <p:nvPicPr>
          <p:cNvPr id="566" name="Google Shape;566;p65" descr="This photo is a 'placeholder' only. Drag or drop your photo here, or click and tap the center to insert a photo."/>
          <p:cNvPicPr preferRelativeResize="0">
            <a:picLocks noGrp="1"/>
          </p:cNvPicPr>
          <p:nvPr>
            <p:ph type="pic" idx="3"/>
          </p:nvPr>
        </p:nvPicPr>
        <p:blipFill/>
        <p:spPr>
          <a:xfrm>
            <a:off x="2905506" y="2286000"/>
            <a:ext cx="1737360" cy="1737360"/>
          </a:xfrm>
          <a:prstGeom prst="ellipse">
            <a:avLst/>
          </a:prstGeom>
          <a:blipFill rotWithShape="1">
            <a:blip r:embed="rId3">
              <a:alphaModFix/>
            </a:blip>
            <a:stretch>
              <a:fillRect/>
            </a:stretch>
          </a:blipFill>
          <a:ln>
            <a:noFill/>
          </a:ln>
        </p:spPr>
      </p:pic>
      <p:sp>
        <p:nvSpPr>
          <p:cNvPr id="567" name="Google Shape;567;p65"/>
          <p:cNvSpPr txBox="1">
            <a:spLocks noGrp="1"/>
          </p:cNvSpPr>
          <p:nvPr>
            <p:ph type="body" idx="4"/>
          </p:nvPr>
        </p:nvSpPr>
        <p:spPr>
          <a:xfrm>
            <a:off x="2905506" y="4235450"/>
            <a:ext cx="1737360" cy="2033588"/>
          </a:xfrm>
          <a:prstGeom prst="rect">
            <a:avLst/>
          </a:prstGeom>
          <a:noFill/>
          <a:ln>
            <a:noFill/>
          </a:ln>
        </p:spPr>
        <p:txBody>
          <a:bodyPr spcFirstLastPara="1" wrap="square" lIns="0" tIns="0" rIns="0" bIns="0" anchor="t" anchorCtr="0">
            <a:spAutoFit/>
          </a:bodyPr>
          <a:lstStyle>
            <a:lvl1pPr marL="457200" lvl="0" indent="-228600" algn="ctr">
              <a:lnSpc>
                <a:spcPct val="100000"/>
              </a:lnSpc>
              <a:spcBef>
                <a:spcPts val="0"/>
              </a:spcBef>
              <a:spcAft>
                <a:spcPts val="0"/>
              </a:spcAft>
              <a:buClr>
                <a:schemeClr val="dk1"/>
              </a:buClr>
              <a:buSzPts val="1620"/>
              <a:buNone/>
              <a:defRPr sz="1800">
                <a:latin typeface="Quattrocento Sans"/>
                <a:ea typeface="Quattrocento Sans"/>
                <a:cs typeface="Quattrocento Sans"/>
                <a:sym typeface="Quattrocento Sans"/>
              </a:defRPr>
            </a:lvl1pPr>
            <a:lvl2pPr marL="914400" lvl="1" indent="-331469" algn="l">
              <a:lnSpc>
                <a:spcPct val="100000"/>
              </a:lnSpc>
              <a:spcBef>
                <a:spcPts val="360"/>
              </a:spcBef>
              <a:spcAft>
                <a:spcPts val="0"/>
              </a:spcAft>
              <a:buClr>
                <a:schemeClr val="dk1"/>
              </a:buClr>
              <a:buSzPts val="1620"/>
              <a:buChar char="·"/>
              <a:defRPr/>
            </a:lvl2pPr>
            <a:lvl3pPr marL="1371600" lvl="2" indent="-331469" algn="l">
              <a:lnSpc>
                <a:spcPct val="100000"/>
              </a:lnSpc>
              <a:spcBef>
                <a:spcPts val="360"/>
              </a:spcBef>
              <a:spcAft>
                <a:spcPts val="0"/>
              </a:spcAft>
              <a:buClr>
                <a:schemeClr val="dk1"/>
              </a:buClr>
              <a:buSzPts val="1620"/>
              <a:buChar char="·"/>
              <a:defRPr/>
            </a:lvl3pPr>
            <a:lvl4pPr marL="1828800" lvl="3" indent="-331469" algn="l">
              <a:lnSpc>
                <a:spcPct val="100000"/>
              </a:lnSpc>
              <a:spcBef>
                <a:spcPts val="360"/>
              </a:spcBef>
              <a:spcAft>
                <a:spcPts val="0"/>
              </a:spcAft>
              <a:buClr>
                <a:schemeClr val="dk1"/>
              </a:buClr>
              <a:buSzPts val="1620"/>
              <a:buChar char="·"/>
              <a:defRPr/>
            </a:lvl4pPr>
            <a:lvl5pPr marL="2286000" lvl="4" indent="-331470" algn="l">
              <a:lnSpc>
                <a:spcPct val="100000"/>
              </a:lnSpc>
              <a:spcBef>
                <a:spcPts val="360"/>
              </a:spcBef>
              <a:spcAft>
                <a:spcPts val="0"/>
              </a:spcAft>
              <a:buClr>
                <a:schemeClr val="dk1"/>
              </a:buClr>
              <a:buSzPts val="162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pic>
        <p:nvPicPr>
          <p:cNvPr id="568" name="Google Shape;568;p65" descr="This photo is a 'placeholder' only. Drag or drop your photo here, or click and tap the center to insert a photo."/>
          <p:cNvPicPr preferRelativeResize="0">
            <a:picLocks noGrp="1"/>
          </p:cNvPicPr>
          <p:nvPr>
            <p:ph type="pic" idx="5"/>
          </p:nvPr>
        </p:nvPicPr>
        <p:blipFill/>
        <p:spPr>
          <a:xfrm>
            <a:off x="5227320" y="2286000"/>
            <a:ext cx="1737360" cy="1737360"/>
          </a:xfrm>
          <a:prstGeom prst="ellipse">
            <a:avLst/>
          </a:prstGeom>
          <a:blipFill rotWithShape="1">
            <a:blip r:embed="rId4">
              <a:alphaModFix/>
            </a:blip>
            <a:stretch>
              <a:fillRect/>
            </a:stretch>
          </a:blipFill>
          <a:ln>
            <a:noFill/>
          </a:ln>
        </p:spPr>
      </p:pic>
      <p:sp>
        <p:nvSpPr>
          <p:cNvPr id="569" name="Google Shape;569;p65"/>
          <p:cNvSpPr txBox="1">
            <a:spLocks noGrp="1"/>
          </p:cNvSpPr>
          <p:nvPr>
            <p:ph type="body" idx="6"/>
          </p:nvPr>
        </p:nvSpPr>
        <p:spPr>
          <a:xfrm>
            <a:off x="5227320" y="4235451"/>
            <a:ext cx="1737360" cy="2033588"/>
          </a:xfrm>
          <a:prstGeom prst="rect">
            <a:avLst/>
          </a:prstGeom>
          <a:noFill/>
          <a:ln>
            <a:noFill/>
          </a:ln>
        </p:spPr>
        <p:txBody>
          <a:bodyPr spcFirstLastPara="1" wrap="square" lIns="0" tIns="0" rIns="0" bIns="0" anchor="t" anchorCtr="0">
            <a:spAutoFit/>
          </a:bodyPr>
          <a:lstStyle>
            <a:lvl1pPr marL="457200" lvl="0" indent="-228600" algn="ctr">
              <a:lnSpc>
                <a:spcPct val="100000"/>
              </a:lnSpc>
              <a:spcBef>
                <a:spcPts val="0"/>
              </a:spcBef>
              <a:spcAft>
                <a:spcPts val="0"/>
              </a:spcAft>
              <a:buClr>
                <a:schemeClr val="dk1"/>
              </a:buClr>
              <a:buSzPts val="1620"/>
              <a:buNone/>
              <a:defRPr sz="1800">
                <a:latin typeface="Quattrocento Sans"/>
                <a:ea typeface="Quattrocento Sans"/>
                <a:cs typeface="Quattrocento Sans"/>
                <a:sym typeface="Quattrocento Sans"/>
              </a:defRPr>
            </a:lvl1pPr>
            <a:lvl2pPr marL="914400" lvl="1" indent="-331469" algn="l">
              <a:lnSpc>
                <a:spcPct val="100000"/>
              </a:lnSpc>
              <a:spcBef>
                <a:spcPts val="360"/>
              </a:spcBef>
              <a:spcAft>
                <a:spcPts val="0"/>
              </a:spcAft>
              <a:buClr>
                <a:schemeClr val="dk1"/>
              </a:buClr>
              <a:buSzPts val="1620"/>
              <a:buChar char="·"/>
              <a:defRPr/>
            </a:lvl2pPr>
            <a:lvl3pPr marL="1371600" lvl="2" indent="-331469" algn="l">
              <a:lnSpc>
                <a:spcPct val="100000"/>
              </a:lnSpc>
              <a:spcBef>
                <a:spcPts val="360"/>
              </a:spcBef>
              <a:spcAft>
                <a:spcPts val="0"/>
              </a:spcAft>
              <a:buClr>
                <a:schemeClr val="dk1"/>
              </a:buClr>
              <a:buSzPts val="1620"/>
              <a:buChar char="·"/>
              <a:defRPr/>
            </a:lvl3pPr>
            <a:lvl4pPr marL="1828800" lvl="3" indent="-331469" algn="l">
              <a:lnSpc>
                <a:spcPct val="100000"/>
              </a:lnSpc>
              <a:spcBef>
                <a:spcPts val="360"/>
              </a:spcBef>
              <a:spcAft>
                <a:spcPts val="0"/>
              </a:spcAft>
              <a:buClr>
                <a:schemeClr val="dk1"/>
              </a:buClr>
              <a:buSzPts val="1620"/>
              <a:buChar char="·"/>
              <a:defRPr/>
            </a:lvl4pPr>
            <a:lvl5pPr marL="2286000" lvl="4" indent="-331470" algn="l">
              <a:lnSpc>
                <a:spcPct val="100000"/>
              </a:lnSpc>
              <a:spcBef>
                <a:spcPts val="360"/>
              </a:spcBef>
              <a:spcAft>
                <a:spcPts val="0"/>
              </a:spcAft>
              <a:buClr>
                <a:schemeClr val="dk1"/>
              </a:buClr>
              <a:buSzPts val="162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pic>
        <p:nvPicPr>
          <p:cNvPr id="570" name="Google Shape;570;p65" descr="This photo is a 'placeholder' only. Drag or drop your photo here, or click and tap the center to insert a photo."/>
          <p:cNvPicPr preferRelativeResize="0">
            <a:picLocks noGrp="1"/>
          </p:cNvPicPr>
          <p:nvPr>
            <p:ph type="pic" idx="7"/>
          </p:nvPr>
        </p:nvPicPr>
        <p:blipFill/>
        <p:spPr>
          <a:xfrm>
            <a:off x="7548118" y="2286000"/>
            <a:ext cx="1737360" cy="1737360"/>
          </a:xfrm>
          <a:prstGeom prst="ellipse">
            <a:avLst/>
          </a:prstGeom>
          <a:blipFill rotWithShape="1">
            <a:blip r:embed="rId5">
              <a:alphaModFix/>
            </a:blip>
            <a:stretch>
              <a:fillRect/>
            </a:stretch>
          </a:blipFill>
          <a:ln>
            <a:noFill/>
          </a:ln>
        </p:spPr>
      </p:pic>
      <p:sp>
        <p:nvSpPr>
          <p:cNvPr id="571" name="Google Shape;571;p65"/>
          <p:cNvSpPr txBox="1">
            <a:spLocks noGrp="1"/>
          </p:cNvSpPr>
          <p:nvPr>
            <p:ph type="body" idx="8"/>
          </p:nvPr>
        </p:nvSpPr>
        <p:spPr>
          <a:xfrm>
            <a:off x="7548118" y="4235450"/>
            <a:ext cx="1737360" cy="2033588"/>
          </a:xfrm>
          <a:prstGeom prst="rect">
            <a:avLst/>
          </a:prstGeom>
          <a:noFill/>
          <a:ln>
            <a:noFill/>
          </a:ln>
        </p:spPr>
        <p:txBody>
          <a:bodyPr spcFirstLastPara="1" wrap="square" lIns="0" tIns="0" rIns="0" bIns="0" anchor="t" anchorCtr="0">
            <a:spAutoFit/>
          </a:bodyPr>
          <a:lstStyle>
            <a:lvl1pPr marL="457200" lvl="0" indent="-228600" algn="ctr">
              <a:lnSpc>
                <a:spcPct val="100000"/>
              </a:lnSpc>
              <a:spcBef>
                <a:spcPts val="0"/>
              </a:spcBef>
              <a:spcAft>
                <a:spcPts val="0"/>
              </a:spcAft>
              <a:buClr>
                <a:schemeClr val="dk1"/>
              </a:buClr>
              <a:buSzPts val="1620"/>
              <a:buNone/>
              <a:defRPr sz="1800">
                <a:latin typeface="Quattrocento Sans"/>
                <a:ea typeface="Quattrocento Sans"/>
                <a:cs typeface="Quattrocento Sans"/>
                <a:sym typeface="Quattrocento Sans"/>
              </a:defRPr>
            </a:lvl1pPr>
            <a:lvl2pPr marL="914400" lvl="1" indent="-331469" algn="l">
              <a:lnSpc>
                <a:spcPct val="100000"/>
              </a:lnSpc>
              <a:spcBef>
                <a:spcPts val="360"/>
              </a:spcBef>
              <a:spcAft>
                <a:spcPts val="0"/>
              </a:spcAft>
              <a:buClr>
                <a:schemeClr val="dk1"/>
              </a:buClr>
              <a:buSzPts val="1620"/>
              <a:buChar char="·"/>
              <a:defRPr/>
            </a:lvl2pPr>
            <a:lvl3pPr marL="1371600" lvl="2" indent="-331469" algn="l">
              <a:lnSpc>
                <a:spcPct val="100000"/>
              </a:lnSpc>
              <a:spcBef>
                <a:spcPts val="360"/>
              </a:spcBef>
              <a:spcAft>
                <a:spcPts val="0"/>
              </a:spcAft>
              <a:buClr>
                <a:schemeClr val="dk1"/>
              </a:buClr>
              <a:buSzPts val="1620"/>
              <a:buChar char="·"/>
              <a:defRPr/>
            </a:lvl3pPr>
            <a:lvl4pPr marL="1828800" lvl="3" indent="-331469" algn="l">
              <a:lnSpc>
                <a:spcPct val="100000"/>
              </a:lnSpc>
              <a:spcBef>
                <a:spcPts val="360"/>
              </a:spcBef>
              <a:spcAft>
                <a:spcPts val="0"/>
              </a:spcAft>
              <a:buClr>
                <a:schemeClr val="dk1"/>
              </a:buClr>
              <a:buSzPts val="1620"/>
              <a:buChar char="·"/>
              <a:defRPr/>
            </a:lvl4pPr>
            <a:lvl5pPr marL="2286000" lvl="4" indent="-331470" algn="l">
              <a:lnSpc>
                <a:spcPct val="100000"/>
              </a:lnSpc>
              <a:spcBef>
                <a:spcPts val="360"/>
              </a:spcBef>
              <a:spcAft>
                <a:spcPts val="0"/>
              </a:spcAft>
              <a:buClr>
                <a:schemeClr val="dk1"/>
              </a:buClr>
              <a:buSzPts val="162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pic>
        <p:nvPicPr>
          <p:cNvPr id="572" name="Google Shape;572;p65" descr="This photo is a 'placeholder' only. Drag or drop your photo here, or click and tap the center to insert a photo."/>
          <p:cNvPicPr preferRelativeResize="0">
            <a:picLocks noGrp="1"/>
          </p:cNvPicPr>
          <p:nvPr>
            <p:ph type="pic" idx="9"/>
          </p:nvPr>
        </p:nvPicPr>
        <p:blipFill/>
        <p:spPr>
          <a:xfrm>
            <a:off x="9869423" y="2286000"/>
            <a:ext cx="1737360" cy="1737360"/>
          </a:xfrm>
          <a:prstGeom prst="ellipse">
            <a:avLst/>
          </a:prstGeom>
          <a:blipFill rotWithShape="1">
            <a:blip r:embed="rId6">
              <a:alphaModFix/>
            </a:blip>
            <a:stretch>
              <a:fillRect/>
            </a:stretch>
          </a:blipFill>
          <a:ln>
            <a:noFill/>
          </a:ln>
        </p:spPr>
      </p:pic>
      <p:sp>
        <p:nvSpPr>
          <p:cNvPr id="573" name="Google Shape;573;p65"/>
          <p:cNvSpPr txBox="1">
            <a:spLocks noGrp="1"/>
          </p:cNvSpPr>
          <p:nvPr>
            <p:ph type="body" idx="13"/>
          </p:nvPr>
        </p:nvSpPr>
        <p:spPr>
          <a:xfrm>
            <a:off x="9869423" y="4235450"/>
            <a:ext cx="1737360" cy="2033588"/>
          </a:xfrm>
          <a:prstGeom prst="rect">
            <a:avLst/>
          </a:prstGeom>
          <a:noFill/>
          <a:ln>
            <a:noFill/>
          </a:ln>
        </p:spPr>
        <p:txBody>
          <a:bodyPr spcFirstLastPara="1" wrap="square" lIns="0" tIns="0" rIns="0" bIns="0" anchor="t" anchorCtr="0">
            <a:spAutoFit/>
          </a:bodyPr>
          <a:lstStyle>
            <a:lvl1pPr marL="457200" lvl="0" indent="-228600" algn="ctr">
              <a:lnSpc>
                <a:spcPct val="100000"/>
              </a:lnSpc>
              <a:spcBef>
                <a:spcPts val="0"/>
              </a:spcBef>
              <a:spcAft>
                <a:spcPts val="0"/>
              </a:spcAft>
              <a:buClr>
                <a:schemeClr val="dk1"/>
              </a:buClr>
              <a:buSzPts val="1620"/>
              <a:buNone/>
              <a:defRPr sz="1800">
                <a:latin typeface="Quattrocento Sans"/>
                <a:ea typeface="Quattrocento Sans"/>
                <a:cs typeface="Quattrocento Sans"/>
                <a:sym typeface="Quattrocento Sans"/>
              </a:defRPr>
            </a:lvl1pPr>
            <a:lvl2pPr marL="914400" lvl="1" indent="-331469" algn="l">
              <a:lnSpc>
                <a:spcPct val="100000"/>
              </a:lnSpc>
              <a:spcBef>
                <a:spcPts val="360"/>
              </a:spcBef>
              <a:spcAft>
                <a:spcPts val="0"/>
              </a:spcAft>
              <a:buClr>
                <a:schemeClr val="dk1"/>
              </a:buClr>
              <a:buSzPts val="1620"/>
              <a:buChar char="·"/>
              <a:defRPr/>
            </a:lvl2pPr>
            <a:lvl3pPr marL="1371600" lvl="2" indent="-331469" algn="l">
              <a:lnSpc>
                <a:spcPct val="100000"/>
              </a:lnSpc>
              <a:spcBef>
                <a:spcPts val="360"/>
              </a:spcBef>
              <a:spcAft>
                <a:spcPts val="0"/>
              </a:spcAft>
              <a:buClr>
                <a:schemeClr val="dk1"/>
              </a:buClr>
              <a:buSzPts val="1620"/>
              <a:buChar char="·"/>
              <a:defRPr/>
            </a:lvl3pPr>
            <a:lvl4pPr marL="1828800" lvl="3" indent="-331469" algn="l">
              <a:lnSpc>
                <a:spcPct val="100000"/>
              </a:lnSpc>
              <a:spcBef>
                <a:spcPts val="360"/>
              </a:spcBef>
              <a:spcAft>
                <a:spcPts val="0"/>
              </a:spcAft>
              <a:buClr>
                <a:schemeClr val="dk1"/>
              </a:buClr>
              <a:buSzPts val="1620"/>
              <a:buChar char="·"/>
              <a:defRPr/>
            </a:lvl4pPr>
            <a:lvl5pPr marL="2286000" lvl="4" indent="-331470" algn="l">
              <a:lnSpc>
                <a:spcPct val="100000"/>
              </a:lnSpc>
              <a:spcBef>
                <a:spcPts val="360"/>
              </a:spcBef>
              <a:spcAft>
                <a:spcPts val="0"/>
              </a:spcAft>
              <a:buClr>
                <a:schemeClr val="dk1"/>
              </a:buClr>
              <a:buSzPts val="162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574" name="Google Shape;574;p65"/>
          <p:cNvSpPr txBox="1"/>
          <p:nvPr/>
        </p:nvSpPr>
        <p:spPr>
          <a:xfrm>
            <a:off x="12355721" y="-203944"/>
            <a:ext cx="577081" cy="153888"/>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00">
                <a:solidFill>
                  <a:srgbClr val="A3A3A3"/>
                </a:solidFill>
                <a:latin typeface="Quattrocento Sans"/>
                <a:ea typeface="Quattrocento Sans"/>
                <a:cs typeface="Quattrocento Sans"/>
                <a:sym typeface="Quattrocento Sans"/>
              </a:rPr>
              <a:t>ELT layout</a:t>
            </a:r>
            <a:endParaRPr/>
          </a:p>
        </p:txBody>
      </p:sp>
    </p:spTree>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2664">
          <p15:clr>
            <a:srgbClr val="5ACBF0"/>
          </p15:clr>
        </p15:guide>
        <p15:guide id="3" pos="6216">
          <p15:clr>
            <a:srgbClr val="5ACBF0"/>
          </p15:clr>
        </p15:guide>
        <p15:guide id="4" pos="5850">
          <p15:clr>
            <a:srgbClr val="5ACBF0"/>
          </p15:clr>
        </p15:guide>
        <p15:guide id="5" pos="4392">
          <p15:clr>
            <a:srgbClr val="5ACBF0"/>
          </p15:clr>
        </p15:guide>
        <p15:guide id="6" pos="3292">
          <p15:clr>
            <a:srgbClr val="5ACBF0"/>
          </p15:clr>
        </p15:guide>
        <p15:guide id="7" pos="2926">
          <p15:clr>
            <a:srgbClr val="5ACBF0"/>
          </p15:clr>
        </p15:guide>
        <p15:guide id="8" pos="4754">
          <p15:clr>
            <a:srgbClr val="5ACBF0"/>
          </p15:clr>
        </p15:guide>
        <p15:guide id="9" pos="1464">
          <p15:clr>
            <a:srgbClr val="5ACBF0"/>
          </p15:clr>
        </p15:guide>
        <p15:guide id="10" orient="horz" pos="1440">
          <p15:clr>
            <a:srgbClr val="5ACBF0"/>
          </p15:clr>
        </p15:guide>
        <p15:guide id="11" pos="1830">
          <p15:clr>
            <a:srgbClr val="5ACBF0"/>
          </p15:clr>
        </p15:guide>
        <p15:guide id="12" orient="horz" pos="2533">
          <p15:clr>
            <a:srgbClr val="5ACBF0"/>
          </p15:clr>
        </p15:guide>
      </p15:sldGuideLst>
    </p:ext>
  </p:extLst>
</p:sldLayout>
</file>

<file path=ppt/slideLayouts/slideLayout65.xml><?xml version="1.0" encoding="utf-8"?>
<p:sldLayout xmlns:a="http://schemas.openxmlformats.org/drawingml/2006/main" xmlns:r="http://schemas.openxmlformats.org/officeDocument/2006/relationships" xmlns:p="http://schemas.openxmlformats.org/presentationml/2006/main" matchingName="Quote slide 1b">
  <p:cSld name="Quote slide 1b">
    <p:bg>
      <p:bgPr>
        <a:solidFill>
          <a:schemeClr val="dk2"/>
        </a:solidFill>
        <a:effectLst/>
      </p:bgPr>
    </p:bg>
    <p:spTree>
      <p:nvGrpSpPr>
        <p:cNvPr id="1" name="Shape 575"/>
        <p:cNvGrpSpPr/>
        <p:nvPr/>
      </p:nvGrpSpPr>
      <p:grpSpPr>
        <a:xfrm>
          <a:off x="0" y="0"/>
          <a:ext cx="0" cy="0"/>
          <a:chOff x="0" y="0"/>
          <a:chExt cx="0" cy="0"/>
        </a:xfrm>
      </p:grpSpPr>
      <p:sp>
        <p:nvSpPr>
          <p:cNvPr id="576" name="Google Shape;576;p66"/>
          <p:cNvSpPr txBox="1">
            <a:spLocks noGrp="1"/>
          </p:cNvSpPr>
          <p:nvPr>
            <p:ph type="body" idx="1"/>
          </p:nvPr>
        </p:nvSpPr>
        <p:spPr>
          <a:xfrm>
            <a:off x="1739900" y="3779493"/>
            <a:ext cx="5795963" cy="276999"/>
          </a:xfrm>
          <a:prstGeom prst="rect">
            <a:avLst/>
          </a:prstGeom>
          <a:noFill/>
          <a:ln>
            <a:noFill/>
          </a:ln>
        </p:spPr>
        <p:txBody>
          <a:bodyPr spcFirstLastPara="1" wrap="square" lIns="0" tIns="0" rIns="0" bIns="0" anchor="t" anchorCtr="0">
            <a:spAutoFit/>
          </a:bodyPr>
          <a:lstStyle>
            <a:lvl1pPr marL="457200" lvl="0" indent="-228600" algn="l">
              <a:lnSpc>
                <a:spcPct val="100000"/>
              </a:lnSpc>
              <a:spcBef>
                <a:spcPts val="0"/>
              </a:spcBef>
              <a:spcAft>
                <a:spcPts val="0"/>
              </a:spcAft>
              <a:buClr>
                <a:schemeClr val="lt1"/>
              </a:buClr>
              <a:buSzPts val="1620"/>
              <a:buNone/>
              <a:defRPr sz="1800">
                <a:solidFill>
                  <a:schemeClr val="lt1"/>
                </a:solidFill>
                <a:latin typeface="Quattrocento Sans"/>
                <a:ea typeface="Quattrocento Sans"/>
                <a:cs typeface="Quattrocento Sans"/>
                <a:sym typeface="Quattrocento Sans"/>
              </a:defRPr>
            </a:lvl1pPr>
            <a:lvl2pPr marL="914400" lvl="1" indent="-331469" algn="l">
              <a:lnSpc>
                <a:spcPct val="100000"/>
              </a:lnSpc>
              <a:spcBef>
                <a:spcPts val="360"/>
              </a:spcBef>
              <a:spcAft>
                <a:spcPts val="0"/>
              </a:spcAft>
              <a:buClr>
                <a:schemeClr val="lt1"/>
              </a:buClr>
              <a:buSzPts val="1620"/>
              <a:buChar char="·"/>
              <a:defRPr/>
            </a:lvl2pPr>
            <a:lvl3pPr marL="1371600" lvl="2" indent="-331469" algn="l">
              <a:lnSpc>
                <a:spcPct val="100000"/>
              </a:lnSpc>
              <a:spcBef>
                <a:spcPts val="360"/>
              </a:spcBef>
              <a:spcAft>
                <a:spcPts val="0"/>
              </a:spcAft>
              <a:buClr>
                <a:schemeClr val="lt1"/>
              </a:buClr>
              <a:buSzPts val="1620"/>
              <a:buChar char="·"/>
              <a:defRPr/>
            </a:lvl3pPr>
            <a:lvl4pPr marL="1828800" lvl="3" indent="-331469" algn="l">
              <a:lnSpc>
                <a:spcPct val="100000"/>
              </a:lnSpc>
              <a:spcBef>
                <a:spcPts val="360"/>
              </a:spcBef>
              <a:spcAft>
                <a:spcPts val="0"/>
              </a:spcAft>
              <a:buClr>
                <a:schemeClr val="lt1"/>
              </a:buClr>
              <a:buSzPts val="1620"/>
              <a:buChar char="·"/>
              <a:defRPr/>
            </a:lvl4pPr>
            <a:lvl5pPr marL="2286000" lvl="4" indent="-331470" algn="l">
              <a:lnSpc>
                <a:spcPct val="100000"/>
              </a:lnSpc>
              <a:spcBef>
                <a:spcPts val="360"/>
              </a:spcBef>
              <a:spcAft>
                <a:spcPts val="0"/>
              </a:spcAft>
              <a:buClr>
                <a:schemeClr val="lt1"/>
              </a:buClr>
              <a:buSzPts val="1620"/>
              <a:buChar char="·"/>
              <a:defRPr/>
            </a:lvl5pPr>
            <a:lvl6pPr marL="2743200" lvl="5" indent="-342900" algn="l">
              <a:spcBef>
                <a:spcPts val="360"/>
              </a:spcBef>
              <a:spcAft>
                <a:spcPts val="0"/>
              </a:spcAft>
              <a:buClr>
                <a:schemeClr val="lt1"/>
              </a:buClr>
              <a:buSzPts val="1800"/>
              <a:buChar char="•"/>
              <a:defRPr/>
            </a:lvl6pPr>
            <a:lvl7pPr marL="3200400" lvl="6" indent="-342900" algn="l">
              <a:spcBef>
                <a:spcPts val="360"/>
              </a:spcBef>
              <a:spcAft>
                <a:spcPts val="0"/>
              </a:spcAft>
              <a:buClr>
                <a:schemeClr val="lt1"/>
              </a:buClr>
              <a:buSzPts val="1800"/>
              <a:buChar char="•"/>
              <a:defRPr/>
            </a:lvl7pPr>
            <a:lvl8pPr marL="3657600" lvl="7" indent="-342900" algn="l">
              <a:spcBef>
                <a:spcPts val="360"/>
              </a:spcBef>
              <a:spcAft>
                <a:spcPts val="0"/>
              </a:spcAft>
              <a:buClr>
                <a:schemeClr val="lt1"/>
              </a:buClr>
              <a:buSzPts val="1800"/>
              <a:buChar char="•"/>
              <a:defRPr/>
            </a:lvl8pPr>
            <a:lvl9pPr marL="4114800" lvl="8" indent="-342900" algn="l">
              <a:spcBef>
                <a:spcPts val="360"/>
              </a:spcBef>
              <a:spcAft>
                <a:spcPts val="0"/>
              </a:spcAft>
              <a:buClr>
                <a:schemeClr val="lt1"/>
              </a:buClr>
              <a:buSzPts val="1800"/>
              <a:buChar char="•"/>
              <a:defRPr/>
            </a:lvl9pPr>
          </a:lstStyle>
          <a:p>
            <a:endParaRPr/>
          </a:p>
        </p:txBody>
      </p:sp>
      <p:sp>
        <p:nvSpPr>
          <p:cNvPr id="577" name="Google Shape;577;p66"/>
          <p:cNvSpPr txBox="1">
            <a:spLocks noGrp="1"/>
          </p:cNvSpPr>
          <p:nvPr>
            <p:ph type="body" idx="2"/>
          </p:nvPr>
        </p:nvSpPr>
        <p:spPr>
          <a:xfrm>
            <a:off x="1739900" y="4077072"/>
            <a:ext cx="5795963" cy="215444"/>
          </a:xfrm>
          <a:prstGeom prst="rect">
            <a:avLst/>
          </a:prstGeom>
          <a:noFill/>
          <a:ln>
            <a:noFill/>
          </a:ln>
        </p:spPr>
        <p:txBody>
          <a:bodyPr spcFirstLastPara="1" wrap="square" lIns="0" tIns="0" rIns="0" bIns="0" anchor="t" anchorCtr="0">
            <a:spAutoFit/>
          </a:bodyPr>
          <a:lstStyle>
            <a:lvl1pPr marL="457200" lvl="0" indent="-228600" algn="l">
              <a:lnSpc>
                <a:spcPct val="100000"/>
              </a:lnSpc>
              <a:spcBef>
                <a:spcPts val="0"/>
              </a:spcBef>
              <a:spcAft>
                <a:spcPts val="0"/>
              </a:spcAft>
              <a:buClr>
                <a:schemeClr val="lt1"/>
              </a:buClr>
              <a:buSzPts val="1260"/>
              <a:buNone/>
              <a:defRPr sz="1400">
                <a:solidFill>
                  <a:schemeClr val="lt1"/>
                </a:solidFill>
                <a:latin typeface="Quattrocento Sans"/>
                <a:ea typeface="Quattrocento Sans"/>
                <a:cs typeface="Quattrocento Sans"/>
                <a:sym typeface="Quattrocento Sans"/>
              </a:defRPr>
            </a:lvl1pPr>
            <a:lvl2pPr marL="914400" lvl="1" indent="-331469" algn="l">
              <a:lnSpc>
                <a:spcPct val="100000"/>
              </a:lnSpc>
              <a:spcBef>
                <a:spcPts val="360"/>
              </a:spcBef>
              <a:spcAft>
                <a:spcPts val="0"/>
              </a:spcAft>
              <a:buClr>
                <a:schemeClr val="lt1"/>
              </a:buClr>
              <a:buSzPts val="1620"/>
              <a:buChar char="·"/>
              <a:defRPr/>
            </a:lvl2pPr>
            <a:lvl3pPr marL="1371600" lvl="2" indent="-331469" algn="l">
              <a:lnSpc>
                <a:spcPct val="100000"/>
              </a:lnSpc>
              <a:spcBef>
                <a:spcPts val="360"/>
              </a:spcBef>
              <a:spcAft>
                <a:spcPts val="0"/>
              </a:spcAft>
              <a:buClr>
                <a:schemeClr val="lt1"/>
              </a:buClr>
              <a:buSzPts val="1620"/>
              <a:buChar char="·"/>
              <a:defRPr/>
            </a:lvl3pPr>
            <a:lvl4pPr marL="1828800" lvl="3" indent="-331469" algn="l">
              <a:lnSpc>
                <a:spcPct val="100000"/>
              </a:lnSpc>
              <a:spcBef>
                <a:spcPts val="360"/>
              </a:spcBef>
              <a:spcAft>
                <a:spcPts val="0"/>
              </a:spcAft>
              <a:buClr>
                <a:schemeClr val="lt1"/>
              </a:buClr>
              <a:buSzPts val="1620"/>
              <a:buChar char="·"/>
              <a:defRPr/>
            </a:lvl4pPr>
            <a:lvl5pPr marL="2286000" lvl="4" indent="-331470" algn="l">
              <a:lnSpc>
                <a:spcPct val="100000"/>
              </a:lnSpc>
              <a:spcBef>
                <a:spcPts val="360"/>
              </a:spcBef>
              <a:spcAft>
                <a:spcPts val="0"/>
              </a:spcAft>
              <a:buClr>
                <a:schemeClr val="lt1"/>
              </a:buClr>
              <a:buSzPts val="1620"/>
              <a:buChar char="·"/>
              <a:defRPr/>
            </a:lvl5pPr>
            <a:lvl6pPr marL="2743200" lvl="5" indent="-342900" algn="l">
              <a:spcBef>
                <a:spcPts val="360"/>
              </a:spcBef>
              <a:spcAft>
                <a:spcPts val="0"/>
              </a:spcAft>
              <a:buClr>
                <a:schemeClr val="lt1"/>
              </a:buClr>
              <a:buSzPts val="1800"/>
              <a:buChar char="•"/>
              <a:defRPr/>
            </a:lvl6pPr>
            <a:lvl7pPr marL="3200400" lvl="6" indent="-342900" algn="l">
              <a:spcBef>
                <a:spcPts val="360"/>
              </a:spcBef>
              <a:spcAft>
                <a:spcPts val="0"/>
              </a:spcAft>
              <a:buClr>
                <a:schemeClr val="lt1"/>
              </a:buClr>
              <a:buSzPts val="1800"/>
              <a:buChar char="•"/>
              <a:defRPr/>
            </a:lvl7pPr>
            <a:lvl8pPr marL="3657600" lvl="7" indent="-342900" algn="l">
              <a:spcBef>
                <a:spcPts val="360"/>
              </a:spcBef>
              <a:spcAft>
                <a:spcPts val="0"/>
              </a:spcAft>
              <a:buClr>
                <a:schemeClr val="lt1"/>
              </a:buClr>
              <a:buSzPts val="1800"/>
              <a:buChar char="•"/>
              <a:defRPr/>
            </a:lvl8pPr>
            <a:lvl9pPr marL="4114800" lvl="8" indent="-342900" algn="l">
              <a:spcBef>
                <a:spcPts val="360"/>
              </a:spcBef>
              <a:spcAft>
                <a:spcPts val="0"/>
              </a:spcAft>
              <a:buClr>
                <a:schemeClr val="lt1"/>
              </a:buClr>
              <a:buSzPts val="1800"/>
              <a:buChar char="•"/>
              <a:defRPr/>
            </a:lvl9pPr>
          </a:lstStyle>
          <a:p>
            <a:endParaRPr/>
          </a:p>
        </p:txBody>
      </p:sp>
      <p:sp>
        <p:nvSpPr>
          <p:cNvPr id="578" name="Google Shape;578;p66"/>
          <p:cNvSpPr txBox="1">
            <a:spLocks noGrp="1"/>
          </p:cNvSpPr>
          <p:nvPr>
            <p:ph type="title"/>
          </p:nvPr>
        </p:nvSpPr>
        <p:spPr>
          <a:xfrm>
            <a:off x="1739899" y="2025650"/>
            <a:ext cx="9866313" cy="1661993"/>
          </a:xfrm>
          <a:prstGeom prst="rect">
            <a:avLst/>
          </a:prstGeom>
          <a:noFill/>
          <a:ln>
            <a:noFill/>
          </a:ln>
        </p:spPr>
        <p:txBody>
          <a:bodyPr spcFirstLastPara="1" wrap="square" lIns="0" tIns="0" rIns="0" bIns="0" anchor="b" anchorCtr="0">
            <a:spAutoFit/>
          </a:bodyPr>
          <a:lstStyle>
            <a:lvl1pPr lvl="0" algn="l">
              <a:lnSpc>
                <a:spcPct val="100000"/>
              </a:lnSpc>
              <a:spcBef>
                <a:spcPts val="0"/>
              </a:spcBef>
              <a:spcAft>
                <a:spcPts val="0"/>
              </a:spcAft>
              <a:buClr>
                <a:schemeClr val="accent3"/>
              </a:buClr>
              <a:buSzPts val="3600"/>
              <a:buFont typeface="Quattrocento Sans"/>
              <a:buNone/>
              <a:defRPr>
                <a:solidFill>
                  <a:schemeClr val="accent3"/>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transition>
    <p:fade/>
  </p:transition>
  <p:extLst>
    <p:ext uri="{DCECCB84-F9BA-43D5-87BE-67443E8EF086}">
      <p15:sldGuideLst xmlns:p15="http://schemas.microsoft.com/office/powerpoint/2012/main">
        <p15:guide id="1" pos="369">
          <p15:clr>
            <a:srgbClr val="F26B43"/>
          </p15:clr>
        </p15:guide>
        <p15:guide id="2" orient="horz" pos="366">
          <p15:clr>
            <a:srgbClr val="F26B43"/>
          </p15:clr>
        </p15:guide>
        <p15:guide id="3" pos="7311">
          <p15:clr>
            <a:srgbClr val="F26B43"/>
          </p15:clr>
        </p15:guide>
        <p15:guide id="4" orient="horz" pos="3951">
          <p15:clr>
            <a:srgbClr val="F26B43"/>
          </p15:clr>
        </p15:guide>
        <p15:guide id="5" pos="2561">
          <p15:clr>
            <a:srgbClr val="A4A3A4"/>
          </p15:clr>
        </p15:guide>
        <p15:guide id="6" pos="2744">
          <p15:clr>
            <a:srgbClr val="A4A3A4"/>
          </p15:clr>
        </p15:guide>
        <p15:guide id="7" pos="4937">
          <p15:clr>
            <a:srgbClr val="A4A3A4"/>
          </p15:clr>
        </p15:guide>
        <p15:guide id="8" pos="5120">
          <p15:clr>
            <a:srgbClr val="A4A3A4"/>
          </p15:clr>
        </p15:guide>
        <p15:guide id="9" pos="2682">
          <p15:clr>
            <a:srgbClr val="F26B43"/>
          </p15:clr>
        </p15:guide>
        <p15:guide id="10" pos="4998">
          <p15:clr>
            <a:srgbClr val="F26B43"/>
          </p15:clr>
        </p15:guide>
      </p15:sldGuideLst>
    </p:ext>
  </p:extLst>
</p:sldLayout>
</file>

<file path=ppt/slideLayouts/slideLayout66.xml><?xml version="1.0" encoding="utf-8"?>
<p:sldLayout xmlns:a="http://schemas.openxmlformats.org/drawingml/2006/main" xmlns:r="http://schemas.openxmlformats.org/officeDocument/2006/relationships" xmlns:p="http://schemas.openxmlformats.org/presentationml/2006/main" matchingName="Quote slide 2b">
  <p:cSld name="Quote slide 2b">
    <p:bg>
      <p:bgPr>
        <a:solidFill>
          <a:schemeClr val="lt1"/>
        </a:solidFill>
        <a:effectLst/>
      </p:bgPr>
    </p:bg>
    <p:spTree>
      <p:nvGrpSpPr>
        <p:cNvPr id="1" name="Shape 579"/>
        <p:cNvGrpSpPr/>
        <p:nvPr/>
      </p:nvGrpSpPr>
      <p:grpSpPr>
        <a:xfrm>
          <a:off x="0" y="0"/>
          <a:ext cx="0" cy="0"/>
          <a:chOff x="0" y="0"/>
          <a:chExt cx="0" cy="0"/>
        </a:xfrm>
      </p:grpSpPr>
      <p:sp>
        <p:nvSpPr>
          <p:cNvPr id="580" name="Google Shape;580;p67"/>
          <p:cNvSpPr/>
          <p:nvPr/>
        </p:nvSpPr>
        <p:spPr>
          <a:xfrm>
            <a:off x="0" y="0"/>
            <a:ext cx="8128000" cy="6858000"/>
          </a:xfrm>
          <a:prstGeom prst="rect">
            <a:avLst/>
          </a:prstGeom>
          <a:solidFill>
            <a:schemeClr val="dk2"/>
          </a:solidFill>
          <a:ln>
            <a:noFill/>
          </a:ln>
        </p:spPr>
        <p:txBody>
          <a:bodyPr spcFirstLastPara="1" wrap="square" lIns="182875" tIns="146300" rIns="182875" bIns="146300" anchor="t" anchorCtr="0">
            <a:noAutofit/>
          </a:bodyPr>
          <a:lstStyle/>
          <a:p>
            <a:pPr marL="0" marR="0" lvl="0" indent="0" algn="l" rtl="0">
              <a:spcBef>
                <a:spcPts val="0"/>
              </a:spcBef>
              <a:spcAft>
                <a:spcPts val="0"/>
              </a:spcAft>
              <a:buNone/>
            </a:pPr>
            <a:endParaRPr sz="2000">
              <a:solidFill>
                <a:srgbClr val="FFFFFF"/>
              </a:solidFill>
              <a:latin typeface="Quattrocento Sans"/>
              <a:ea typeface="Quattrocento Sans"/>
              <a:cs typeface="Quattrocento Sans"/>
              <a:sym typeface="Quattrocento Sans"/>
            </a:endParaRPr>
          </a:p>
        </p:txBody>
      </p:sp>
      <p:sp>
        <p:nvSpPr>
          <p:cNvPr id="581" name="Google Shape;581;p67"/>
          <p:cNvSpPr txBox="1">
            <a:spLocks noGrp="1"/>
          </p:cNvSpPr>
          <p:nvPr>
            <p:ph type="body" idx="1"/>
          </p:nvPr>
        </p:nvSpPr>
        <p:spPr>
          <a:xfrm>
            <a:off x="8420100" y="2044961"/>
            <a:ext cx="3478213" cy="276999"/>
          </a:xfrm>
          <a:prstGeom prst="rect">
            <a:avLst/>
          </a:prstGeom>
          <a:noFill/>
          <a:ln>
            <a:noFill/>
          </a:ln>
        </p:spPr>
        <p:txBody>
          <a:bodyPr spcFirstLastPara="1" wrap="square" lIns="0" tIns="0" rIns="0" bIns="0" anchor="t" anchorCtr="0">
            <a:spAutoFit/>
          </a:bodyPr>
          <a:lstStyle>
            <a:lvl1pPr marL="457200" lvl="0" indent="-228600" algn="l">
              <a:lnSpc>
                <a:spcPct val="100000"/>
              </a:lnSpc>
              <a:spcBef>
                <a:spcPts val="0"/>
              </a:spcBef>
              <a:spcAft>
                <a:spcPts val="0"/>
              </a:spcAft>
              <a:buClr>
                <a:schemeClr val="dk1"/>
              </a:buClr>
              <a:buSzPts val="1620"/>
              <a:buNone/>
              <a:defRPr sz="1800">
                <a:latin typeface="Quattrocento Sans"/>
                <a:ea typeface="Quattrocento Sans"/>
                <a:cs typeface="Quattrocento Sans"/>
                <a:sym typeface="Quattrocento Sans"/>
              </a:defRPr>
            </a:lvl1pPr>
            <a:lvl2pPr marL="914400" lvl="1" indent="-331469" algn="l">
              <a:lnSpc>
                <a:spcPct val="100000"/>
              </a:lnSpc>
              <a:spcBef>
                <a:spcPts val="360"/>
              </a:spcBef>
              <a:spcAft>
                <a:spcPts val="0"/>
              </a:spcAft>
              <a:buClr>
                <a:schemeClr val="dk1"/>
              </a:buClr>
              <a:buSzPts val="1620"/>
              <a:buChar char="·"/>
              <a:defRPr/>
            </a:lvl2pPr>
            <a:lvl3pPr marL="1371600" lvl="2" indent="-331469" algn="l">
              <a:lnSpc>
                <a:spcPct val="100000"/>
              </a:lnSpc>
              <a:spcBef>
                <a:spcPts val="360"/>
              </a:spcBef>
              <a:spcAft>
                <a:spcPts val="0"/>
              </a:spcAft>
              <a:buClr>
                <a:schemeClr val="dk1"/>
              </a:buClr>
              <a:buSzPts val="1620"/>
              <a:buChar char="·"/>
              <a:defRPr/>
            </a:lvl3pPr>
            <a:lvl4pPr marL="1828800" lvl="3" indent="-331469" algn="l">
              <a:lnSpc>
                <a:spcPct val="100000"/>
              </a:lnSpc>
              <a:spcBef>
                <a:spcPts val="360"/>
              </a:spcBef>
              <a:spcAft>
                <a:spcPts val="0"/>
              </a:spcAft>
              <a:buClr>
                <a:schemeClr val="dk1"/>
              </a:buClr>
              <a:buSzPts val="1620"/>
              <a:buChar char="·"/>
              <a:defRPr/>
            </a:lvl4pPr>
            <a:lvl5pPr marL="2286000" lvl="4" indent="-331470" algn="l">
              <a:lnSpc>
                <a:spcPct val="100000"/>
              </a:lnSpc>
              <a:spcBef>
                <a:spcPts val="360"/>
              </a:spcBef>
              <a:spcAft>
                <a:spcPts val="0"/>
              </a:spcAft>
              <a:buClr>
                <a:schemeClr val="dk1"/>
              </a:buClr>
              <a:buSzPts val="162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582" name="Google Shape;582;p67"/>
          <p:cNvSpPr txBox="1">
            <a:spLocks noGrp="1"/>
          </p:cNvSpPr>
          <p:nvPr>
            <p:ph type="body" idx="2"/>
          </p:nvPr>
        </p:nvSpPr>
        <p:spPr>
          <a:xfrm>
            <a:off x="8420100" y="2342540"/>
            <a:ext cx="3478213" cy="215444"/>
          </a:xfrm>
          <a:prstGeom prst="rect">
            <a:avLst/>
          </a:prstGeom>
          <a:noFill/>
          <a:ln>
            <a:noFill/>
          </a:ln>
        </p:spPr>
        <p:txBody>
          <a:bodyPr spcFirstLastPara="1" wrap="square" lIns="0" tIns="0" rIns="0" bIns="0" anchor="t" anchorCtr="0">
            <a:spAutoFit/>
          </a:bodyPr>
          <a:lstStyle>
            <a:lvl1pPr marL="457200" lvl="0" indent="-228600" algn="l">
              <a:lnSpc>
                <a:spcPct val="100000"/>
              </a:lnSpc>
              <a:spcBef>
                <a:spcPts val="0"/>
              </a:spcBef>
              <a:spcAft>
                <a:spcPts val="0"/>
              </a:spcAft>
              <a:buClr>
                <a:schemeClr val="accent6"/>
              </a:buClr>
              <a:buSzPts val="1260"/>
              <a:buNone/>
              <a:defRPr sz="1400">
                <a:solidFill>
                  <a:schemeClr val="accent6"/>
                </a:solidFill>
                <a:latin typeface="Quattrocento Sans"/>
                <a:ea typeface="Quattrocento Sans"/>
                <a:cs typeface="Quattrocento Sans"/>
                <a:sym typeface="Quattrocento Sans"/>
              </a:defRPr>
            </a:lvl1pPr>
            <a:lvl2pPr marL="914400" lvl="1" indent="-331469" algn="l">
              <a:lnSpc>
                <a:spcPct val="100000"/>
              </a:lnSpc>
              <a:spcBef>
                <a:spcPts val="360"/>
              </a:spcBef>
              <a:spcAft>
                <a:spcPts val="0"/>
              </a:spcAft>
              <a:buClr>
                <a:schemeClr val="dk1"/>
              </a:buClr>
              <a:buSzPts val="1620"/>
              <a:buChar char="·"/>
              <a:defRPr/>
            </a:lvl2pPr>
            <a:lvl3pPr marL="1371600" lvl="2" indent="-331469" algn="l">
              <a:lnSpc>
                <a:spcPct val="100000"/>
              </a:lnSpc>
              <a:spcBef>
                <a:spcPts val="360"/>
              </a:spcBef>
              <a:spcAft>
                <a:spcPts val="0"/>
              </a:spcAft>
              <a:buClr>
                <a:schemeClr val="dk1"/>
              </a:buClr>
              <a:buSzPts val="1620"/>
              <a:buChar char="·"/>
              <a:defRPr/>
            </a:lvl3pPr>
            <a:lvl4pPr marL="1828800" lvl="3" indent="-331469" algn="l">
              <a:lnSpc>
                <a:spcPct val="100000"/>
              </a:lnSpc>
              <a:spcBef>
                <a:spcPts val="360"/>
              </a:spcBef>
              <a:spcAft>
                <a:spcPts val="0"/>
              </a:spcAft>
              <a:buClr>
                <a:schemeClr val="dk1"/>
              </a:buClr>
              <a:buSzPts val="1620"/>
              <a:buChar char="·"/>
              <a:defRPr/>
            </a:lvl4pPr>
            <a:lvl5pPr marL="2286000" lvl="4" indent="-331470" algn="l">
              <a:lnSpc>
                <a:spcPct val="100000"/>
              </a:lnSpc>
              <a:spcBef>
                <a:spcPts val="360"/>
              </a:spcBef>
              <a:spcAft>
                <a:spcPts val="0"/>
              </a:spcAft>
              <a:buClr>
                <a:schemeClr val="dk1"/>
              </a:buClr>
              <a:buSzPts val="162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583" name="Google Shape;583;p67"/>
          <p:cNvSpPr txBox="1">
            <a:spLocks noGrp="1"/>
          </p:cNvSpPr>
          <p:nvPr>
            <p:ph type="title"/>
          </p:nvPr>
        </p:nvSpPr>
        <p:spPr>
          <a:xfrm>
            <a:off x="1163638" y="2025650"/>
            <a:ext cx="6372225" cy="553998"/>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Clr>
                <a:schemeClr val="accent3"/>
              </a:buClr>
              <a:buSzPts val="3600"/>
              <a:buFont typeface="Quattrocento Sans"/>
              <a:buNone/>
              <a:defRPr>
                <a:solidFill>
                  <a:schemeClr val="accent3"/>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transition>
    <p:fade/>
  </p:transition>
  <p:extLst>
    <p:ext uri="{DCECCB84-F9BA-43D5-87BE-67443E8EF086}">
      <p15:sldGuideLst xmlns:p15="http://schemas.microsoft.com/office/powerpoint/2012/main">
        <p15:guide id="1" pos="369">
          <p15:clr>
            <a:srgbClr val="F26B43"/>
          </p15:clr>
        </p15:guide>
        <p15:guide id="2" orient="horz" pos="366">
          <p15:clr>
            <a:srgbClr val="F26B43"/>
          </p15:clr>
        </p15:guide>
        <p15:guide id="3" pos="7311">
          <p15:clr>
            <a:srgbClr val="F26B43"/>
          </p15:clr>
        </p15:guide>
        <p15:guide id="4" orient="horz" pos="3951">
          <p15:clr>
            <a:srgbClr val="F26B43"/>
          </p15:clr>
        </p15:guide>
        <p15:guide id="5" pos="2561">
          <p15:clr>
            <a:srgbClr val="A4A3A4"/>
          </p15:clr>
        </p15:guide>
        <p15:guide id="6" pos="2744">
          <p15:clr>
            <a:srgbClr val="A4A3A4"/>
          </p15:clr>
        </p15:guide>
        <p15:guide id="7" pos="4937">
          <p15:clr>
            <a:srgbClr val="A4A3A4"/>
          </p15:clr>
        </p15:guide>
        <p15:guide id="8" pos="5120">
          <p15:clr>
            <a:srgbClr val="A4A3A4"/>
          </p15:clr>
        </p15:guide>
        <p15:guide id="9" pos="2682">
          <p15:clr>
            <a:srgbClr val="F26B43"/>
          </p15:clr>
        </p15:guide>
        <p15:guide id="10" pos="4998">
          <p15:clr>
            <a:srgbClr val="F26B43"/>
          </p15:clr>
        </p15:guide>
        <p15:guide id="11" pos="733">
          <p15:clr>
            <a:srgbClr val="FBAE40"/>
          </p15:clr>
        </p15:guide>
      </p15:sldGuideLst>
    </p:ext>
  </p:extLst>
</p:sldLayout>
</file>

<file path=ppt/slideLayouts/slideLayout67.xml><?xml version="1.0" encoding="utf-8"?>
<p:sldLayout xmlns:a="http://schemas.openxmlformats.org/drawingml/2006/main" xmlns:r="http://schemas.openxmlformats.org/officeDocument/2006/relationships" xmlns:p="http://schemas.openxmlformats.org/presentationml/2006/main" matchingName="Quote slide with picture - alt">
  <p:cSld name="Quote slide with picture - alt">
    <p:spTree>
      <p:nvGrpSpPr>
        <p:cNvPr id="1" name="Shape 584"/>
        <p:cNvGrpSpPr/>
        <p:nvPr/>
      </p:nvGrpSpPr>
      <p:grpSpPr>
        <a:xfrm>
          <a:off x="0" y="0"/>
          <a:ext cx="0" cy="0"/>
          <a:chOff x="0" y="0"/>
          <a:chExt cx="0" cy="0"/>
        </a:xfrm>
      </p:grpSpPr>
      <p:sp>
        <p:nvSpPr>
          <p:cNvPr id="585" name="Google Shape;585;p68"/>
          <p:cNvSpPr txBox="1">
            <a:spLocks noGrp="1"/>
          </p:cNvSpPr>
          <p:nvPr>
            <p:ph type="body" idx="1"/>
          </p:nvPr>
        </p:nvSpPr>
        <p:spPr>
          <a:xfrm>
            <a:off x="1163638" y="3779493"/>
            <a:ext cx="6372225" cy="276999"/>
          </a:xfrm>
          <a:prstGeom prst="rect">
            <a:avLst/>
          </a:prstGeom>
          <a:noFill/>
          <a:ln>
            <a:noFill/>
          </a:ln>
        </p:spPr>
        <p:txBody>
          <a:bodyPr spcFirstLastPara="1" wrap="square" lIns="0" tIns="0" rIns="0" bIns="0" anchor="t" anchorCtr="0">
            <a:spAutoFit/>
          </a:bodyPr>
          <a:lstStyle>
            <a:lvl1pPr marL="457200" lvl="0" indent="-228600" algn="l">
              <a:lnSpc>
                <a:spcPct val="100000"/>
              </a:lnSpc>
              <a:spcBef>
                <a:spcPts val="0"/>
              </a:spcBef>
              <a:spcAft>
                <a:spcPts val="0"/>
              </a:spcAft>
              <a:buClr>
                <a:schemeClr val="accent6"/>
              </a:buClr>
              <a:buSzPts val="1620"/>
              <a:buNone/>
              <a:defRPr sz="1800">
                <a:solidFill>
                  <a:schemeClr val="accent6"/>
                </a:solidFill>
                <a:latin typeface="Quattrocento Sans"/>
                <a:ea typeface="Quattrocento Sans"/>
                <a:cs typeface="Quattrocento Sans"/>
                <a:sym typeface="Quattrocento Sans"/>
              </a:defRPr>
            </a:lvl1pPr>
            <a:lvl2pPr marL="914400" lvl="1" indent="-331469" algn="l">
              <a:lnSpc>
                <a:spcPct val="100000"/>
              </a:lnSpc>
              <a:spcBef>
                <a:spcPts val="360"/>
              </a:spcBef>
              <a:spcAft>
                <a:spcPts val="0"/>
              </a:spcAft>
              <a:buClr>
                <a:schemeClr val="dk1"/>
              </a:buClr>
              <a:buSzPts val="1620"/>
              <a:buChar char="·"/>
              <a:defRPr/>
            </a:lvl2pPr>
            <a:lvl3pPr marL="1371600" lvl="2" indent="-331469" algn="l">
              <a:lnSpc>
                <a:spcPct val="100000"/>
              </a:lnSpc>
              <a:spcBef>
                <a:spcPts val="360"/>
              </a:spcBef>
              <a:spcAft>
                <a:spcPts val="0"/>
              </a:spcAft>
              <a:buClr>
                <a:schemeClr val="dk1"/>
              </a:buClr>
              <a:buSzPts val="1620"/>
              <a:buChar char="·"/>
              <a:defRPr/>
            </a:lvl3pPr>
            <a:lvl4pPr marL="1828800" lvl="3" indent="-331469" algn="l">
              <a:lnSpc>
                <a:spcPct val="100000"/>
              </a:lnSpc>
              <a:spcBef>
                <a:spcPts val="360"/>
              </a:spcBef>
              <a:spcAft>
                <a:spcPts val="0"/>
              </a:spcAft>
              <a:buClr>
                <a:schemeClr val="dk1"/>
              </a:buClr>
              <a:buSzPts val="1620"/>
              <a:buChar char="·"/>
              <a:defRPr/>
            </a:lvl4pPr>
            <a:lvl5pPr marL="2286000" lvl="4" indent="-331470" algn="l">
              <a:lnSpc>
                <a:spcPct val="100000"/>
              </a:lnSpc>
              <a:spcBef>
                <a:spcPts val="360"/>
              </a:spcBef>
              <a:spcAft>
                <a:spcPts val="0"/>
              </a:spcAft>
              <a:buClr>
                <a:schemeClr val="dk1"/>
              </a:buClr>
              <a:buSzPts val="162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586" name="Google Shape;586;p68"/>
          <p:cNvSpPr txBox="1"/>
          <p:nvPr/>
        </p:nvSpPr>
        <p:spPr>
          <a:xfrm>
            <a:off x="12355721" y="-203944"/>
            <a:ext cx="577081" cy="153888"/>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00">
                <a:solidFill>
                  <a:srgbClr val="A3A3A3"/>
                </a:solidFill>
                <a:latin typeface="Quattrocento Sans"/>
                <a:ea typeface="Quattrocento Sans"/>
                <a:cs typeface="Quattrocento Sans"/>
                <a:sym typeface="Quattrocento Sans"/>
              </a:rPr>
              <a:t>ELT layout</a:t>
            </a:r>
            <a:endParaRPr/>
          </a:p>
        </p:txBody>
      </p:sp>
      <p:sp>
        <p:nvSpPr>
          <p:cNvPr id="587" name="Google Shape;587;p68"/>
          <p:cNvSpPr>
            <a:spLocks noGrp="1"/>
          </p:cNvSpPr>
          <p:nvPr>
            <p:ph type="pic" idx="2"/>
          </p:nvPr>
        </p:nvSpPr>
        <p:spPr>
          <a:xfrm>
            <a:off x="7835900" y="0"/>
            <a:ext cx="4356100" cy="6858000"/>
          </a:xfrm>
          <a:prstGeom prst="rect">
            <a:avLst/>
          </a:prstGeom>
          <a:noFill/>
          <a:ln>
            <a:noFill/>
          </a:ln>
        </p:spPr>
      </p:sp>
      <p:sp>
        <p:nvSpPr>
          <p:cNvPr id="588" name="Google Shape;588;p68"/>
          <p:cNvSpPr txBox="1">
            <a:spLocks noGrp="1"/>
          </p:cNvSpPr>
          <p:nvPr>
            <p:ph type="body" idx="3"/>
          </p:nvPr>
        </p:nvSpPr>
        <p:spPr>
          <a:xfrm>
            <a:off x="1163638" y="4077072"/>
            <a:ext cx="6372225" cy="215444"/>
          </a:xfrm>
          <a:prstGeom prst="rect">
            <a:avLst/>
          </a:prstGeom>
          <a:noFill/>
          <a:ln>
            <a:noFill/>
          </a:ln>
        </p:spPr>
        <p:txBody>
          <a:bodyPr spcFirstLastPara="1" wrap="square" lIns="0" tIns="0" rIns="0" bIns="0" anchor="t" anchorCtr="0">
            <a:spAutoFit/>
          </a:bodyPr>
          <a:lstStyle>
            <a:lvl1pPr marL="457200" lvl="0" indent="-228600" algn="l">
              <a:lnSpc>
                <a:spcPct val="100000"/>
              </a:lnSpc>
              <a:spcBef>
                <a:spcPts val="0"/>
              </a:spcBef>
              <a:spcAft>
                <a:spcPts val="0"/>
              </a:spcAft>
              <a:buClr>
                <a:schemeClr val="accent6"/>
              </a:buClr>
              <a:buSzPts val="1260"/>
              <a:buNone/>
              <a:defRPr sz="1400">
                <a:solidFill>
                  <a:schemeClr val="accent6"/>
                </a:solidFill>
                <a:latin typeface="Quattrocento Sans"/>
                <a:ea typeface="Quattrocento Sans"/>
                <a:cs typeface="Quattrocento Sans"/>
                <a:sym typeface="Quattrocento Sans"/>
              </a:defRPr>
            </a:lvl1pPr>
            <a:lvl2pPr marL="914400" lvl="1" indent="-331469" algn="l">
              <a:lnSpc>
                <a:spcPct val="100000"/>
              </a:lnSpc>
              <a:spcBef>
                <a:spcPts val="360"/>
              </a:spcBef>
              <a:spcAft>
                <a:spcPts val="0"/>
              </a:spcAft>
              <a:buClr>
                <a:schemeClr val="dk1"/>
              </a:buClr>
              <a:buSzPts val="1620"/>
              <a:buChar char="·"/>
              <a:defRPr/>
            </a:lvl2pPr>
            <a:lvl3pPr marL="1371600" lvl="2" indent="-331469" algn="l">
              <a:lnSpc>
                <a:spcPct val="100000"/>
              </a:lnSpc>
              <a:spcBef>
                <a:spcPts val="360"/>
              </a:spcBef>
              <a:spcAft>
                <a:spcPts val="0"/>
              </a:spcAft>
              <a:buClr>
                <a:schemeClr val="dk1"/>
              </a:buClr>
              <a:buSzPts val="1620"/>
              <a:buChar char="·"/>
              <a:defRPr/>
            </a:lvl3pPr>
            <a:lvl4pPr marL="1828800" lvl="3" indent="-331469" algn="l">
              <a:lnSpc>
                <a:spcPct val="100000"/>
              </a:lnSpc>
              <a:spcBef>
                <a:spcPts val="360"/>
              </a:spcBef>
              <a:spcAft>
                <a:spcPts val="0"/>
              </a:spcAft>
              <a:buClr>
                <a:schemeClr val="dk1"/>
              </a:buClr>
              <a:buSzPts val="1620"/>
              <a:buChar char="·"/>
              <a:defRPr/>
            </a:lvl4pPr>
            <a:lvl5pPr marL="2286000" lvl="4" indent="-331470" algn="l">
              <a:lnSpc>
                <a:spcPct val="100000"/>
              </a:lnSpc>
              <a:spcBef>
                <a:spcPts val="360"/>
              </a:spcBef>
              <a:spcAft>
                <a:spcPts val="0"/>
              </a:spcAft>
              <a:buClr>
                <a:schemeClr val="dk1"/>
              </a:buClr>
              <a:buSzPts val="162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589" name="Google Shape;589;p68"/>
          <p:cNvSpPr txBox="1">
            <a:spLocks noGrp="1"/>
          </p:cNvSpPr>
          <p:nvPr>
            <p:ph type="title"/>
          </p:nvPr>
        </p:nvSpPr>
        <p:spPr>
          <a:xfrm>
            <a:off x="1163638" y="2025650"/>
            <a:ext cx="6372225" cy="553998"/>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Clr>
                <a:schemeClr val="dk1"/>
              </a:buClr>
              <a:buSzPts val="3600"/>
              <a:buFont typeface="Quattrocento Sans"/>
              <a:buNone/>
              <a:defRPr>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transition>
    <p:fade/>
  </p:transition>
  <p:extLst>
    <p:ext uri="{DCECCB84-F9BA-43D5-87BE-67443E8EF086}">
      <p15:sldGuideLst xmlns:p15="http://schemas.microsoft.com/office/powerpoint/2012/main">
        <p15:guide id="1" orient="horz" pos="3584">
          <p15:clr>
            <a:srgbClr val="5ACBF0"/>
          </p15:clr>
        </p15:guide>
        <p15:guide id="2" orient="horz" pos="1276">
          <p15:clr>
            <a:srgbClr val="5ACBF0"/>
          </p15:clr>
        </p15:guide>
        <p15:guide id="3" orient="horz" pos="288">
          <p15:clr>
            <a:srgbClr val="5ACBF0"/>
          </p15:clr>
        </p15:guide>
        <p15:guide id="4" pos="733">
          <p15:clr>
            <a:srgbClr val="5ACBF0"/>
          </p15:clr>
        </p15:guide>
        <p15:guide id="5" pos="4747">
          <p15:clr>
            <a:srgbClr val="5ACBF0"/>
          </p15:clr>
        </p15:guide>
        <p15:guide id="6" pos="4936">
          <p15:clr>
            <a:srgbClr val="5ACBF0"/>
          </p15:clr>
        </p15:guide>
        <p15:guide id="7" pos="5123">
          <p15:clr>
            <a:srgbClr val="5ACBF0"/>
          </p15:clr>
        </p15:guide>
        <p15:guide id="8" orient="horz" pos="3465">
          <p15:clr>
            <a:srgbClr val="5ACBF0"/>
          </p15:clr>
        </p15:guide>
        <p15:guide id="9" orient="horz" pos="1956">
          <p15:clr>
            <a:srgbClr val="FBAE40"/>
          </p15:clr>
        </p15:guide>
        <p15:guide id="10" pos="1096">
          <p15:clr>
            <a:srgbClr val="FBAE40"/>
          </p15:clr>
        </p15:guide>
      </p15:sldGuideLst>
    </p:ext>
  </p:extLst>
</p:sldLayout>
</file>

<file path=ppt/slideLayouts/slideLayout68.xml><?xml version="1.0" encoding="utf-8"?>
<p:sldLayout xmlns:a="http://schemas.openxmlformats.org/drawingml/2006/main" xmlns:r="http://schemas.openxmlformats.org/officeDocument/2006/relationships" xmlns:p="http://schemas.openxmlformats.org/presentationml/2006/main" matchingName="Title and text side by side">
  <p:cSld name="Title and text side by side">
    <p:spTree>
      <p:nvGrpSpPr>
        <p:cNvPr id="1" name="Shape 590"/>
        <p:cNvGrpSpPr/>
        <p:nvPr/>
      </p:nvGrpSpPr>
      <p:grpSpPr>
        <a:xfrm>
          <a:off x="0" y="0"/>
          <a:ext cx="0" cy="0"/>
          <a:chOff x="0" y="0"/>
          <a:chExt cx="0" cy="0"/>
        </a:xfrm>
      </p:grpSpPr>
      <p:sp>
        <p:nvSpPr>
          <p:cNvPr id="591" name="Google Shape;591;p69"/>
          <p:cNvSpPr txBox="1">
            <a:spLocks noGrp="1"/>
          </p:cNvSpPr>
          <p:nvPr>
            <p:ph type="title"/>
          </p:nvPr>
        </p:nvSpPr>
        <p:spPr>
          <a:xfrm>
            <a:off x="585216" y="2309812"/>
            <a:ext cx="3182027" cy="3959225"/>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Clr>
                <a:schemeClr val="dk1"/>
              </a:buClr>
              <a:buSzPts val="3600"/>
              <a:buFont typeface="Quattrocento Sans"/>
              <a:buNone/>
              <a:defRPr>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92" name="Google Shape;592;p69"/>
          <p:cNvSpPr txBox="1">
            <a:spLocks noGrp="1"/>
          </p:cNvSpPr>
          <p:nvPr>
            <p:ph type="body" idx="1"/>
          </p:nvPr>
        </p:nvSpPr>
        <p:spPr>
          <a:xfrm>
            <a:off x="4356100" y="2309812"/>
            <a:ext cx="7253288" cy="3959223"/>
          </a:xfrm>
          <a:prstGeom prst="rect">
            <a:avLst/>
          </a:prstGeom>
          <a:noFill/>
          <a:ln>
            <a:noFill/>
          </a:ln>
        </p:spPr>
        <p:txBody>
          <a:bodyPr spcFirstLastPara="1" wrap="square" lIns="0" tIns="0" rIns="0" bIns="0" anchor="t" anchorCtr="0">
            <a:spAutoFit/>
          </a:bodyPr>
          <a:lstStyle>
            <a:lvl1pPr marL="457200" lvl="0" indent="-388620" algn="l">
              <a:lnSpc>
                <a:spcPct val="100000"/>
              </a:lnSpc>
              <a:spcBef>
                <a:spcPts val="560"/>
              </a:spcBef>
              <a:spcAft>
                <a:spcPts val="0"/>
              </a:spcAft>
              <a:buClr>
                <a:schemeClr val="dk1"/>
              </a:buClr>
              <a:buSzPts val="2520"/>
              <a:buFont typeface="Noto Sans Symbols"/>
              <a:buChar char="·"/>
              <a:defRPr/>
            </a:lvl1pPr>
            <a:lvl2pPr marL="914400" lvl="1" indent="-331469" algn="l">
              <a:lnSpc>
                <a:spcPct val="100000"/>
              </a:lnSpc>
              <a:spcBef>
                <a:spcPts val="600"/>
              </a:spcBef>
              <a:spcAft>
                <a:spcPts val="0"/>
              </a:spcAft>
              <a:buClr>
                <a:schemeClr val="dk1"/>
              </a:buClr>
              <a:buSzPts val="1620"/>
              <a:buChar char="·"/>
              <a:defRPr/>
            </a:lvl2pPr>
            <a:lvl3pPr marL="1371600" lvl="2" indent="-331469" algn="l">
              <a:lnSpc>
                <a:spcPct val="100000"/>
              </a:lnSpc>
              <a:spcBef>
                <a:spcPts val="360"/>
              </a:spcBef>
              <a:spcAft>
                <a:spcPts val="0"/>
              </a:spcAft>
              <a:buClr>
                <a:schemeClr val="dk1"/>
              </a:buClr>
              <a:buSzPts val="1620"/>
              <a:buChar char="·"/>
              <a:defRPr/>
            </a:lvl3pPr>
            <a:lvl4pPr marL="1828800" lvl="3" indent="-331469" algn="l">
              <a:lnSpc>
                <a:spcPct val="100000"/>
              </a:lnSpc>
              <a:spcBef>
                <a:spcPts val="360"/>
              </a:spcBef>
              <a:spcAft>
                <a:spcPts val="0"/>
              </a:spcAft>
              <a:buClr>
                <a:schemeClr val="dk1"/>
              </a:buClr>
              <a:buSzPts val="1620"/>
              <a:buChar char="·"/>
              <a:defRPr/>
            </a:lvl4pPr>
            <a:lvl5pPr marL="2286000" lvl="4" indent="-331470" algn="l">
              <a:lnSpc>
                <a:spcPct val="100000"/>
              </a:lnSpc>
              <a:spcBef>
                <a:spcPts val="360"/>
              </a:spcBef>
              <a:spcAft>
                <a:spcPts val="0"/>
              </a:spcAft>
              <a:buClr>
                <a:schemeClr val="dk1"/>
              </a:buClr>
              <a:buSzPts val="162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cxnSp>
        <p:nvCxnSpPr>
          <p:cNvPr id="593" name="Google Shape;593;p69"/>
          <p:cNvCxnSpPr/>
          <p:nvPr/>
        </p:nvCxnSpPr>
        <p:spPr>
          <a:xfrm>
            <a:off x="585216" y="2019300"/>
            <a:ext cx="3182112" cy="0"/>
          </a:xfrm>
          <a:prstGeom prst="straightConnector1">
            <a:avLst/>
          </a:prstGeom>
          <a:noFill/>
          <a:ln w="28575" cap="flat" cmpd="sng">
            <a:solidFill>
              <a:schemeClr val="accent1"/>
            </a:solidFill>
            <a:prstDash val="solid"/>
            <a:round/>
            <a:headEnd type="none" w="sm" len="sm"/>
            <a:tailEnd type="none" w="sm" len="sm"/>
          </a:ln>
        </p:spPr>
      </p:cxnSp>
      <p:sp>
        <p:nvSpPr>
          <p:cNvPr id="594" name="Google Shape;594;p69"/>
          <p:cNvSpPr txBox="1"/>
          <p:nvPr/>
        </p:nvSpPr>
        <p:spPr>
          <a:xfrm>
            <a:off x="12355721" y="-203944"/>
            <a:ext cx="577081" cy="153888"/>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00">
                <a:solidFill>
                  <a:srgbClr val="A3A3A3"/>
                </a:solidFill>
                <a:latin typeface="Quattrocento Sans"/>
                <a:ea typeface="Quattrocento Sans"/>
                <a:cs typeface="Quattrocento Sans"/>
                <a:sym typeface="Quattrocento Sans"/>
              </a:rPr>
              <a:t>ELT layout</a:t>
            </a:r>
            <a:endParaRPr/>
          </a:p>
        </p:txBody>
      </p:sp>
      <p:cxnSp>
        <p:nvCxnSpPr>
          <p:cNvPr id="595" name="Google Shape;595;p69"/>
          <p:cNvCxnSpPr/>
          <p:nvPr/>
        </p:nvCxnSpPr>
        <p:spPr>
          <a:xfrm>
            <a:off x="4354523" y="2019300"/>
            <a:ext cx="7254865" cy="0"/>
          </a:xfrm>
          <a:prstGeom prst="straightConnector1">
            <a:avLst/>
          </a:prstGeom>
          <a:noFill/>
          <a:ln w="19050" cap="flat" cmpd="sng">
            <a:solidFill>
              <a:schemeClr val="dk1">
                <a:alpha val="29803"/>
              </a:schemeClr>
            </a:solidFill>
            <a:prstDash val="solid"/>
            <a:round/>
            <a:headEnd type="none" w="sm" len="sm"/>
            <a:tailEnd type="none" w="sm" len="sm"/>
          </a:ln>
        </p:spPr>
      </p:cxnSp>
    </p:spTree>
  </p:cSld>
  <p:clrMapOvr>
    <a:masterClrMapping/>
  </p:clrMapOvr>
  <p:transition>
    <p:fade/>
  </p:transition>
  <p:extLst>
    <p:ext uri="{DCECCB84-F9BA-43D5-87BE-67443E8EF086}">
      <p15:sldGuideLst xmlns:p15="http://schemas.microsoft.com/office/powerpoint/2012/main">
        <p15:guide id="1" pos="2744">
          <p15:clr>
            <a:srgbClr val="5ACBF0"/>
          </p15:clr>
        </p15:guide>
        <p15:guide id="2" orient="horz" pos="1272">
          <p15:clr>
            <a:srgbClr val="5ACBF0"/>
          </p15:clr>
        </p15:guide>
        <p15:guide id="3" pos="2376">
          <p15:clr>
            <a:srgbClr val="5ACBF0"/>
          </p15:clr>
        </p15:guide>
        <p15:guide id="4" orient="horz" pos="1455">
          <p15:clr>
            <a:srgbClr val="5ACBF0"/>
          </p15:clr>
        </p15:guide>
      </p15:sldGuideLst>
    </p:ext>
  </p:extLst>
</p:sldLayout>
</file>

<file path=ppt/slideLayouts/slideLayout69.xml><?xml version="1.0" encoding="utf-8"?>
<p:sldLayout xmlns:a="http://schemas.openxmlformats.org/drawingml/2006/main" xmlns:r="http://schemas.openxmlformats.org/officeDocument/2006/relationships" xmlns:p="http://schemas.openxmlformats.org/presentationml/2006/main" matchingName="Title and text side by side 2">
  <p:cSld name="Title and text side by side 2">
    <p:spTree>
      <p:nvGrpSpPr>
        <p:cNvPr id="1" name="Shape 596"/>
        <p:cNvGrpSpPr/>
        <p:nvPr/>
      </p:nvGrpSpPr>
      <p:grpSpPr>
        <a:xfrm>
          <a:off x="0" y="0"/>
          <a:ext cx="0" cy="0"/>
          <a:chOff x="0" y="0"/>
          <a:chExt cx="0" cy="0"/>
        </a:xfrm>
      </p:grpSpPr>
      <p:sp>
        <p:nvSpPr>
          <p:cNvPr id="597" name="Google Shape;597;p70"/>
          <p:cNvSpPr txBox="1">
            <a:spLocks noGrp="1"/>
          </p:cNvSpPr>
          <p:nvPr>
            <p:ph type="title"/>
          </p:nvPr>
        </p:nvSpPr>
        <p:spPr>
          <a:xfrm>
            <a:off x="588263" y="585788"/>
            <a:ext cx="3182027" cy="5683250"/>
          </a:xfrm>
          <a:prstGeom prst="rect">
            <a:avLst/>
          </a:prstGeom>
          <a:noFill/>
          <a:ln>
            <a:noFill/>
          </a:ln>
        </p:spPr>
        <p:txBody>
          <a:bodyPr spcFirstLastPara="1" wrap="square" lIns="0" tIns="0" rIns="0" bIns="0" anchor="ctr" anchorCtr="0">
            <a:spAutoFit/>
          </a:bodyPr>
          <a:lstStyle>
            <a:lvl1pPr lvl="0" algn="l">
              <a:lnSpc>
                <a:spcPct val="100000"/>
              </a:lnSpc>
              <a:spcBef>
                <a:spcPts val="0"/>
              </a:spcBef>
              <a:spcAft>
                <a:spcPts val="0"/>
              </a:spcAft>
              <a:buClr>
                <a:schemeClr val="dk1"/>
              </a:buClr>
              <a:buSzPts val="3600"/>
              <a:buFont typeface="Quattrocento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98" name="Google Shape;598;p70"/>
          <p:cNvSpPr txBox="1">
            <a:spLocks noGrp="1"/>
          </p:cNvSpPr>
          <p:nvPr>
            <p:ph type="body" idx="1"/>
          </p:nvPr>
        </p:nvSpPr>
        <p:spPr>
          <a:xfrm>
            <a:off x="4941888" y="585788"/>
            <a:ext cx="6667500" cy="5683249"/>
          </a:xfrm>
          <a:prstGeom prst="rect">
            <a:avLst/>
          </a:prstGeom>
          <a:noFill/>
          <a:ln>
            <a:noFill/>
          </a:ln>
        </p:spPr>
        <p:txBody>
          <a:bodyPr spcFirstLastPara="1" wrap="square" lIns="0" tIns="0" rIns="0" bIns="0" anchor="ctr" anchorCtr="0">
            <a:spAutoFit/>
          </a:bodyPr>
          <a:lstStyle>
            <a:lvl1pPr marL="457200" lvl="0" indent="-388620" algn="l">
              <a:lnSpc>
                <a:spcPct val="100000"/>
              </a:lnSpc>
              <a:spcBef>
                <a:spcPts val="560"/>
              </a:spcBef>
              <a:spcAft>
                <a:spcPts val="0"/>
              </a:spcAft>
              <a:buClr>
                <a:schemeClr val="dk1"/>
              </a:buClr>
              <a:buSzPts val="2520"/>
              <a:buFont typeface="Noto Sans Symbols"/>
              <a:buChar char="·"/>
              <a:defRPr/>
            </a:lvl1pPr>
            <a:lvl2pPr marL="914400" lvl="1" indent="-331469" algn="l">
              <a:lnSpc>
                <a:spcPct val="100000"/>
              </a:lnSpc>
              <a:spcBef>
                <a:spcPts val="600"/>
              </a:spcBef>
              <a:spcAft>
                <a:spcPts val="0"/>
              </a:spcAft>
              <a:buClr>
                <a:schemeClr val="dk1"/>
              </a:buClr>
              <a:buSzPts val="1620"/>
              <a:buChar char="·"/>
              <a:defRPr/>
            </a:lvl2pPr>
            <a:lvl3pPr marL="1371600" lvl="2" indent="-331469" algn="l">
              <a:lnSpc>
                <a:spcPct val="100000"/>
              </a:lnSpc>
              <a:spcBef>
                <a:spcPts val="360"/>
              </a:spcBef>
              <a:spcAft>
                <a:spcPts val="0"/>
              </a:spcAft>
              <a:buClr>
                <a:schemeClr val="dk1"/>
              </a:buClr>
              <a:buSzPts val="1620"/>
              <a:buChar char="·"/>
              <a:defRPr/>
            </a:lvl3pPr>
            <a:lvl4pPr marL="1828800" lvl="3" indent="-331469" algn="l">
              <a:lnSpc>
                <a:spcPct val="100000"/>
              </a:lnSpc>
              <a:spcBef>
                <a:spcPts val="360"/>
              </a:spcBef>
              <a:spcAft>
                <a:spcPts val="0"/>
              </a:spcAft>
              <a:buClr>
                <a:schemeClr val="dk1"/>
              </a:buClr>
              <a:buSzPts val="1620"/>
              <a:buChar char="·"/>
              <a:defRPr/>
            </a:lvl4pPr>
            <a:lvl5pPr marL="2286000" lvl="4" indent="-331470" algn="l">
              <a:lnSpc>
                <a:spcPct val="100000"/>
              </a:lnSpc>
              <a:spcBef>
                <a:spcPts val="360"/>
              </a:spcBef>
              <a:spcAft>
                <a:spcPts val="0"/>
              </a:spcAft>
              <a:buClr>
                <a:schemeClr val="dk1"/>
              </a:buClr>
              <a:buSzPts val="162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cxnSp>
        <p:nvCxnSpPr>
          <p:cNvPr id="599" name="Google Shape;599;p70"/>
          <p:cNvCxnSpPr/>
          <p:nvPr/>
        </p:nvCxnSpPr>
        <p:spPr>
          <a:xfrm>
            <a:off x="4356100" y="2578100"/>
            <a:ext cx="0" cy="1701800"/>
          </a:xfrm>
          <a:prstGeom prst="straightConnector1">
            <a:avLst/>
          </a:prstGeom>
          <a:noFill/>
          <a:ln w="28575" cap="flat" cmpd="sng">
            <a:solidFill>
              <a:schemeClr val="accent1"/>
            </a:solidFill>
            <a:prstDash val="solid"/>
            <a:round/>
            <a:headEnd type="none" w="sm" len="sm"/>
            <a:tailEnd type="none" w="sm" len="sm"/>
          </a:ln>
        </p:spPr>
      </p:cxnSp>
      <p:sp>
        <p:nvSpPr>
          <p:cNvPr id="600" name="Google Shape;600;p70"/>
          <p:cNvSpPr txBox="1"/>
          <p:nvPr/>
        </p:nvSpPr>
        <p:spPr>
          <a:xfrm>
            <a:off x="12355721" y="-203944"/>
            <a:ext cx="577081" cy="153888"/>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00">
                <a:solidFill>
                  <a:srgbClr val="A3A3A3"/>
                </a:solidFill>
                <a:latin typeface="Quattrocento Sans"/>
                <a:ea typeface="Quattrocento Sans"/>
                <a:cs typeface="Quattrocento Sans"/>
                <a:sym typeface="Quattrocento Sans"/>
              </a:rPr>
              <a:t>ELT layout</a:t>
            </a:r>
            <a:endParaRPr/>
          </a:p>
        </p:txBody>
      </p:sp>
    </p:spTree>
  </p:cSld>
  <p:clrMapOvr>
    <a:masterClrMapping/>
  </p:clrMapOvr>
  <p:transition>
    <p:fade/>
  </p:transition>
  <p:extLst>
    <p:ext uri="{DCECCB84-F9BA-43D5-87BE-67443E8EF086}">
      <p15:sldGuideLst xmlns:p15="http://schemas.microsoft.com/office/powerpoint/2012/main">
        <p15:guide id="1" pos="2744">
          <p15:clr>
            <a:srgbClr val="5ACBF0"/>
          </p15:clr>
        </p15:guide>
        <p15:guide id="2" orient="horz" pos="2160">
          <p15:clr>
            <a:srgbClr val="5ACBF0"/>
          </p15:clr>
        </p15:guide>
        <p15:guide id="3" pos="2376">
          <p15:clr>
            <a:srgbClr val="5ACBF0"/>
          </p15:clr>
        </p15:guide>
        <p15:guide id="4" pos="3113">
          <p15:clr>
            <a:srgbClr val="5ACBF0"/>
          </p15:clr>
        </p15:guide>
      </p15:sldGuideLst>
    </p:ext>
  </p:extLst>
</p:sldLayout>
</file>

<file path=ppt/slideLayouts/slideLayout70.xml><?xml version="1.0" encoding="utf-8"?>
<p:sldLayout xmlns:a="http://schemas.openxmlformats.org/drawingml/2006/main" xmlns:r="http://schemas.openxmlformats.org/officeDocument/2006/relationships" xmlns:p="http://schemas.openxmlformats.org/presentationml/2006/main" matchingName="3_Title and text side by side 3">
  <p:cSld name="3_Title and text side by side 3">
    <p:spTree>
      <p:nvGrpSpPr>
        <p:cNvPr id="1" name="Shape 601"/>
        <p:cNvGrpSpPr/>
        <p:nvPr/>
      </p:nvGrpSpPr>
      <p:grpSpPr>
        <a:xfrm>
          <a:off x="0" y="0"/>
          <a:ext cx="0" cy="0"/>
          <a:chOff x="0" y="0"/>
          <a:chExt cx="0" cy="0"/>
        </a:xfrm>
      </p:grpSpPr>
      <p:sp>
        <p:nvSpPr>
          <p:cNvPr id="602" name="Google Shape;602;p71"/>
          <p:cNvSpPr txBox="1">
            <a:spLocks noGrp="1"/>
          </p:cNvSpPr>
          <p:nvPr>
            <p:ph type="title"/>
          </p:nvPr>
        </p:nvSpPr>
        <p:spPr>
          <a:xfrm>
            <a:off x="588263" y="585788"/>
            <a:ext cx="3182027" cy="548745"/>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Clr>
                <a:schemeClr val="dk2"/>
              </a:buClr>
              <a:buSzPts val="3600"/>
              <a:buFont typeface="Quattrocento Sans"/>
              <a:buNone/>
              <a:defRPr>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03" name="Google Shape;603;p71"/>
          <p:cNvSpPr txBox="1">
            <a:spLocks noGrp="1"/>
          </p:cNvSpPr>
          <p:nvPr>
            <p:ph type="body" idx="1"/>
          </p:nvPr>
        </p:nvSpPr>
        <p:spPr>
          <a:xfrm>
            <a:off x="4941888" y="585789"/>
            <a:ext cx="1873779" cy="2843212"/>
          </a:xfrm>
          <a:prstGeom prst="rect">
            <a:avLst/>
          </a:prstGeom>
          <a:noFill/>
          <a:ln>
            <a:noFill/>
          </a:ln>
        </p:spPr>
        <p:txBody>
          <a:bodyPr spcFirstLastPara="1" wrap="square" lIns="0" tIns="0" rIns="0" bIns="0" anchor="t" anchorCtr="0">
            <a:noAutofit/>
          </a:bodyPr>
          <a:lstStyle>
            <a:lvl1pPr marL="457200" lvl="0" indent="-388620" algn="l">
              <a:lnSpc>
                <a:spcPct val="100000"/>
              </a:lnSpc>
              <a:spcBef>
                <a:spcPts val="560"/>
              </a:spcBef>
              <a:spcAft>
                <a:spcPts val="0"/>
              </a:spcAft>
              <a:buClr>
                <a:schemeClr val="dk1"/>
              </a:buClr>
              <a:buSzPts val="2520"/>
              <a:buFont typeface="Noto Sans Symbols"/>
              <a:buChar char="·"/>
              <a:defRPr/>
            </a:lvl1pPr>
            <a:lvl2pPr marL="914400" lvl="1" indent="-331469" algn="l">
              <a:lnSpc>
                <a:spcPct val="100000"/>
              </a:lnSpc>
              <a:spcBef>
                <a:spcPts val="600"/>
              </a:spcBef>
              <a:spcAft>
                <a:spcPts val="0"/>
              </a:spcAft>
              <a:buClr>
                <a:schemeClr val="dk1"/>
              </a:buClr>
              <a:buSzPts val="1620"/>
              <a:buChar char="·"/>
              <a:defRPr/>
            </a:lvl2pPr>
            <a:lvl3pPr marL="1371600" lvl="2" indent="-331469" algn="l">
              <a:lnSpc>
                <a:spcPct val="100000"/>
              </a:lnSpc>
              <a:spcBef>
                <a:spcPts val="360"/>
              </a:spcBef>
              <a:spcAft>
                <a:spcPts val="0"/>
              </a:spcAft>
              <a:buClr>
                <a:schemeClr val="dk1"/>
              </a:buClr>
              <a:buSzPts val="1620"/>
              <a:buChar char="·"/>
              <a:defRPr/>
            </a:lvl3pPr>
            <a:lvl4pPr marL="1828800" lvl="3" indent="-331469" algn="l">
              <a:lnSpc>
                <a:spcPct val="100000"/>
              </a:lnSpc>
              <a:spcBef>
                <a:spcPts val="360"/>
              </a:spcBef>
              <a:spcAft>
                <a:spcPts val="0"/>
              </a:spcAft>
              <a:buClr>
                <a:schemeClr val="dk1"/>
              </a:buClr>
              <a:buSzPts val="1620"/>
              <a:buChar char="·"/>
              <a:defRPr/>
            </a:lvl4pPr>
            <a:lvl5pPr marL="2286000" lvl="4" indent="-331470" algn="l">
              <a:lnSpc>
                <a:spcPct val="100000"/>
              </a:lnSpc>
              <a:spcBef>
                <a:spcPts val="360"/>
              </a:spcBef>
              <a:spcAft>
                <a:spcPts val="0"/>
              </a:spcAft>
              <a:buClr>
                <a:schemeClr val="dk1"/>
              </a:buClr>
              <a:buSzPts val="162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604" name="Google Shape;604;p71"/>
          <p:cNvSpPr txBox="1"/>
          <p:nvPr/>
        </p:nvSpPr>
        <p:spPr>
          <a:xfrm>
            <a:off x="12355721" y="-203944"/>
            <a:ext cx="577081" cy="153888"/>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00">
                <a:solidFill>
                  <a:srgbClr val="A3A3A3"/>
                </a:solidFill>
                <a:latin typeface="Quattrocento Sans"/>
                <a:ea typeface="Quattrocento Sans"/>
                <a:cs typeface="Quattrocento Sans"/>
                <a:sym typeface="Quattrocento Sans"/>
              </a:rPr>
              <a:t>ELT layout</a:t>
            </a:r>
            <a:endParaRPr/>
          </a:p>
        </p:txBody>
      </p:sp>
    </p:spTree>
  </p:cSld>
  <p:clrMapOvr>
    <a:masterClrMapping/>
  </p:clrMapOvr>
  <p:transition>
    <p:fade/>
  </p:transition>
  <p:extLst>
    <p:ext uri="{DCECCB84-F9BA-43D5-87BE-67443E8EF086}">
      <p15:sldGuideLst xmlns:p15="http://schemas.microsoft.com/office/powerpoint/2012/main">
        <p15:guide id="1" pos="2744">
          <p15:clr>
            <a:srgbClr val="5ACBF0"/>
          </p15:clr>
        </p15:guide>
        <p15:guide id="2" orient="horz" pos="2160">
          <p15:clr>
            <a:srgbClr val="5ACBF0"/>
          </p15:clr>
        </p15:guide>
        <p15:guide id="3" pos="2376">
          <p15:clr>
            <a:srgbClr val="5ACBF0"/>
          </p15:clr>
        </p15:guide>
        <p15:guide id="4" pos="3113">
          <p15:clr>
            <a:srgbClr val="5ACBF0"/>
          </p15:clr>
        </p15:guide>
      </p15:sldGuideLst>
    </p:ext>
  </p:extLst>
</p:sldLayout>
</file>

<file path=ppt/slideLayouts/slideLayout71.xml><?xml version="1.0" encoding="utf-8"?>
<p:sldLayout xmlns:a="http://schemas.openxmlformats.org/drawingml/2006/main" xmlns:r="http://schemas.openxmlformats.org/officeDocument/2006/relationships" xmlns:p="http://schemas.openxmlformats.org/presentationml/2006/main" matchingName="2_Blank">
  <p:cSld name="2_Blank">
    <p:spTree>
      <p:nvGrpSpPr>
        <p:cNvPr id="1" name="Shape 605"/>
        <p:cNvGrpSpPr/>
        <p:nvPr/>
      </p:nvGrpSpPr>
      <p:grpSpPr>
        <a:xfrm>
          <a:off x="0" y="0"/>
          <a:ext cx="0" cy="0"/>
          <a:chOff x="0" y="0"/>
          <a:chExt cx="0" cy="0"/>
        </a:xfrm>
      </p:grpSpPr>
      <p:sp>
        <p:nvSpPr>
          <p:cNvPr id="606" name="Google Shape;606;p72"/>
          <p:cNvSpPr txBox="1">
            <a:spLocks noGrp="1"/>
          </p:cNvSpPr>
          <p:nvPr>
            <p:ph type="title"/>
          </p:nvPr>
        </p:nvSpPr>
        <p:spPr>
          <a:xfrm>
            <a:off x="588264" y="585788"/>
            <a:ext cx="2534350" cy="548745"/>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Clr>
                <a:schemeClr val="dk2"/>
              </a:buClr>
              <a:buSzPts val="2800"/>
              <a:buFont typeface="Quattrocento Sans"/>
              <a:buNone/>
              <a:defRPr sz="28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07" name="Google Shape;607;p72"/>
          <p:cNvSpPr txBox="1">
            <a:spLocks noGrp="1"/>
          </p:cNvSpPr>
          <p:nvPr>
            <p:ph type="body" idx="1"/>
          </p:nvPr>
        </p:nvSpPr>
        <p:spPr>
          <a:xfrm>
            <a:off x="4370387" y="585789"/>
            <a:ext cx="1589088" cy="2843212"/>
          </a:xfrm>
          <a:prstGeom prst="rect">
            <a:avLst/>
          </a:prstGeom>
          <a:noFill/>
          <a:ln>
            <a:noFill/>
          </a:ln>
        </p:spPr>
        <p:txBody>
          <a:bodyPr spcFirstLastPara="1" wrap="square" lIns="0" tIns="0" rIns="0" bIns="0" anchor="t" anchorCtr="0">
            <a:noAutofit/>
          </a:bodyPr>
          <a:lstStyle>
            <a:lvl1pPr marL="457200" lvl="0" indent="-388620" algn="l">
              <a:lnSpc>
                <a:spcPct val="100000"/>
              </a:lnSpc>
              <a:spcBef>
                <a:spcPts val="560"/>
              </a:spcBef>
              <a:spcAft>
                <a:spcPts val="0"/>
              </a:spcAft>
              <a:buClr>
                <a:schemeClr val="dk1"/>
              </a:buClr>
              <a:buSzPts val="2520"/>
              <a:buFont typeface="Noto Sans Symbols"/>
              <a:buChar char="·"/>
              <a:defRPr/>
            </a:lvl1pPr>
            <a:lvl2pPr marL="914400" lvl="1" indent="-331469" algn="l">
              <a:lnSpc>
                <a:spcPct val="100000"/>
              </a:lnSpc>
              <a:spcBef>
                <a:spcPts val="600"/>
              </a:spcBef>
              <a:spcAft>
                <a:spcPts val="0"/>
              </a:spcAft>
              <a:buClr>
                <a:schemeClr val="dk1"/>
              </a:buClr>
              <a:buSzPts val="1620"/>
              <a:buChar char="·"/>
              <a:defRPr/>
            </a:lvl2pPr>
            <a:lvl3pPr marL="1371600" lvl="2" indent="-331469" algn="l">
              <a:lnSpc>
                <a:spcPct val="100000"/>
              </a:lnSpc>
              <a:spcBef>
                <a:spcPts val="360"/>
              </a:spcBef>
              <a:spcAft>
                <a:spcPts val="0"/>
              </a:spcAft>
              <a:buClr>
                <a:schemeClr val="dk1"/>
              </a:buClr>
              <a:buSzPts val="1620"/>
              <a:buChar char="·"/>
              <a:defRPr/>
            </a:lvl3pPr>
            <a:lvl4pPr marL="1828800" lvl="3" indent="-331469" algn="l">
              <a:lnSpc>
                <a:spcPct val="100000"/>
              </a:lnSpc>
              <a:spcBef>
                <a:spcPts val="360"/>
              </a:spcBef>
              <a:spcAft>
                <a:spcPts val="0"/>
              </a:spcAft>
              <a:buClr>
                <a:schemeClr val="dk1"/>
              </a:buClr>
              <a:buSzPts val="1620"/>
              <a:buChar char="·"/>
              <a:defRPr/>
            </a:lvl4pPr>
            <a:lvl5pPr marL="2286000" lvl="4" indent="-331470" algn="l">
              <a:lnSpc>
                <a:spcPct val="100000"/>
              </a:lnSpc>
              <a:spcBef>
                <a:spcPts val="360"/>
              </a:spcBef>
              <a:spcAft>
                <a:spcPts val="0"/>
              </a:spcAft>
              <a:buClr>
                <a:schemeClr val="dk1"/>
              </a:buClr>
              <a:buSzPts val="162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608" name="Google Shape;608;p72"/>
          <p:cNvSpPr txBox="1">
            <a:spLocks noGrp="1"/>
          </p:cNvSpPr>
          <p:nvPr>
            <p:ph type="body" idx="2"/>
          </p:nvPr>
        </p:nvSpPr>
        <p:spPr>
          <a:xfrm>
            <a:off x="7192963" y="585789"/>
            <a:ext cx="1584325" cy="2843212"/>
          </a:xfrm>
          <a:prstGeom prst="rect">
            <a:avLst/>
          </a:prstGeom>
          <a:noFill/>
          <a:ln>
            <a:noFill/>
          </a:ln>
        </p:spPr>
        <p:txBody>
          <a:bodyPr spcFirstLastPara="1" wrap="square" lIns="0" tIns="0" rIns="0" bIns="0" anchor="t" anchorCtr="0">
            <a:noAutofit/>
          </a:bodyPr>
          <a:lstStyle>
            <a:lvl1pPr marL="457200" lvl="0" indent="-388620" algn="l">
              <a:lnSpc>
                <a:spcPct val="100000"/>
              </a:lnSpc>
              <a:spcBef>
                <a:spcPts val="560"/>
              </a:spcBef>
              <a:spcAft>
                <a:spcPts val="0"/>
              </a:spcAft>
              <a:buClr>
                <a:schemeClr val="dk1"/>
              </a:buClr>
              <a:buSzPts val="2520"/>
              <a:buFont typeface="Noto Sans Symbols"/>
              <a:buChar char="·"/>
              <a:defRPr/>
            </a:lvl1pPr>
            <a:lvl2pPr marL="914400" lvl="1" indent="-331469" algn="l">
              <a:lnSpc>
                <a:spcPct val="100000"/>
              </a:lnSpc>
              <a:spcBef>
                <a:spcPts val="600"/>
              </a:spcBef>
              <a:spcAft>
                <a:spcPts val="0"/>
              </a:spcAft>
              <a:buClr>
                <a:schemeClr val="dk1"/>
              </a:buClr>
              <a:buSzPts val="1620"/>
              <a:buChar char="·"/>
              <a:defRPr/>
            </a:lvl2pPr>
            <a:lvl3pPr marL="1371600" lvl="2" indent="-331469" algn="l">
              <a:lnSpc>
                <a:spcPct val="100000"/>
              </a:lnSpc>
              <a:spcBef>
                <a:spcPts val="360"/>
              </a:spcBef>
              <a:spcAft>
                <a:spcPts val="0"/>
              </a:spcAft>
              <a:buClr>
                <a:schemeClr val="dk1"/>
              </a:buClr>
              <a:buSzPts val="1620"/>
              <a:buChar char="·"/>
              <a:defRPr/>
            </a:lvl3pPr>
            <a:lvl4pPr marL="1828800" lvl="3" indent="-331469" algn="l">
              <a:lnSpc>
                <a:spcPct val="100000"/>
              </a:lnSpc>
              <a:spcBef>
                <a:spcPts val="360"/>
              </a:spcBef>
              <a:spcAft>
                <a:spcPts val="0"/>
              </a:spcAft>
              <a:buClr>
                <a:schemeClr val="dk1"/>
              </a:buClr>
              <a:buSzPts val="1620"/>
              <a:buChar char="·"/>
              <a:defRPr/>
            </a:lvl4pPr>
            <a:lvl5pPr marL="2286000" lvl="4" indent="-331470" algn="l">
              <a:lnSpc>
                <a:spcPct val="100000"/>
              </a:lnSpc>
              <a:spcBef>
                <a:spcPts val="360"/>
              </a:spcBef>
              <a:spcAft>
                <a:spcPts val="0"/>
              </a:spcAft>
              <a:buClr>
                <a:schemeClr val="dk1"/>
              </a:buClr>
              <a:buSzPts val="162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609" name="Google Shape;609;p72"/>
          <p:cNvSpPr txBox="1">
            <a:spLocks noGrp="1"/>
          </p:cNvSpPr>
          <p:nvPr>
            <p:ph type="body" idx="3"/>
          </p:nvPr>
        </p:nvSpPr>
        <p:spPr>
          <a:xfrm>
            <a:off x="4370387" y="3429000"/>
            <a:ext cx="1589088" cy="2843212"/>
          </a:xfrm>
          <a:prstGeom prst="rect">
            <a:avLst/>
          </a:prstGeom>
          <a:noFill/>
          <a:ln>
            <a:noFill/>
          </a:ln>
        </p:spPr>
        <p:txBody>
          <a:bodyPr spcFirstLastPara="1" wrap="square" lIns="0" tIns="0" rIns="0" bIns="0" anchor="t" anchorCtr="0">
            <a:noAutofit/>
          </a:bodyPr>
          <a:lstStyle>
            <a:lvl1pPr marL="457200" lvl="0" indent="-388620" algn="l">
              <a:lnSpc>
                <a:spcPct val="100000"/>
              </a:lnSpc>
              <a:spcBef>
                <a:spcPts val="560"/>
              </a:spcBef>
              <a:spcAft>
                <a:spcPts val="0"/>
              </a:spcAft>
              <a:buClr>
                <a:schemeClr val="dk1"/>
              </a:buClr>
              <a:buSzPts val="2520"/>
              <a:buFont typeface="Noto Sans Symbols"/>
              <a:buChar char="·"/>
              <a:defRPr/>
            </a:lvl1pPr>
            <a:lvl2pPr marL="914400" lvl="1" indent="-331469" algn="l">
              <a:lnSpc>
                <a:spcPct val="100000"/>
              </a:lnSpc>
              <a:spcBef>
                <a:spcPts val="600"/>
              </a:spcBef>
              <a:spcAft>
                <a:spcPts val="0"/>
              </a:spcAft>
              <a:buClr>
                <a:schemeClr val="dk1"/>
              </a:buClr>
              <a:buSzPts val="1620"/>
              <a:buChar char="·"/>
              <a:defRPr/>
            </a:lvl2pPr>
            <a:lvl3pPr marL="1371600" lvl="2" indent="-331469" algn="l">
              <a:lnSpc>
                <a:spcPct val="100000"/>
              </a:lnSpc>
              <a:spcBef>
                <a:spcPts val="360"/>
              </a:spcBef>
              <a:spcAft>
                <a:spcPts val="0"/>
              </a:spcAft>
              <a:buClr>
                <a:schemeClr val="dk1"/>
              </a:buClr>
              <a:buSzPts val="1620"/>
              <a:buChar char="·"/>
              <a:defRPr/>
            </a:lvl3pPr>
            <a:lvl4pPr marL="1828800" lvl="3" indent="-331469" algn="l">
              <a:lnSpc>
                <a:spcPct val="100000"/>
              </a:lnSpc>
              <a:spcBef>
                <a:spcPts val="360"/>
              </a:spcBef>
              <a:spcAft>
                <a:spcPts val="0"/>
              </a:spcAft>
              <a:buClr>
                <a:schemeClr val="dk1"/>
              </a:buClr>
              <a:buSzPts val="1620"/>
              <a:buChar char="·"/>
              <a:defRPr/>
            </a:lvl4pPr>
            <a:lvl5pPr marL="2286000" lvl="4" indent="-331470" algn="l">
              <a:lnSpc>
                <a:spcPct val="100000"/>
              </a:lnSpc>
              <a:spcBef>
                <a:spcPts val="360"/>
              </a:spcBef>
              <a:spcAft>
                <a:spcPts val="0"/>
              </a:spcAft>
              <a:buClr>
                <a:schemeClr val="dk1"/>
              </a:buClr>
              <a:buSzPts val="162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610" name="Google Shape;610;p72"/>
          <p:cNvSpPr txBox="1">
            <a:spLocks noGrp="1"/>
          </p:cNvSpPr>
          <p:nvPr>
            <p:ph type="body" idx="4"/>
          </p:nvPr>
        </p:nvSpPr>
        <p:spPr>
          <a:xfrm>
            <a:off x="7192963" y="3429000"/>
            <a:ext cx="1584325" cy="2843212"/>
          </a:xfrm>
          <a:prstGeom prst="rect">
            <a:avLst/>
          </a:prstGeom>
          <a:noFill/>
          <a:ln>
            <a:noFill/>
          </a:ln>
        </p:spPr>
        <p:txBody>
          <a:bodyPr spcFirstLastPara="1" wrap="square" lIns="0" tIns="0" rIns="0" bIns="0" anchor="t" anchorCtr="0">
            <a:noAutofit/>
          </a:bodyPr>
          <a:lstStyle>
            <a:lvl1pPr marL="457200" lvl="0" indent="-388620" algn="l">
              <a:lnSpc>
                <a:spcPct val="100000"/>
              </a:lnSpc>
              <a:spcBef>
                <a:spcPts val="560"/>
              </a:spcBef>
              <a:spcAft>
                <a:spcPts val="0"/>
              </a:spcAft>
              <a:buClr>
                <a:schemeClr val="dk1"/>
              </a:buClr>
              <a:buSzPts val="2520"/>
              <a:buFont typeface="Noto Sans Symbols"/>
              <a:buChar char="·"/>
              <a:defRPr/>
            </a:lvl1pPr>
            <a:lvl2pPr marL="914400" lvl="1" indent="-331469" algn="l">
              <a:lnSpc>
                <a:spcPct val="100000"/>
              </a:lnSpc>
              <a:spcBef>
                <a:spcPts val="600"/>
              </a:spcBef>
              <a:spcAft>
                <a:spcPts val="0"/>
              </a:spcAft>
              <a:buClr>
                <a:schemeClr val="dk1"/>
              </a:buClr>
              <a:buSzPts val="1620"/>
              <a:buChar char="·"/>
              <a:defRPr/>
            </a:lvl2pPr>
            <a:lvl3pPr marL="1371600" lvl="2" indent="-331469" algn="l">
              <a:lnSpc>
                <a:spcPct val="100000"/>
              </a:lnSpc>
              <a:spcBef>
                <a:spcPts val="360"/>
              </a:spcBef>
              <a:spcAft>
                <a:spcPts val="0"/>
              </a:spcAft>
              <a:buClr>
                <a:schemeClr val="dk1"/>
              </a:buClr>
              <a:buSzPts val="1620"/>
              <a:buChar char="·"/>
              <a:defRPr/>
            </a:lvl3pPr>
            <a:lvl4pPr marL="1828800" lvl="3" indent="-331469" algn="l">
              <a:lnSpc>
                <a:spcPct val="100000"/>
              </a:lnSpc>
              <a:spcBef>
                <a:spcPts val="360"/>
              </a:spcBef>
              <a:spcAft>
                <a:spcPts val="0"/>
              </a:spcAft>
              <a:buClr>
                <a:schemeClr val="dk1"/>
              </a:buClr>
              <a:buSzPts val="1620"/>
              <a:buChar char="·"/>
              <a:defRPr/>
            </a:lvl4pPr>
            <a:lvl5pPr marL="2286000" lvl="4" indent="-331470" algn="l">
              <a:lnSpc>
                <a:spcPct val="100000"/>
              </a:lnSpc>
              <a:spcBef>
                <a:spcPts val="360"/>
              </a:spcBef>
              <a:spcAft>
                <a:spcPts val="0"/>
              </a:spcAft>
              <a:buClr>
                <a:schemeClr val="dk1"/>
              </a:buClr>
              <a:buSzPts val="162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611" name="Google Shape;611;p72"/>
          <p:cNvSpPr txBox="1">
            <a:spLocks noGrp="1"/>
          </p:cNvSpPr>
          <p:nvPr>
            <p:ph type="body" idx="5"/>
          </p:nvPr>
        </p:nvSpPr>
        <p:spPr>
          <a:xfrm>
            <a:off x="10013950" y="585789"/>
            <a:ext cx="1595438" cy="2843212"/>
          </a:xfrm>
          <a:prstGeom prst="rect">
            <a:avLst/>
          </a:prstGeom>
          <a:noFill/>
          <a:ln>
            <a:noFill/>
          </a:ln>
        </p:spPr>
        <p:txBody>
          <a:bodyPr spcFirstLastPara="1" wrap="square" lIns="0" tIns="0" rIns="0" bIns="0" anchor="t" anchorCtr="0">
            <a:noAutofit/>
          </a:bodyPr>
          <a:lstStyle>
            <a:lvl1pPr marL="457200" lvl="0" indent="-388620" algn="l">
              <a:lnSpc>
                <a:spcPct val="100000"/>
              </a:lnSpc>
              <a:spcBef>
                <a:spcPts val="560"/>
              </a:spcBef>
              <a:spcAft>
                <a:spcPts val="0"/>
              </a:spcAft>
              <a:buClr>
                <a:schemeClr val="dk1"/>
              </a:buClr>
              <a:buSzPts val="2520"/>
              <a:buFont typeface="Noto Sans Symbols"/>
              <a:buChar char="·"/>
              <a:defRPr/>
            </a:lvl1pPr>
            <a:lvl2pPr marL="914400" lvl="1" indent="-331469" algn="l">
              <a:lnSpc>
                <a:spcPct val="100000"/>
              </a:lnSpc>
              <a:spcBef>
                <a:spcPts val="600"/>
              </a:spcBef>
              <a:spcAft>
                <a:spcPts val="0"/>
              </a:spcAft>
              <a:buClr>
                <a:schemeClr val="dk1"/>
              </a:buClr>
              <a:buSzPts val="1620"/>
              <a:buChar char="·"/>
              <a:defRPr/>
            </a:lvl2pPr>
            <a:lvl3pPr marL="1371600" lvl="2" indent="-331469" algn="l">
              <a:lnSpc>
                <a:spcPct val="100000"/>
              </a:lnSpc>
              <a:spcBef>
                <a:spcPts val="360"/>
              </a:spcBef>
              <a:spcAft>
                <a:spcPts val="0"/>
              </a:spcAft>
              <a:buClr>
                <a:schemeClr val="dk1"/>
              </a:buClr>
              <a:buSzPts val="1620"/>
              <a:buChar char="·"/>
              <a:defRPr/>
            </a:lvl3pPr>
            <a:lvl4pPr marL="1828800" lvl="3" indent="-331469" algn="l">
              <a:lnSpc>
                <a:spcPct val="100000"/>
              </a:lnSpc>
              <a:spcBef>
                <a:spcPts val="360"/>
              </a:spcBef>
              <a:spcAft>
                <a:spcPts val="0"/>
              </a:spcAft>
              <a:buClr>
                <a:schemeClr val="dk1"/>
              </a:buClr>
              <a:buSzPts val="1620"/>
              <a:buChar char="·"/>
              <a:defRPr/>
            </a:lvl4pPr>
            <a:lvl5pPr marL="2286000" lvl="4" indent="-331470" algn="l">
              <a:lnSpc>
                <a:spcPct val="100000"/>
              </a:lnSpc>
              <a:spcBef>
                <a:spcPts val="360"/>
              </a:spcBef>
              <a:spcAft>
                <a:spcPts val="0"/>
              </a:spcAft>
              <a:buClr>
                <a:schemeClr val="dk1"/>
              </a:buClr>
              <a:buSzPts val="162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612" name="Google Shape;612;p72"/>
          <p:cNvSpPr txBox="1">
            <a:spLocks noGrp="1"/>
          </p:cNvSpPr>
          <p:nvPr>
            <p:ph type="body" idx="6"/>
          </p:nvPr>
        </p:nvSpPr>
        <p:spPr>
          <a:xfrm>
            <a:off x="10013950" y="3429000"/>
            <a:ext cx="1595438" cy="2843212"/>
          </a:xfrm>
          <a:prstGeom prst="rect">
            <a:avLst/>
          </a:prstGeom>
          <a:noFill/>
          <a:ln>
            <a:noFill/>
          </a:ln>
        </p:spPr>
        <p:txBody>
          <a:bodyPr spcFirstLastPara="1" wrap="square" lIns="0" tIns="0" rIns="0" bIns="0" anchor="t" anchorCtr="0">
            <a:noAutofit/>
          </a:bodyPr>
          <a:lstStyle>
            <a:lvl1pPr marL="457200" lvl="0" indent="-388620" algn="l">
              <a:lnSpc>
                <a:spcPct val="100000"/>
              </a:lnSpc>
              <a:spcBef>
                <a:spcPts val="560"/>
              </a:spcBef>
              <a:spcAft>
                <a:spcPts val="0"/>
              </a:spcAft>
              <a:buClr>
                <a:schemeClr val="dk1"/>
              </a:buClr>
              <a:buSzPts val="2520"/>
              <a:buFont typeface="Noto Sans Symbols"/>
              <a:buChar char="·"/>
              <a:defRPr/>
            </a:lvl1pPr>
            <a:lvl2pPr marL="914400" lvl="1" indent="-331469" algn="l">
              <a:lnSpc>
                <a:spcPct val="100000"/>
              </a:lnSpc>
              <a:spcBef>
                <a:spcPts val="600"/>
              </a:spcBef>
              <a:spcAft>
                <a:spcPts val="0"/>
              </a:spcAft>
              <a:buClr>
                <a:schemeClr val="dk1"/>
              </a:buClr>
              <a:buSzPts val="1620"/>
              <a:buChar char="·"/>
              <a:defRPr/>
            </a:lvl2pPr>
            <a:lvl3pPr marL="1371600" lvl="2" indent="-331469" algn="l">
              <a:lnSpc>
                <a:spcPct val="100000"/>
              </a:lnSpc>
              <a:spcBef>
                <a:spcPts val="360"/>
              </a:spcBef>
              <a:spcAft>
                <a:spcPts val="0"/>
              </a:spcAft>
              <a:buClr>
                <a:schemeClr val="dk1"/>
              </a:buClr>
              <a:buSzPts val="1620"/>
              <a:buChar char="·"/>
              <a:defRPr/>
            </a:lvl3pPr>
            <a:lvl4pPr marL="1828800" lvl="3" indent="-331469" algn="l">
              <a:lnSpc>
                <a:spcPct val="100000"/>
              </a:lnSpc>
              <a:spcBef>
                <a:spcPts val="360"/>
              </a:spcBef>
              <a:spcAft>
                <a:spcPts val="0"/>
              </a:spcAft>
              <a:buClr>
                <a:schemeClr val="dk1"/>
              </a:buClr>
              <a:buSzPts val="1620"/>
              <a:buChar char="·"/>
              <a:defRPr/>
            </a:lvl4pPr>
            <a:lvl5pPr marL="2286000" lvl="4" indent="-331470" algn="l">
              <a:lnSpc>
                <a:spcPct val="100000"/>
              </a:lnSpc>
              <a:spcBef>
                <a:spcPts val="360"/>
              </a:spcBef>
              <a:spcAft>
                <a:spcPts val="0"/>
              </a:spcAft>
              <a:buClr>
                <a:schemeClr val="dk1"/>
              </a:buClr>
              <a:buSzPts val="162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Tree>
  </p:cSld>
  <p:clrMapOvr>
    <a:masterClrMapping/>
  </p:clrMapOvr>
  <p:transition>
    <p:fade/>
  </p:transition>
  <p:extLst>
    <p:ext uri="{DCECCB84-F9BA-43D5-87BE-67443E8EF086}">
      <p15:sldGuideLst xmlns:p15="http://schemas.microsoft.com/office/powerpoint/2012/main">
        <p15:guide id="1" pos="779">
          <p15:clr>
            <a:srgbClr val="A4A3A4"/>
          </p15:clr>
        </p15:guide>
        <p15:guide id="2" pos="962">
          <p15:clr>
            <a:srgbClr val="A4A3A4"/>
          </p15:clr>
        </p15:guide>
        <p15:guide id="3" pos="1373">
          <p15:clr>
            <a:srgbClr val="A4A3A4"/>
          </p15:clr>
        </p15:guide>
        <p15:guide id="4" pos="1556">
          <p15:clr>
            <a:srgbClr val="A4A3A4"/>
          </p15:clr>
        </p15:guide>
        <p15:guide id="5" pos="1967">
          <p15:clr>
            <a:srgbClr val="A4A3A4"/>
          </p15:clr>
        </p15:guide>
        <p15:guide id="6" pos="2150">
          <p15:clr>
            <a:srgbClr val="A4A3A4"/>
          </p15:clr>
        </p15:guide>
        <p15:guide id="7" pos="2561">
          <p15:clr>
            <a:srgbClr val="A4A3A4"/>
          </p15:clr>
        </p15:guide>
        <p15:guide id="8" pos="2744">
          <p15:clr>
            <a:srgbClr val="A4A3A4"/>
          </p15:clr>
        </p15:guide>
        <p15:guide id="9" pos="3161">
          <p15:clr>
            <a:srgbClr val="A4A3A4"/>
          </p15:clr>
        </p15:guide>
        <p15:guide id="10" pos="3348">
          <p15:clr>
            <a:srgbClr val="A4A3A4"/>
          </p15:clr>
        </p15:guide>
        <p15:guide id="11" pos="3754">
          <p15:clr>
            <a:srgbClr val="A4A3A4"/>
          </p15:clr>
        </p15:guide>
        <p15:guide id="12" pos="3931">
          <p15:clr>
            <a:srgbClr val="A4A3A4"/>
          </p15:clr>
        </p15:guide>
        <p15:guide id="13" pos="4342">
          <p15:clr>
            <a:srgbClr val="A4A3A4"/>
          </p15:clr>
        </p15:guide>
        <p15:guide id="14" pos="4531">
          <p15:clr>
            <a:srgbClr val="A4A3A4"/>
          </p15:clr>
        </p15:guide>
        <p15:guide id="15" pos="4937">
          <p15:clr>
            <a:srgbClr val="A4A3A4"/>
          </p15:clr>
        </p15:guide>
        <p15:guide id="16" pos="5120">
          <p15:clr>
            <a:srgbClr val="A4A3A4"/>
          </p15:clr>
        </p15:guide>
        <p15:guide id="17" pos="5529">
          <p15:clr>
            <a:srgbClr val="A4A3A4"/>
          </p15:clr>
        </p15:guide>
        <p15:guide id="18" pos="5714">
          <p15:clr>
            <a:srgbClr val="A4A3A4"/>
          </p15:clr>
        </p15:guide>
        <p15:guide id="19" pos="6123">
          <p15:clr>
            <a:srgbClr val="A4A3A4"/>
          </p15:clr>
        </p15:guide>
        <p15:guide id="20" pos="6308">
          <p15:clr>
            <a:srgbClr val="A4A3A4"/>
          </p15:clr>
        </p15:guide>
        <p15:guide id="21" pos="6717">
          <p15:clr>
            <a:srgbClr val="A4A3A4"/>
          </p15:clr>
        </p15:guide>
        <p15:guide id="22" pos="6900">
          <p15:clr>
            <a:srgbClr val="A4A3A4"/>
          </p15:clr>
        </p15:guide>
        <p15:guide id="23" orient="horz" pos="905">
          <p15:clr>
            <a:srgbClr val="5ACBF0"/>
          </p15:clr>
        </p15:guide>
        <p15:guide id="24" orient="horz" pos="1271">
          <p15:clr>
            <a:srgbClr val="5ACBF0"/>
          </p15:clr>
        </p15:guide>
        <p15:guide id="25" orient="horz" pos="288">
          <p15:clr>
            <a:srgbClr val="5ACBF0"/>
          </p15:clr>
        </p15:guide>
      </p15:sldGuideLst>
    </p:ext>
  </p:extLst>
</p:sldLayout>
</file>

<file path=ppt/slideLayouts/slideLayout72.xml><?xml version="1.0" encoding="utf-8"?>
<p:sldLayout xmlns:a="http://schemas.openxmlformats.org/drawingml/2006/main" xmlns:r="http://schemas.openxmlformats.org/officeDocument/2006/relationships" xmlns:p="http://schemas.openxmlformats.org/presentationml/2006/main" matchingName="Left Title 3 Column Right">
  <p:cSld name="Left Title 3 Column Right">
    <p:bg>
      <p:bgPr>
        <a:solidFill>
          <a:schemeClr val="dk2"/>
        </a:solidFill>
        <a:effectLst/>
      </p:bgPr>
    </p:bg>
    <p:spTree>
      <p:nvGrpSpPr>
        <p:cNvPr id="1" name="Shape 613"/>
        <p:cNvGrpSpPr/>
        <p:nvPr/>
      </p:nvGrpSpPr>
      <p:grpSpPr>
        <a:xfrm>
          <a:off x="0" y="0"/>
          <a:ext cx="0" cy="0"/>
          <a:chOff x="0" y="0"/>
          <a:chExt cx="0" cy="0"/>
        </a:xfrm>
      </p:grpSpPr>
      <p:sp>
        <p:nvSpPr>
          <p:cNvPr id="614" name="Google Shape;614;p73"/>
          <p:cNvSpPr txBox="1">
            <a:spLocks noGrp="1"/>
          </p:cNvSpPr>
          <p:nvPr>
            <p:ph type="title"/>
          </p:nvPr>
        </p:nvSpPr>
        <p:spPr>
          <a:xfrm>
            <a:off x="588264" y="585788"/>
            <a:ext cx="2534350" cy="548745"/>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Clr>
                <a:schemeClr val="accent3"/>
              </a:buClr>
              <a:buSzPts val="2800"/>
              <a:buFont typeface="Quattrocento Sans"/>
              <a:buNone/>
              <a:defRPr sz="2800">
                <a:solidFill>
                  <a:schemeClr val="accent3"/>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15" name="Google Shape;615;p73"/>
          <p:cNvSpPr txBox="1">
            <a:spLocks noGrp="1"/>
          </p:cNvSpPr>
          <p:nvPr>
            <p:ph type="body" idx="1"/>
          </p:nvPr>
        </p:nvSpPr>
        <p:spPr>
          <a:xfrm>
            <a:off x="4370387" y="961465"/>
            <a:ext cx="1589088" cy="2413747"/>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280"/>
              </a:spcBef>
              <a:spcAft>
                <a:spcPts val="0"/>
              </a:spcAft>
              <a:buClr>
                <a:schemeClr val="lt1"/>
              </a:buClr>
              <a:buSzPts val="1260"/>
              <a:buFont typeface="Noto Sans Symbols"/>
              <a:buNone/>
              <a:defRPr sz="1400"/>
            </a:lvl1pPr>
            <a:lvl2pPr marL="914400" lvl="1" indent="-331469" algn="l">
              <a:lnSpc>
                <a:spcPct val="100000"/>
              </a:lnSpc>
              <a:spcBef>
                <a:spcPts val="600"/>
              </a:spcBef>
              <a:spcAft>
                <a:spcPts val="0"/>
              </a:spcAft>
              <a:buClr>
                <a:schemeClr val="lt1"/>
              </a:buClr>
              <a:buSzPts val="1620"/>
              <a:buChar char="·"/>
              <a:defRPr/>
            </a:lvl2pPr>
            <a:lvl3pPr marL="1371600" lvl="2" indent="-331469" algn="l">
              <a:lnSpc>
                <a:spcPct val="100000"/>
              </a:lnSpc>
              <a:spcBef>
                <a:spcPts val="360"/>
              </a:spcBef>
              <a:spcAft>
                <a:spcPts val="0"/>
              </a:spcAft>
              <a:buClr>
                <a:schemeClr val="lt1"/>
              </a:buClr>
              <a:buSzPts val="1620"/>
              <a:buChar char="·"/>
              <a:defRPr/>
            </a:lvl3pPr>
            <a:lvl4pPr marL="1828800" lvl="3" indent="-331469" algn="l">
              <a:lnSpc>
                <a:spcPct val="100000"/>
              </a:lnSpc>
              <a:spcBef>
                <a:spcPts val="360"/>
              </a:spcBef>
              <a:spcAft>
                <a:spcPts val="0"/>
              </a:spcAft>
              <a:buClr>
                <a:schemeClr val="lt1"/>
              </a:buClr>
              <a:buSzPts val="1620"/>
              <a:buChar char="·"/>
              <a:defRPr/>
            </a:lvl4pPr>
            <a:lvl5pPr marL="2286000" lvl="4" indent="-331470" algn="l">
              <a:lnSpc>
                <a:spcPct val="100000"/>
              </a:lnSpc>
              <a:spcBef>
                <a:spcPts val="360"/>
              </a:spcBef>
              <a:spcAft>
                <a:spcPts val="0"/>
              </a:spcAft>
              <a:buClr>
                <a:schemeClr val="lt1"/>
              </a:buClr>
              <a:buSzPts val="1620"/>
              <a:buChar char="·"/>
              <a:defRPr/>
            </a:lvl5pPr>
            <a:lvl6pPr marL="2743200" lvl="5" indent="-342900" algn="l">
              <a:spcBef>
                <a:spcPts val="360"/>
              </a:spcBef>
              <a:spcAft>
                <a:spcPts val="0"/>
              </a:spcAft>
              <a:buClr>
                <a:schemeClr val="lt1"/>
              </a:buClr>
              <a:buSzPts val="1800"/>
              <a:buChar char="•"/>
              <a:defRPr/>
            </a:lvl6pPr>
            <a:lvl7pPr marL="3200400" lvl="6" indent="-342900" algn="l">
              <a:spcBef>
                <a:spcPts val="360"/>
              </a:spcBef>
              <a:spcAft>
                <a:spcPts val="0"/>
              </a:spcAft>
              <a:buClr>
                <a:schemeClr val="lt1"/>
              </a:buClr>
              <a:buSzPts val="1800"/>
              <a:buChar char="•"/>
              <a:defRPr/>
            </a:lvl7pPr>
            <a:lvl8pPr marL="3657600" lvl="7" indent="-342900" algn="l">
              <a:spcBef>
                <a:spcPts val="360"/>
              </a:spcBef>
              <a:spcAft>
                <a:spcPts val="0"/>
              </a:spcAft>
              <a:buClr>
                <a:schemeClr val="lt1"/>
              </a:buClr>
              <a:buSzPts val="1800"/>
              <a:buChar char="•"/>
              <a:defRPr/>
            </a:lvl8pPr>
            <a:lvl9pPr marL="4114800" lvl="8" indent="-342900" algn="l">
              <a:spcBef>
                <a:spcPts val="360"/>
              </a:spcBef>
              <a:spcAft>
                <a:spcPts val="0"/>
              </a:spcAft>
              <a:buClr>
                <a:schemeClr val="lt1"/>
              </a:buClr>
              <a:buSzPts val="1800"/>
              <a:buChar char="•"/>
              <a:defRPr/>
            </a:lvl9pPr>
          </a:lstStyle>
          <a:p>
            <a:endParaRPr/>
          </a:p>
        </p:txBody>
      </p:sp>
      <p:sp>
        <p:nvSpPr>
          <p:cNvPr id="616" name="Google Shape;616;p73"/>
          <p:cNvSpPr txBox="1">
            <a:spLocks noGrp="1"/>
          </p:cNvSpPr>
          <p:nvPr>
            <p:ph type="body" idx="2"/>
          </p:nvPr>
        </p:nvSpPr>
        <p:spPr>
          <a:xfrm>
            <a:off x="7192963" y="961465"/>
            <a:ext cx="1584325" cy="2413747"/>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280"/>
              </a:spcBef>
              <a:spcAft>
                <a:spcPts val="0"/>
              </a:spcAft>
              <a:buClr>
                <a:schemeClr val="lt1"/>
              </a:buClr>
              <a:buSzPts val="1260"/>
              <a:buFont typeface="Noto Sans Symbols"/>
              <a:buNone/>
              <a:defRPr sz="1400"/>
            </a:lvl1pPr>
            <a:lvl2pPr marL="914400" lvl="1" indent="-331469" algn="l">
              <a:lnSpc>
                <a:spcPct val="100000"/>
              </a:lnSpc>
              <a:spcBef>
                <a:spcPts val="600"/>
              </a:spcBef>
              <a:spcAft>
                <a:spcPts val="0"/>
              </a:spcAft>
              <a:buClr>
                <a:schemeClr val="lt1"/>
              </a:buClr>
              <a:buSzPts val="1620"/>
              <a:buChar char="·"/>
              <a:defRPr/>
            </a:lvl2pPr>
            <a:lvl3pPr marL="1371600" lvl="2" indent="-331469" algn="l">
              <a:lnSpc>
                <a:spcPct val="100000"/>
              </a:lnSpc>
              <a:spcBef>
                <a:spcPts val="360"/>
              </a:spcBef>
              <a:spcAft>
                <a:spcPts val="0"/>
              </a:spcAft>
              <a:buClr>
                <a:schemeClr val="lt1"/>
              </a:buClr>
              <a:buSzPts val="1620"/>
              <a:buChar char="·"/>
              <a:defRPr/>
            </a:lvl3pPr>
            <a:lvl4pPr marL="1828800" lvl="3" indent="-331469" algn="l">
              <a:lnSpc>
                <a:spcPct val="100000"/>
              </a:lnSpc>
              <a:spcBef>
                <a:spcPts val="360"/>
              </a:spcBef>
              <a:spcAft>
                <a:spcPts val="0"/>
              </a:spcAft>
              <a:buClr>
                <a:schemeClr val="lt1"/>
              </a:buClr>
              <a:buSzPts val="1620"/>
              <a:buChar char="·"/>
              <a:defRPr/>
            </a:lvl4pPr>
            <a:lvl5pPr marL="2286000" lvl="4" indent="-331470" algn="l">
              <a:lnSpc>
                <a:spcPct val="100000"/>
              </a:lnSpc>
              <a:spcBef>
                <a:spcPts val="360"/>
              </a:spcBef>
              <a:spcAft>
                <a:spcPts val="0"/>
              </a:spcAft>
              <a:buClr>
                <a:schemeClr val="lt1"/>
              </a:buClr>
              <a:buSzPts val="1620"/>
              <a:buChar char="·"/>
              <a:defRPr/>
            </a:lvl5pPr>
            <a:lvl6pPr marL="2743200" lvl="5" indent="-342900" algn="l">
              <a:spcBef>
                <a:spcPts val="360"/>
              </a:spcBef>
              <a:spcAft>
                <a:spcPts val="0"/>
              </a:spcAft>
              <a:buClr>
                <a:schemeClr val="lt1"/>
              </a:buClr>
              <a:buSzPts val="1800"/>
              <a:buChar char="•"/>
              <a:defRPr/>
            </a:lvl6pPr>
            <a:lvl7pPr marL="3200400" lvl="6" indent="-342900" algn="l">
              <a:spcBef>
                <a:spcPts val="360"/>
              </a:spcBef>
              <a:spcAft>
                <a:spcPts val="0"/>
              </a:spcAft>
              <a:buClr>
                <a:schemeClr val="lt1"/>
              </a:buClr>
              <a:buSzPts val="1800"/>
              <a:buChar char="•"/>
              <a:defRPr/>
            </a:lvl7pPr>
            <a:lvl8pPr marL="3657600" lvl="7" indent="-342900" algn="l">
              <a:spcBef>
                <a:spcPts val="360"/>
              </a:spcBef>
              <a:spcAft>
                <a:spcPts val="0"/>
              </a:spcAft>
              <a:buClr>
                <a:schemeClr val="lt1"/>
              </a:buClr>
              <a:buSzPts val="1800"/>
              <a:buChar char="•"/>
              <a:defRPr/>
            </a:lvl8pPr>
            <a:lvl9pPr marL="4114800" lvl="8" indent="-342900" algn="l">
              <a:spcBef>
                <a:spcPts val="360"/>
              </a:spcBef>
              <a:spcAft>
                <a:spcPts val="0"/>
              </a:spcAft>
              <a:buClr>
                <a:schemeClr val="lt1"/>
              </a:buClr>
              <a:buSzPts val="1800"/>
              <a:buChar char="•"/>
              <a:defRPr/>
            </a:lvl9pPr>
          </a:lstStyle>
          <a:p>
            <a:endParaRPr/>
          </a:p>
        </p:txBody>
      </p:sp>
      <p:sp>
        <p:nvSpPr>
          <p:cNvPr id="617" name="Google Shape;617;p73"/>
          <p:cNvSpPr txBox="1">
            <a:spLocks noGrp="1"/>
          </p:cNvSpPr>
          <p:nvPr>
            <p:ph type="body" idx="3"/>
          </p:nvPr>
        </p:nvSpPr>
        <p:spPr>
          <a:xfrm>
            <a:off x="4370387" y="3818966"/>
            <a:ext cx="1589088" cy="2453246"/>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280"/>
              </a:spcBef>
              <a:spcAft>
                <a:spcPts val="0"/>
              </a:spcAft>
              <a:buClr>
                <a:schemeClr val="lt1"/>
              </a:buClr>
              <a:buSzPts val="1260"/>
              <a:buFont typeface="Noto Sans Symbols"/>
              <a:buNone/>
              <a:defRPr sz="1400"/>
            </a:lvl1pPr>
            <a:lvl2pPr marL="914400" lvl="1" indent="-331469" algn="l">
              <a:lnSpc>
                <a:spcPct val="100000"/>
              </a:lnSpc>
              <a:spcBef>
                <a:spcPts val="600"/>
              </a:spcBef>
              <a:spcAft>
                <a:spcPts val="0"/>
              </a:spcAft>
              <a:buClr>
                <a:schemeClr val="lt1"/>
              </a:buClr>
              <a:buSzPts val="1620"/>
              <a:buChar char="·"/>
              <a:defRPr/>
            </a:lvl2pPr>
            <a:lvl3pPr marL="1371600" lvl="2" indent="-331469" algn="l">
              <a:lnSpc>
                <a:spcPct val="100000"/>
              </a:lnSpc>
              <a:spcBef>
                <a:spcPts val="360"/>
              </a:spcBef>
              <a:spcAft>
                <a:spcPts val="0"/>
              </a:spcAft>
              <a:buClr>
                <a:schemeClr val="lt1"/>
              </a:buClr>
              <a:buSzPts val="1620"/>
              <a:buChar char="·"/>
              <a:defRPr/>
            </a:lvl3pPr>
            <a:lvl4pPr marL="1828800" lvl="3" indent="-331469" algn="l">
              <a:lnSpc>
                <a:spcPct val="100000"/>
              </a:lnSpc>
              <a:spcBef>
                <a:spcPts val="360"/>
              </a:spcBef>
              <a:spcAft>
                <a:spcPts val="0"/>
              </a:spcAft>
              <a:buClr>
                <a:schemeClr val="lt1"/>
              </a:buClr>
              <a:buSzPts val="1620"/>
              <a:buChar char="·"/>
              <a:defRPr/>
            </a:lvl4pPr>
            <a:lvl5pPr marL="2286000" lvl="4" indent="-331470" algn="l">
              <a:lnSpc>
                <a:spcPct val="100000"/>
              </a:lnSpc>
              <a:spcBef>
                <a:spcPts val="360"/>
              </a:spcBef>
              <a:spcAft>
                <a:spcPts val="0"/>
              </a:spcAft>
              <a:buClr>
                <a:schemeClr val="lt1"/>
              </a:buClr>
              <a:buSzPts val="1620"/>
              <a:buChar char="·"/>
              <a:defRPr/>
            </a:lvl5pPr>
            <a:lvl6pPr marL="2743200" lvl="5" indent="-342900" algn="l">
              <a:spcBef>
                <a:spcPts val="360"/>
              </a:spcBef>
              <a:spcAft>
                <a:spcPts val="0"/>
              </a:spcAft>
              <a:buClr>
                <a:schemeClr val="lt1"/>
              </a:buClr>
              <a:buSzPts val="1800"/>
              <a:buChar char="•"/>
              <a:defRPr/>
            </a:lvl6pPr>
            <a:lvl7pPr marL="3200400" lvl="6" indent="-342900" algn="l">
              <a:spcBef>
                <a:spcPts val="360"/>
              </a:spcBef>
              <a:spcAft>
                <a:spcPts val="0"/>
              </a:spcAft>
              <a:buClr>
                <a:schemeClr val="lt1"/>
              </a:buClr>
              <a:buSzPts val="1800"/>
              <a:buChar char="•"/>
              <a:defRPr/>
            </a:lvl7pPr>
            <a:lvl8pPr marL="3657600" lvl="7" indent="-342900" algn="l">
              <a:spcBef>
                <a:spcPts val="360"/>
              </a:spcBef>
              <a:spcAft>
                <a:spcPts val="0"/>
              </a:spcAft>
              <a:buClr>
                <a:schemeClr val="lt1"/>
              </a:buClr>
              <a:buSzPts val="1800"/>
              <a:buChar char="•"/>
              <a:defRPr/>
            </a:lvl8pPr>
            <a:lvl9pPr marL="4114800" lvl="8" indent="-342900" algn="l">
              <a:spcBef>
                <a:spcPts val="360"/>
              </a:spcBef>
              <a:spcAft>
                <a:spcPts val="0"/>
              </a:spcAft>
              <a:buClr>
                <a:schemeClr val="lt1"/>
              </a:buClr>
              <a:buSzPts val="1800"/>
              <a:buChar char="•"/>
              <a:defRPr/>
            </a:lvl9pPr>
          </a:lstStyle>
          <a:p>
            <a:endParaRPr/>
          </a:p>
        </p:txBody>
      </p:sp>
      <p:sp>
        <p:nvSpPr>
          <p:cNvPr id="618" name="Google Shape;618;p73"/>
          <p:cNvSpPr txBox="1">
            <a:spLocks noGrp="1"/>
          </p:cNvSpPr>
          <p:nvPr>
            <p:ph type="body" idx="4"/>
          </p:nvPr>
        </p:nvSpPr>
        <p:spPr>
          <a:xfrm>
            <a:off x="7192963" y="3818965"/>
            <a:ext cx="1584325" cy="2453247"/>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280"/>
              </a:spcBef>
              <a:spcAft>
                <a:spcPts val="0"/>
              </a:spcAft>
              <a:buClr>
                <a:schemeClr val="lt1"/>
              </a:buClr>
              <a:buSzPts val="1260"/>
              <a:buFont typeface="Noto Sans Symbols"/>
              <a:buNone/>
              <a:defRPr sz="1400"/>
            </a:lvl1pPr>
            <a:lvl2pPr marL="914400" lvl="1" indent="-331469" algn="l">
              <a:lnSpc>
                <a:spcPct val="100000"/>
              </a:lnSpc>
              <a:spcBef>
                <a:spcPts val="600"/>
              </a:spcBef>
              <a:spcAft>
                <a:spcPts val="0"/>
              </a:spcAft>
              <a:buClr>
                <a:schemeClr val="lt1"/>
              </a:buClr>
              <a:buSzPts val="1620"/>
              <a:buChar char="·"/>
              <a:defRPr/>
            </a:lvl2pPr>
            <a:lvl3pPr marL="1371600" lvl="2" indent="-331469" algn="l">
              <a:lnSpc>
                <a:spcPct val="100000"/>
              </a:lnSpc>
              <a:spcBef>
                <a:spcPts val="360"/>
              </a:spcBef>
              <a:spcAft>
                <a:spcPts val="0"/>
              </a:spcAft>
              <a:buClr>
                <a:schemeClr val="lt1"/>
              </a:buClr>
              <a:buSzPts val="1620"/>
              <a:buChar char="·"/>
              <a:defRPr/>
            </a:lvl3pPr>
            <a:lvl4pPr marL="1828800" lvl="3" indent="-331469" algn="l">
              <a:lnSpc>
                <a:spcPct val="100000"/>
              </a:lnSpc>
              <a:spcBef>
                <a:spcPts val="360"/>
              </a:spcBef>
              <a:spcAft>
                <a:spcPts val="0"/>
              </a:spcAft>
              <a:buClr>
                <a:schemeClr val="lt1"/>
              </a:buClr>
              <a:buSzPts val="1620"/>
              <a:buChar char="·"/>
              <a:defRPr/>
            </a:lvl4pPr>
            <a:lvl5pPr marL="2286000" lvl="4" indent="-331470" algn="l">
              <a:lnSpc>
                <a:spcPct val="100000"/>
              </a:lnSpc>
              <a:spcBef>
                <a:spcPts val="360"/>
              </a:spcBef>
              <a:spcAft>
                <a:spcPts val="0"/>
              </a:spcAft>
              <a:buClr>
                <a:schemeClr val="lt1"/>
              </a:buClr>
              <a:buSzPts val="1620"/>
              <a:buChar char="·"/>
              <a:defRPr/>
            </a:lvl5pPr>
            <a:lvl6pPr marL="2743200" lvl="5" indent="-342900" algn="l">
              <a:spcBef>
                <a:spcPts val="360"/>
              </a:spcBef>
              <a:spcAft>
                <a:spcPts val="0"/>
              </a:spcAft>
              <a:buClr>
                <a:schemeClr val="lt1"/>
              </a:buClr>
              <a:buSzPts val="1800"/>
              <a:buChar char="•"/>
              <a:defRPr/>
            </a:lvl6pPr>
            <a:lvl7pPr marL="3200400" lvl="6" indent="-342900" algn="l">
              <a:spcBef>
                <a:spcPts val="360"/>
              </a:spcBef>
              <a:spcAft>
                <a:spcPts val="0"/>
              </a:spcAft>
              <a:buClr>
                <a:schemeClr val="lt1"/>
              </a:buClr>
              <a:buSzPts val="1800"/>
              <a:buChar char="•"/>
              <a:defRPr/>
            </a:lvl7pPr>
            <a:lvl8pPr marL="3657600" lvl="7" indent="-342900" algn="l">
              <a:spcBef>
                <a:spcPts val="360"/>
              </a:spcBef>
              <a:spcAft>
                <a:spcPts val="0"/>
              </a:spcAft>
              <a:buClr>
                <a:schemeClr val="lt1"/>
              </a:buClr>
              <a:buSzPts val="1800"/>
              <a:buChar char="•"/>
              <a:defRPr/>
            </a:lvl8pPr>
            <a:lvl9pPr marL="4114800" lvl="8" indent="-342900" algn="l">
              <a:spcBef>
                <a:spcPts val="360"/>
              </a:spcBef>
              <a:spcAft>
                <a:spcPts val="0"/>
              </a:spcAft>
              <a:buClr>
                <a:schemeClr val="lt1"/>
              </a:buClr>
              <a:buSzPts val="1800"/>
              <a:buChar char="•"/>
              <a:defRPr/>
            </a:lvl9pPr>
          </a:lstStyle>
          <a:p>
            <a:endParaRPr/>
          </a:p>
        </p:txBody>
      </p:sp>
      <p:sp>
        <p:nvSpPr>
          <p:cNvPr id="619" name="Google Shape;619;p73"/>
          <p:cNvSpPr txBox="1">
            <a:spLocks noGrp="1"/>
          </p:cNvSpPr>
          <p:nvPr>
            <p:ph type="body" idx="5"/>
          </p:nvPr>
        </p:nvSpPr>
        <p:spPr>
          <a:xfrm>
            <a:off x="10013950" y="968188"/>
            <a:ext cx="1595438" cy="2413747"/>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280"/>
              </a:spcBef>
              <a:spcAft>
                <a:spcPts val="0"/>
              </a:spcAft>
              <a:buClr>
                <a:schemeClr val="lt1"/>
              </a:buClr>
              <a:buSzPts val="1260"/>
              <a:buFont typeface="Noto Sans Symbols"/>
              <a:buNone/>
              <a:defRPr sz="1400"/>
            </a:lvl1pPr>
            <a:lvl2pPr marL="914400" lvl="1" indent="-331469" algn="l">
              <a:lnSpc>
                <a:spcPct val="100000"/>
              </a:lnSpc>
              <a:spcBef>
                <a:spcPts val="600"/>
              </a:spcBef>
              <a:spcAft>
                <a:spcPts val="0"/>
              </a:spcAft>
              <a:buClr>
                <a:schemeClr val="lt1"/>
              </a:buClr>
              <a:buSzPts val="1620"/>
              <a:buChar char="·"/>
              <a:defRPr/>
            </a:lvl2pPr>
            <a:lvl3pPr marL="1371600" lvl="2" indent="-331469" algn="l">
              <a:lnSpc>
                <a:spcPct val="100000"/>
              </a:lnSpc>
              <a:spcBef>
                <a:spcPts val="360"/>
              </a:spcBef>
              <a:spcAft>
                <a:spcPts val="0"/>
              </a:spcAft>
              <a:buClr>
                <a:schemeClr val="lt1"/>
              </a:buClr>
              <a:buSzPts val="1620"/>
              <a:buChar char="·"/>
              <a:defRPr/>
            </a:lvl3pPr>
            <a:lvl4pPr marL="1828800" lvl="3" indent="-331469" algn="l">
              <a:lnSpc>
                <a:spcPct val="100000"/>
              </a:lnSpc>
              <a:spcBef>
                <a:spcPts val="360"/>
              </a:spcBef>
              <a:spcAft>
                <a:spcPts val="0"/>
              </a:spcAft>
              <a:buClr>
                <a:schemeClr val="lt1"/>
              </a:buClr>
              <a:buSzPts val="1620"/>
              <a:buChar char="·"/>
              <a:defRPr/>
            </a:lvl4pPr>
            <a:lvl5pPr marL="2286000" lvl="4" indent="-331470" algn="l">
              <a:lnSpc>
                <a:spcPct val="100000"/>
              </a:lnSpc>
              <a:spcBef>
                <a:spcPts val="360"/>
              </a:spcBef>
              <a:spcAft>
                <a:spcPts val="0"/>
              </a:spcAft>
              <a:buClr>
                <a:schemeClr val="lt1"/>
              </a:buClr>
              <a:buSzPts val="1620"/>
              <a:buChar char="·"/>
              <a:defRPr/>
            </a:lvl5pPr>
            <a:lvl6pPr marL="2743200" lvl="5" indent="-342900" algn="l">
              <a:spcBef>
                <a:spcPts val="360"/>
              </a:spcBef>
              <a:spcAft>
                <a:spcPts val="0"/>
              </a:spcAft>
              <a:buClr>
                <a:schemeClr val="lt1"/>
              </a:buClr>
              <a:buSzPts val="1800"/>
              <a:buChar char="•"/>
              <a:defRPr/>
            </a:lvl6pPr>
            <a:lvl7pPr marL="3200400" lvl="6" indent="-342900" algn="l">
              <a:spcBef>
                <a:spcPts val="360"/>
              </a:spcBef>
              <a:spcAft>
                <a:spcPts val="0"/>
              </a:spcAft>
              <a:buClr>
                <a:schemeClr val="lt1"/>
              </a:buClr>
              <a:buSzPts val="1800"/>
              <a:buChar char="•"/>
              <a:defRPr/>
            </a:lvl7pPr>
            <a:lvl8pPr marL="3657600" lvl="7" indent="-342900" algn="l">
              <a:spcBef>
                <a:spcPts val="360"/>
              </a:spcBef>
              <a:spcAft>
                <a:spcPts val="0"/>
              </a:spcAft>
              <a:buClr>
                <a:schemeClr val="lt1"/>
              </a:buClr>
              <a:buSzPts val="1800"/>
              <a:buChar char="•"/>
              <a:defRPr/>
            </a:lvl8pPr>
            <a:lvl9pPr marL="4114800" lvl="8" indent="-342900" algn="l">
              <a:spcBef>
                <a:spcPts val="360"/>
              </a:spcBef>
              <a:spcAft>
                <a:spcPts val="0"/>
              </a:spcAft>
              <a:buClr>
                <a:schemeClr val="lt1"/>
              </a:buClr>
              <a:buSzPts val="1800"/>
              <a:buChar char="•"/>
              <a:defRPr/>
            </a:lvl9pPr>
          </a:lstStyle>
          <a:p>
            <a:endParaRPr/>
          </a:p>
        </p:txBody>
      </p:sp>
      <p:sp>
        <p:nvSpPr>
          <p:cNvPr id="620" name="Google Shape;620;p73"/>
          <p:cNvSpPr txBox="1">
            <a:spLocks noGrp="1"/>
          </p:cNvSpPr>
          <p:nvPr>
            <p:ph type="body" idx="6"/>
          </p:nvPr>
        </p:nvSpPr>
        <p:spPr>
          <a:xfrm>
            <a:off x="10013950" y="3832412"/>
            <a:ext cx="1595438" cy="24398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280"/>
              </a:spcBef>
              <a:spcAft>
                <a:spcPts val="0"/>
              </a:spcAft>
              <a:buClr>
                <a:schemeClr val="lt1"/>
              </a:buClr>
              <a:buSzPts val="1260"/>
              <a:buFont typeface="Noto Sans Symbols"/>
              <a:buNone/>
              <a:defRPr sz="1400"/>
            </a:lvl1pPr>
            <a:lvl2pPr marL="914400" lvl="1" indent="-331469" algn="l">
              <a:lnSpc>
                <a:spcPct val="100000"/>
              </a:lnSpc>
              <a:spcBef>
                <a:spcPts val="600"/>
              </a:spcBef>
              <a:spcAft>
                <a:spcPts val="0"/>
              </a:spcAft>
              <a:buClr>
                <a:schemeClr val="lt1"/>
              </a:buClr>
              <a:buSzPts val="1620"/>
              <a:buChar char="·"/>
              <a:defRPr/>
            </a:lvl2pPr>
            <a:lvl3pPr marL="1371600" lvl="2" indent="-331469" algn="l">
              <a:lnSpc>
                <a:spcPct val="100000"/>
              </a:lnSpc>
              <a:spcBef>
                <a:spcPts val="360"/>
              </a:spcBef>
              <a:spcAft>
                <a:spcPts val="0"/>
              </a:spcAft>
              <a:buClr>
                <a:schemeClr val="lt1"/>
              </a:buClr>
              <a:buSzPts val="1620"/>
              <a:buChar char="·"/>
              <a:defRPr/>
            </a:lvl3pPr>
            <a:lvl4pPr marL="1828800" lvl="3" indent="-331469" algn="l">
              <a:lnSpc>
                <a:spcPct val="100000"/>
              </a:lnSpc>
              <a:spcBef>
                <a:spcPts val="360"/>
              </a:spcBef>
              <a:spcAft>
                <a:spcPts val="0"/>
              </a:spcAft>
              <a:buClr>
                <a:schemeClr val="lt1"/>
              </a:buClr>
              <a:buSzPts val="1620"/>
              <a:buChar char="·"/>
              <a:defRPr/>
            </a:lvl4pPr>
            <a:lvl5pPr marL="2286000" lvl="4" indent="-331470" algn="l">
              <a:lnSpc>
                <a:spcPct val="100000"/>
              </a:lnSpc>
              <a:spcBef>
                <a:spcPts val="360"/>
              </a:spcBef>
              <a:spcAft>
                <a:spcPts val="0"/>
              </a:spcAft>
              <a:buClr>
                <a:schemeClr val="lt1"/>
              </a:buClr>
              <a:buSzPts val="1620"/>
              <a:buChar char="·"/>
              <a:defRPr/>
            </a:lvl5pPr>
            <a:lvl6pPr marL="2743200" lvl="5" indent="-342900" algn="l">
              <a:spcBef>
                <a:spcPts val="360"/>
              </a:spcBef>
              <a:spcAft>
                <a:spcPts val="0"/>
              </a:spcAft>
              <a:buClr>
                <a:schemeClr val="lt1"/>
              </a:buClr>
              <a:buSzPts val="1800"/>
              <a:buChar char="•"/>
              <a:defRPr/>
            </a:lvl6pPr>
            <a:lvl7pPr marL="3200400" lvl="6" indent="-342900" algn="l">
              <a:spcBef>
                <a:spcPts val="360"/>
              </a:spcBef>
              <a:spcAft>
                <a:spcPts val="0"/>
              </a:spcAft>
              <a:buClr>
                <a:schemeClr val="lt1"/>
              </a:buClr>
              <a:buSzPts val="1800"/>
              <a:buChar char="•"/>
              <a:defRPr/>
            </a:lvl7pPr>
            <a:lvl8pPr marL="3657600" lvl="7" indent="-342900" algn="l">
              <a:spcBef>
                <a:spcPts val="360"/>
              </a:spcBef>
              <a:spcAft>
                <a:spcPts val="0"/>
              </a:spcAft>
              <a:buClr>
                <a:schemeClr val="lt1"/>
              </a:buClr>
              <a:buSzPts val="1800"/>
              <a:buChar char="•"/>
              <a:defRPr/>
            </a:lvl8pPr>
            <a:lvl9pPr marL="4114800" lvl="8" indent="-342900" algn="l">
              <a:spcBef>
                <a:spcPts val="360"/>
              </a:spcBef>
              <a:spcAft>
                <a:spcPts val="0"/>
              </a:spcAft>
              <a:buClr>
                <a:schemeClr val="lt1"/>
              </a:buClr>
              <a:buSzPts val="1800"/>
              <a:buChar char="•"/>
              <a:defRPr/>
            </a:lvl9pPr>
          </a:lstStyle>
          <a:p>
            <a:endParaRPr/>
          </a:p>
        </p:txBody>
      </p:sp>
      <p:sp>
        <p:nvSpPr>
          <p:cNvPr id="621" name="Google Shape;621;p73"/>
          <p:cNvSpPr txBox="1">
            <a:spLocks noGrp="1"/>
          </p:cNvSpPr>
          <p:nvPr>
            <p:ph type="body" idx="7"/>
          </p:nvPr>
        </p:nvSpPr>
        <p:spPr>
          <a:xfrm>
            <a:off x="4370387" y="585789"/>
            <a:ext cx="1587600" cy="360000"/>
          </a:xfrm>
          <a:prstGeom prst="rect">
            <a:avLst/>
          </a:prstGeom>
          <a:noFill/>
          <a:ln>
            <a:noFill/>
          </a:ln>
        </p:spPr>
        <p:txBody>
          <a:bodyPr spcFirstLastPara="1" wrap="square" lIns="0" tIns="0" rIns="0" bIns="0" anchor="b" anchorCtr="0">
            <a:noAutofit/>
          </a:bodyPr>
          <a:lstStyle>
            <a:lvl1pPr marL="457200" lvl="0" indent="-228600" algn="l">
              <a:lnSpc>
                <a:spcPct val="100000"/>
              </a:lnSpc>
              <a:spcBef>
                <a:spcPts val="400"/>
              </a:spcBef>
              <a:spcAft>
                <a:spcPts val="0"/>
              </a:spcAft>
              <a:buClr>
                <a:schemeClr val="accent3"/>
              </a:buClr>
              <a:buSzPts val="1800"/>
              <a:buFont typeface="Noto Sans Symbols"/>
              <a:buNone/>
              <a:defRPr sz="2000">
                <a:solidFill>
                  <a:schemeClr val="accent3"/>
                </a:solidFill>
                <a:latin typeface="Quattrocento Sans"/>
                <a:ea typeface="Quattrocento Sans"/>
                <a:cs typeface="Quattrocento Sans"/>
                <a:sym typeface="Quattrocento Sans"/>
              </a:defRPr>
            </a:lvl1pPr>
            <a:lvl2pPr marL="914400" lvl="1" indent="-331469" algn="l">
              <a:lnSpc>
                <a:spcPct val="100000"/>
              </a:lnSpc>
              <a:spcBef>
                <a:spcPts val="600"/>
              </a:spcBef>
              <a:spcAft>
                <a:spcPts val="0"/>
              </a:spcAft>
              <a:buClr>
                <a:schemeClr val="lt1"/>
              </a:buClr>
              <a:buSzPts val="1620"/>
              <a:buChar char="·"/>
              <a:defRPr/>
            </a:lvl2pPr>
            <a:lvl3pPr marL="1371600" lvl="2" indent="-331469" algn="l">
              <a:lnSpc>
                <a:spcPct val="100000"/>
              </a:lnSpc>
              <a:spcBef>
                <a:spcPts val="360"/>
              </a:spcBef>
              <a:spcAft>
                <a:spcPts val="0"/>
              </a:spcAft>
              <a:buClr>
                <a:schemeClr val="lt1"/>
              </a:buClr>
              <a:buSzPts val="1620"/>
              <a:buChar char="·"/>
              <a:defRPr/>
            </a:lvl3pPr>
            <a:lvl4pPr marL="1828800" lvl="3" indent="-331469" algn="l">
              <a:lnSpc>
                <a:spcPct val="100000"/>
              </a:lnSpc>
              <a:spcBef>
                <a:spcPts val="360"/>
              </a:spcBef>
              <a:spcAft>
                <a:spcPts val="0"/>
              </a:spcAft>
              <a:buClr>
                <a:schemeClr val="lt1"/>
              </a:buClr>
              <a:buSzPts val="1620"/>
              <a:buChar char="·"/>
              <a:defRPr/>
            </a:lvl4pPr>
            <a:lvl5pPr marL="2286000" lvl="4" indent="-331470" algn="l">
              <a:lnSpc>
                <a:spcPct val="100000"/>
              </a:lnSpc>
              <a:spcBef>
                <a:spcPts val="360"/>
              </a:spcBef>
              <a:spcAft>
                <a:spcPts val="0"/>
              </a:spcAft>
              <a:buClr>
                <a:schemeClr val="lt1"/>
              </a:buClr>
              <a:buSzPts val="1620"/>
              <a:buChar char="·"/>
              <a:defRPr/>
            </a:lvl5pPr>
            <a:lvl6pPr marL="2743200" lvl="5" indent="-342900" algn="l">
              <a:spcBef>
                <a:spcPts val="360"/>
              </a:spcBef>
              <a:spcAft>
                <a:spcPts val="0"/>
              </a:spcAft>
              <a:buClr>
                <a:schemeClr val="lt1"/>
              </a:buClr>
              <a:buSzPts val="1800"/>
              <a:buChar char="•"/>
              <a:defRPr/>
            </a:lvl6pPr>
            <a:lvl7pPr marL="3200400" lvl="6" indent="-342900" algn="l">
              <a:spcBef>
                <a:spcPts val="360"/>
              </a:spcBef>
              <a:spcAft>
                <a:spcPts val="0"/>
              </a:spcAft>
              <a:buClr>
                <a:schemeClr val="lt1"/>
              </a:buClr>
              <a:buSzPts val="1800"/>
              <a:buChar char="•"/>
              <a:defRPr/>
            </a:lvl7pPr>
            <a:lvl8pPr marL="3657600" lvl="7" indent="-342900" algn="l">
              <a:spcBef>
                <a:spcPts val="360"/>
              </a:spcBef>
              <a:spcAft>
                <a:spcPts val="0"/>
              </a:spcAft>
              <a:buClr>
                <a:schemeClr val="lt1"/>
              </a:buClr>
              <a:buSzPts val="1800"/>
              <a:buChar char="•"/>
              <a:defRPr/>
            </a:lvl8pPr>
            <a:lvl9pPr marL="4114800" lvl="8" indent="-342900" algn="l">
              <a:spcBef>
                <a:spcPts val="360"/>
              </a:spcBef>
              <a:spcAft>
                <a:spcPts val="0"/>
              </a:spcAft>
              <a:buClr>
                <a:schemeClr val="lt1"/>
              </a:buClr>
              <a:buSzPts val="1800"/>
              <a:buChar char="•"/>
              <a:defRPr/>
            </a:lvl9pPr>
          </a:lstStyle>
          <a:p>
            <a:endParaRPr/>
          </a:p>
        </p:txBody>
      </p:sp>
      <p:sp>
        <p:nvSpPr>
          <p:cNvPr id="622" name="Google Shape;622;p73"/>
          <p:cNvSpPr txBox="1">
            <a:spLocks noGrp="1"/>
          </p:cNvSpPr>
          <p:nvPr>
            <p:ph type="body" idx="8"/>
          </p:nvPr>
        </p:nvSpPr>
        <p:spPr>
          <a:xfrm>
            <a:off x="7192962" y="585789"/>
            <a:ext cx="1584326" cy="360000"/>
          </a:xfrm>
          <a:prstGeom prst="rect">
            <a:avLst/>
          </a:prstGeom>
          <a:noFill/>
          <a:ln>
            <a:noFill/>
          </a:ln>
        </p:spPr>
        <p:txBody>
          <a:bodyPr spcFirstLastPara="1" wrap="square" lIns="0" tIns="0" rIns="0" bIns="0" anchor="b" anchorCtr="0">
            <a:noAutofit/>
          </a:bodyPr>
          <a:lstStyle>
            <a:lvl1pPr marL="457200" lvl="0" indent="-228600" algn="l">
              <a:lnSpc>
                <a:spcPct val="100000"/>
              </a:lnSpc>
              <a:spcBef>
                <a:spcPts val="400"/>
              </a:spcBef>
              <a:spcAft>
                <a:spcPts val="0"/>
              </a:spcAft>
              <a:buClr>
                <a:schemeClr val="accent3"/>
              </a:buClr>
              <a:buSzPts val="1800"/>
              <a:buFont typeface="Noto Sans Symbols"/>
              <a:buNone/>
              <a:defRPr sz="2000">
                <a:solidFill>
                  <a:schemeClr val="accent3"/>
                </a:solidFill>
                <a:latin typeface="Quattrocento Sans"/>
                <a:ea typeface="Quattrocento Sans"/>
                <a:cs typeface="Quattrocento Sans"/>
                <a:sym typeface="Quattrocento Sans"/>
              </a:defRPr>
            </a:lvl1pPr>
            <a:lvl2pPr marL="914400" lvl="1" indent="-331469" algn="l">
              <a:lnSpc>
                <a:spcPct val="100000"/>
              </a:lnSpc>
              <a:spcBef>
                <a:spcPts val="600"/>
              </a:spcBef>
              <a:spcAft>
                <a:spcPts val="0"/>
              </a:spcAft>
              <a:buClr>
                <a:schemeClr val="lt1"/>
              </a:buClr>
              <a:buSzPts val="1620"/>
              <a:buChar char="·"/>
              <a:defRPr/>
            </a:lvl2pPr>
            <a:lvl3pPr marL="1371600" lvl="2" indent="-331469" algn="l">
              <a:lnSpc>
                <a:spcPct val="100000"/>
              </a:lnSpc>
              <a:spcBef>
                <a:spcPts val="360"/>
              </a:spcBef>
              <a:spcAft>
                <a:spcPts val="0"/>
              </a:spcAft>
              <a:buClr>
                <a:schemeClr val="lt1"/>
              </a:buClr>
              <a:buSzPts val="1620"/>
              <a:buChar char="·"/>
              <a:defRPr/>
            </a:lvl3pPr>
            <a:lvl4pPr marL="1828800" lvl="3" indent="-331469" algn="l">
              <a:lnSpc>
                <a:spcPct val="100000"/>
              </a:lnSpc>
              <a:spcBef>
                <a:spcPts val="360"/>
              </a:spcBef>
              <a:spcAft>
                <a:spcPts val="0"/>
              </a:spcAft>
              <a:buClr>
                <a:schemeClr val="lt1"/>
              </a:buClr>
              <a:buSzPts val="1620"/>
              <a:buChar char="·"/>
              <a:defRPr/>
            </a:lvl4pPr>
            <a:lvl5pPr marL="2286000" lvl="4" indent="-331470" algn="l">
              <a:lnSpc>
                <a:spcPct val="100000"/>
              </a:lnSpc>
              <a:spcBef>
                <a:spcPts val="360"/>
              </a:spcBef>
              <a:spcAft>
                <a:spcPts val="0"/>
              </a:spcAft>
              <a:buClr>
                <a:schemeClr val="lt1"/>
              </a:buClr>
              <a:buSzPts val="1620"/>
              <a:buChar char="·"/>
              <a:defRPr/>
            </a:lvl5pPr>
            <a:lvl6pPr marL="2743200" lvl="5" indent="-342900" algn="l">
              <a:spcBef>
                <a:spcPts val="360"/>
              </a:spcBef>
              <a:spcAft>
                <a:spcPts val="0"/>
              </a:spcAft>
              <a:buClr>
                <a:schemeClr val="lt1"/>
              </a:buClr>
              <a:buSzPts val="1800"/>
              <a:buChar char="•"/>
              <a:defRPr/>
            </a:lvl6pPr>
            <a:lvl7pPr marL="3200400" lvl="6" indent="-342900" algn="l">
              <a:spcBef>
                <a:spcPts val="360"/>
              </a:spcBef>
              <a:spcAft>
                <a:spcPts val="0"/>
              </a:spcAft>
              <a:buClr>
                <a:schemeClr val="lt1"/>
              </a:buClr>
              <a:buSzPts val="1800"/>
              <a:buChar char="•"/>
              <a:defRPr/>
            </a:lvl7pPr>
            <a:lvl8pPr marL="3657600" lvl="7" indent="-342900" algn="l">
              <a:spcBef>
                <a:spcPts val="360"/>
              </a:spcBef>
              <a:spcAft>
                <a:spcPts val="0"/>
              </a:spcAft>
              <a:buClr>
                <a:schemeClr val="lt1"/>
              </a:buClr>
              <a:buSzPts val="1800"/>
              <a:buChar char="•"/>
              <a:defRPr/>
            </a:lvl8pPr>
            <a:lvl9pPr marL="4114800" lvl="8" indent="-342900" algn="l">
              <a:spcBef>
                <a:spcPts val="360"/>
              </a:spcBef>
              <a:spcAft>
                <a:spcPts val="0"/>
              </a:spcAft>
              <a:buClr>
                <a:schemeClr val="lt1"/>
              </a:buClr>
              <a:buSzPts val="1800"/>
              <a:buChar char="•"/>
              <a:defRPr/>
            </a:lvl9pPr>
          </a:lstStyle>
          <a:p>
            <a:endParaRPr/>
          </a:p>
        </p:txBody>
      </p:sp>
      <p:sp>
        <p:nvSpPr>
          <p:cNvPr id="623" name="Google Shape;623;p73"/>
          <p:cNvSpPr txBox="1">
            <a:spLocks noGrp="1"/>
          </p:cNvSpPr>
          <p:nvPr>
            <p:ph type="body" idx="9"/>
          </p:nvPr>
        </p:nvSpPr>
        <p:spPr>
          <a:xfrm>
            <a:off x="10013950" y="585789"/>
            <a:ext cx="1595438" cy="360000"/>
          </a:xfrm>
          <a:prstGeom prst="rect">
            <a:avLst/>
          </a:prstGeom>
          <a:noFill/>
          <a:ln>
            <a:noFill/>
          </a:ln>
        </p:spPr>
        <p:txBody>
          <a:bodyPr spcFirstLastPara="1" wrap="square" lIns="0" tIns="0" rIns="0" bIns="0" anchor="b" anchorCtr="0">
            <a:noAutofit/>
          </a:bodyPr>
          <a:lstStyle>
            <a:lvl1pPr marL="457200" lvl="0" indent="-228600" algn="l">
              <a:lnSpc>
                <a:spcPct val="100000"/>
              </a:lnSpc>
              <a:spcBef>
                <a:spcPts val="400"/>
              </a:spcBef>
              <a:spcAft>
                <a:spcPts val="0"/>
              </a:spcAft>
              <a:buClr>
                <a:schemeClr val="accent3"/>
              </a:buClr>
              <a:buSzPts val="1800"/>
              <a:buFont typeface="Noto Sans Symbols"/>
              <a:buNone/>
              <a:defRPr sz="2000">
                <a:solidFill>
                  <a:schemeClr val="accent3"/>
                </a:solidFill>
                <a:latin typeface="Quattrocento Sans"/>
                <a:ea typeface="Quattrocento Sans"/>
                <a:cs typeface="Quattrocento Sans"/>
                <a:sym typeface="Quattrocento Sans"/>
              </a:defRPr>
            </a:lvl1pPr>
            <a:lvl2pPr marL="914400" lvl="1" indent="-331469" algn="l">
              <a:lnSpc>
                <a:spcPct val="100000"/>
              </a:lnSpc>
              <a:spcBef>
                <a:spcPts val="600"/>
              </a:spcBef>
              <a:spcAft>
                <a:spcPts val="0"/>
              </a:spcAft>
              <a:buClr>
                <a:schemeClr val="lt1"/>
              </a:buClr>
              <a:buSzPts val="1620"/>
              <a:buChar char="·"/>
              <a:defRPr/>
            </a:lvl2pPr>
            <a:lvl3pPr marL="1371600" lvl="2" indent="-331469" algn="l">
              <a:lnSpc>
                <a:spcPct val="100000"/>
              </a:lnSpc>
              <a:spcBef>
                <a:spcPts val="360"/>
              </a:spcBef>
              <a:spcAft>
                <a:spcPts val="0"/>
              </a:spcAft>
              <a:buClr>
                <a:schemeClr val="lt1"/>
              </a:buClr>
              <a:buSzPts val="1620"/>
              <a:buChar char="·"/>
              <a:defRPr/>
            </a:lvl3pPr>
            <a:lvl4pPr marL="1828800" lvl="3" indent="-331469" algn="l">
              <a:lnSpc>
                <a:spcPct val="100000"/>
              </a:lnSpc>
              <a:spcBef>
                <a:spcPts val="360"/>
              </a:spcBef>
              <a:spcAft>
                <a:spcPts val="0"/>
              </a:spcAft>
              <a:buClr>
                <a:schemeClr val="lt1"/>
              </a:buClr>
              <a:buSzPts val="1620"/>
              <a:buChar char="·"/>
              <a:defRPr/>
            </a:lvl4pPr>
            <a:lvl5pPr marL="2286000" lvl="4" indent="-331470" algn="l">
              <a:lnSpc>
                <a:spcPct val="100000"/>
              </a:lnSpc>
              <a:spcBef>
                <a:spcPts val="360"/>
              </a:spcBef>
              <a:spcAft>
                <a:spcPts val="0"/>
              </a:spcAft>
              <a:buClr>
                <a:schemeClr val="lt1"/>
              </a:buClr>
              <a:buSzPts val="1620"/>
              <a:buChar char="·"/>
              <a:defRPr/>
            </a:lvl5pPr>
            <a:lvl6pPr marL="2743200" lvl="5" indent="-342900" algn="l">
              <a:spcBef>
                <a:spcPts val="360"/>
              </a:spcBef>
              <a:spcAft>
                <a:spcPts val="0"/>
              </a:spcAft>
              <a:buClr>
                <a:schemeClr val="lt1"/>
              </a:buClr>
              <a:buSzPts val="1800"/>
              <a:buChar char="•"/>
              <a:defRPr/>
            </a:lvl6pPr>
            <a:lvl7pPr marL="3200400" lvl="6" indent="-342900" algn="l">
              <a:spcBef>
                <a:spcPts val="360"/>
              </a:spcBef>
              <a:spcAft>
                <a:spcPts val="0"/>
              </a:spcAft>
              <a:buClr>
                <a:schemeClr val="lt1"/>
              </a:buClr>
              <a:buSzPts val="1800"/>
              <a:buChar char="•"/>
              <a:defRPr/>
            </a:lvl7pPr>
            <a:lvl8pPr marL="3657600" lvl="7" indent="-342900" algn="l">
              <a:spcBef>
                <a:spcPts val="360"/>
              </a:spcBef>
              <a:spcAft>
                <a:spcPts val="0"/>
              </a:spcAft>
              <a:buClr>
                <a:schemeClr val="lt1"/>
              </a:buClr>
              <a:buSzPts val="1800"/>
              <a:buChar char="•"/>
              <a:defRPr/>
            </a:lvl8pPr>
            <a:lvl9pPr marL="4114800" lvl="8" indent="-342900" algn="l">
              <a:spcBef>
                <a:spcPts val="360"/>
              </a:spcBef>
              <a:spcAft>
                <a:spcPts val="0"/>
              </a:spcAft>
              <a:buClr>
                <a:schemeClr val="lt1"/>
              </a:buClr>
              <a:buSzPts val="1800"/>
              <a:buChar char="•"/>
              <a:defRPr/>
            </a:lvl9pPr>
          </a:lstStyle>
          <a:p>
            <a:endParaRPr/>
          </a:p>
        </p:txBody>
      </p:sp>
      <p:sp>
        <p:nvSpPr>
          <p:cNvPr id="624" name="Google Shape;624;p73"/>
          <p:cNvSpPr txBox="1">
            <a:spLocks noGrp="1"/>
          </p:cNvSpPr>
          <p:nvPr>
            <p:ph type="body" idx="13"/>
          </p:nvPr>
        </p:nvSpPr>
        <p:spPr>
          <a:xfrm>
            <a:off x="4371875" y="3442448"/>
            <a:ext cx="1587600" cy="360000"/>
          </a:xfrm>
          <a:prstGeom prst="rect">
            <a:avLst/>
          </a:prstGeom>
          <a:noFill/>
          <a:ln>
            <a:noFill/>
          </a:ln>
        </p:spPr>
        <p:txBody>
          <a:bodyPr spcFirstLastPara="1" wrap="square" lIns="0" tIns="0" rIns="0" bIns="0" anchor="b" anchorCtr="0">
            <a:noAutofit/>
          </a:bodyPr>
          <a:lstStyle>
            <a:lvl1pPr marL="457200" lvl="0" indent="-228600" algn="l">
              <a:lnSpc>
                <a:spcPct val="100000"/>
              </a:lnSpc>
              <a:spcBef>
                <a:spcPts val="400"/>
              </a:spcBef>
              <a:spcAft>
                <a:spcPts val="0"/>
              </a:spcAft>
              <a:buClr>
                <a:schemeClr val="accent3"/>
              </a:buClr>
              <a:buSzPts val="1800"/>
              <a:buFont typeface="Noto Sans Symbols"/>
              <a:buNone/>
              <a:defRPr sz="2000">
                <a:solidFill>
                  <a:schemeClr val="accent3"/>
                </a:solidFill>
                <a:latin typeface="Quattrocento Sans"/>
                <a:ea typeface="Quattrocento Sans"/>
                <a:cs typeface="Quattrocento Sans"/>
                <a:sym typeface="Quattrocento Sans"/>
              </a:defRPr>
            </a:lvl1pPr>
            <a:lvl2pPr marL="914400" lvl="1" indent="-331469" algn="l">
              <a:lnSpc>
                <a:spcPct val="100000"/>
              </a:lnSpc>
              <a:spcBef>
                <a:spcPts val="600"/>
              </a:spcBef>
              <a:spcAft>
                <a:spcPts val="0"/>
              </a:spcAft>
              <a:buClr>
                <a:schemeClr val="lt1"/>
              </a:buClr>
              <a:buSzPts val="1620"/>
              <a:buChar char="·"/>
              <a:defRPr/>
            </a:lvl2pPr>
            <a:lvl3pPr marL="1371600" lvl="2" indent="-331469" algn="l">
              <a:lnSpc>
                <a:spcPct val="100000"/>
              </a:lnSpc>
              <a:spcBef>
                <a:spcPts val="360"/>
              </a:spcBef>
              <a:spcAft>
                <a:spcPts val="0"/>
              </a:spcAft>
              <a:buClr>
                <a:schemeClr val="lt1"/>
              </a:buClr>
              <a:buSzPts val="1620"/>
              <a:buChar char="·"/>
              <a:defRPr/>
            </a:lvl3pPr>
            <a:lvl4pPr marL="1828800" lvl="3" indent="-331469" algn="l">
              <a:lnSpc>
                <a:spcPct val="100000"/>
              </a:lnSpc>
              <a:spcBef>
                <a:spcPts val="360"/>
              </a:spcBef>
              <a:spcAft>
                <a:spcPts val="0"/>
              </a:spcAft>
              <a:buClr>
                <a:schemeClr val="lt1"/>
              </a:buClr>
              <a:buSzPts val="1620"/>
              <a:buChar char="·"/>
              <a:defRPr/>
            </a:lvl4pPr>
            <a:lvl5pPr marL="2286000" lvl="4" indent="-331470" algn="l">
              <a:lnSpc>
                <a:spcPct val="100000"/>
              </a:lnSpc>
              <a:spcBef>
                <a:spcPts val="360"/>
              </a:spcBef>
              <a:spcAft>
                <a:spcPts val="0"/>
              </a:spcAft>
              <a:buClr>
                <a:schemeClr val="lt1"/>
              </a:buClr>
              <a:buSzPts val="1620"/>
              <a:buChar char="·"/>
              <a:defRPr/>
            </a:lvl5pPr>
            <a:lvl6pPr marL="2743200" lvl="5" indent="-342900" algn="l">
              <a:spcBef>
                <a:spcPts val="360"/>
              </a:spcBef>
              <a:spcAft>
                <a:spcPts val="0"/>
              </a:spcAft>
              <a:buClr>
                <a:schemeClr val="lt1"/>
              </a:buClr>
              <a:buSzPts val="1800"/>
              <a:buChar char="•"/>
              <a:defRPr/>
            </a:lvl6pPr>
            <a:lvl7pPr marL="3200400" lvl="6" indent="-342900" algn="l">
              <a:spcBef>
                <a:spcPts val="360"/>
              </a:spcBef>
              <a:spcAft>
                <a:spcPts val="0"/>
              </a:spcAft>
              <a:buClr>
                <a:schemeClr val="lt1"/>
              </a:buClr>
              <a:buSzPts val="1800"/>
              <a:buChar char="•"/>
              <a:defRPr/>
            </a:lvl7pPr>
            <a:lvl8pPr marL="3657600" lvl="7" indent="-342900" algn="l">
              <a:spcBef>
                <a:spcPts val="360"/>
              </a:spcBef>
              <a:spcAft>
                <a:spcPts val="0"/>
              </a:spcAft>
              <a:buClr>
                <a:schemeClr val="lt1"/>
              </a:buClr>
              <a:buSzPts val="1800"/>
              <a:buChar char="•"/>
              <a:defRPr/>
            </a:lvl8pPr>
            <a:lvl9pPr marL="4114800" lvl="8" indent="-342900" algn="l">
              <a:spcBef>
                <a:spcPts val="360"/>
              </a:spcBef>
              <a:spcAft>
                <a:spcPts val="0"/>
              </a:spcAft>
              <a:buClr>
                <a:schemeClr val="lt1"/>
              </a:buClr>
              <a:buSzPts val="1800"/>
              <a:buChar char="•"/>
              <a:defRPr/>
            </a:lvl9pPr>
          </a:lstStyle>
          <a:p>
            <a:endParaRPr/>
          </a:p>
        </p:txBody>
      </p:sp>
      <p:sp>
        <p:nvSpPr>
          <p:cNvPr id="625" name="Google Shape;625;p73"/>
          <p:cNvSpPr txBox="1">
            <a:spLocks noGrp="1"/>
          </p:cNvSpPr>
          <p:nvPr>
            <p:ph type="body" idx="14"/>
          </p:nvPr>
        </p:nvSpPr>
        <p:spPr>
          <a:xfrm>
            <a:off x="7198939" y="3442447"/>
            <a:ext cx="1584326" cy="360000"/>
          </a:xfrm>
          <a:prstGeom prst="rect">
            <a:avLst/>
          </a:prstGeom>
          <a:noFill/>
          <a:ln>
            <a:noFill/>
          </a:ln>
        </p:spPr>
        <p:txBody>
          <a:bodyPr spcFirstLastPara="1" wrap="square" lIns="0" tIns="0" rIns="0" bIns="0" anchor="b" anchorCtr="0">
            <a:noAutofit/>
          </a:bodyPr>
          <a:lstStyle>
            <a:lvl1pPr marL="457200" lvl="0" indent="-228600" algn="l">
              <a:lnSpc>
                <a:spcPct val="100000"/>
              </a:lnSpc>
              <a:spcBef>
                <a:spcPts val="400"/>
              </a:spcBef>
              <a:spcAft>
                <a:spcPts val="0"/>
              </a:spcAft>
              <a:buClr>
                <a:schemeClr val="accent3"/>
              </a:buClr>
              <a:buSzPts val="1800"/>
              <a:buFont typeface="Noto Sans Symbols"/>
              <a:buNone/>
              <a:defRPr sz="2000">
                <a:solidFill>
                  <a:schemeClr val="accent3"/>
                </a:solidFill>
                <a:latin typeface="Quattrocento Sans"/>
                <a:ea typeface="Quattrocento Sans"/>
                <a:cs typeface="Quattrocento Sans"/>
                <a:sym typeface="Quattrocento Sans"/>
              </a:defRPr>
            </a:lvl1pPr>
            <a:lvl2pPr marL="914400" lvl="1" indent="-331469" algn="l">
              <a:lnSpc>
                <a:spcPct val="100000"/>
              </a:lnSpc>
              <a:spcBef>
                <a:spcPts val="600"/>
              </a:spcBef>
              <a:spcAft>
                <a:spcPts val="0"/>
              </a:spcAft>
              <a:buClr>
                <a:schemeClr val="lt1"/>
              </a:buClr>
              <a:buSzPts val="1620"/>
              <a:buChar char="·"/>
              <a:defRPr/>
            </a:lvl2pPr>
            <a:lvl3pPr marL="1371600" lvl="2" indent="-331469" algn="l">
              <a:lnSpc>
                <a:spcPct val="100000"/>
              </a:lnSpc>
              <a:spcBef>
                <a:spcPts val="360"/>
              </a:spcBef>
              <a:spcAft>
                <a:spcPts val="0"/>
              </a:spcAft>
              <a:buClr>
                <a:schemeClr val="lt1"/>
              </a:buClr>
              <a:buSzPts val="1620"/>
              <a:buChar char="·"/>
              <a:defRPr/>
            </a:lvl3pPr>
            <a:lvl4pPr marL="1828800" lvl="3" indent="-331469" algn="l">
              <a:lnSpc>
                <a:spcPct val="100000"/>
              </a:lnSpc>
              <a:spcBef>
                <a:spcPts val="360"/>
              </a:spcBef>
              <a:spcAft>
                <a:spcPts val="0"/>
              </a:spcAft>
              <a:buClr>
                <a:schemeClr val="lt1"/>
              </a:buClr>
              <a:buSzPts val="1620"/>
              <a:buChar char="·"/>
              <a:defRPr/>
            </a:lvl4pPr>
            <a:lvl5pPr marL="2286000" lvl="4" indent="-331470" algn="l">
              <a:lnSpc>
                <a:spcPct val="100000"/>
              </a:lnSpc>
              <a:spcBef>
                <a:spcPts val="360"/>
              </a:spcBef>
              <a:spcAft>
                <a:spcPts val="0"/>
              </a:spcAft>
              <a:buClr>
                <a:schemeClr val="lt1"/>
              </a:buClr>
              <a:buSzPts val="1620"/>
              <a:buChar char="·"/>
              <a:defRPr/>
            </a:lvl5pPr>
            <a:lvl6pPr marL="2743200" lvl="5" indent="-342900" algn="l">
              <a:spcBef>
                <a:spcPts val="360"/>
              </a:spcBef>
              <a:spcAft>
                <a:spcPts val="0"/>
              </a:spcAft>
              <a:buClr>
                <a:schemeClr val="lt1"/>
              </a:buClr>
              <a:buSzPts val="1800"/>
              <a:buChar char="•"/>
              <a:defRPr/>
            </a:lvl6pPr>
            <a:lvl7pPr marL="3200400" lvl="6" indent="-342900" algn="l">
              <a:spcBef>
                <a:spcPts val="360"/>
              </a:spcBef>
              <a:spcAft>
                <a:spcPts val="0"/>
              </a:spcAft>
              <a:buClr>
                <a:schemeClr val="lt1"/>
              </a:buClr>
              <a:buSzPts val="1800"/>
              <a:buChar char="•"/>
              <a:defRPr/>
            </a:lvl7pPr>
            <a:lvl8pPr marL="3657600" lvl="7" indent="-342900" algn="l">
              <a:spcBef>
                <a:spcPts val="360"/>
              </a:spcBef>
              <a:spcAft>
                <a:spcPts val="0"/>
              </a:spcAft>
              <a:buClr>
                <a:schemeClr val="lt1"/>
              </a:buClr>
              <a:buSzPts val="1800"/>
              <a:buChar char="•"/>
              <a:defRPr/>
            </a:lvl8pPr>
            <a:lvl9pPr marL="4114800" lvl="8" indent="-342900" algn="l">
              <a:spcBef>
                <a:spcPts val="360"/>
              </a:spcBef>
              <a:spcAft>
                <a:spcPts val="0"/>
              </a:spcAft>
              <a:buClr>
                <a:schemeClr val="lt1"/>
              </a:buClr>
              <a:buSzPts val="1800"/>
              <a:buChar char="•"/>
              <a:defRPr/>
            </a:lvl9pPr>
          </a:lstStyle>
          <a:p>
            <a:endParaRPr/>
          </a:p>
        </p:txBody>
      </p:sp>
      <p:sp>
        <p:nvSpPr>
          <p:cNvPr id="626" name="Google Shape;626;p73"/>
          <p:cNvSpPr txBox="1">
            <a:spLocks noGrp="1"/>
          </p:cNvSpPr>
          <p:nvPr>
            <p:ph type="body" idx="15"/>
          </p:nvPr>
        </p:nvSpPr>
        <p:spPr>
          <a:xfrm>
            <a:off x="10013950" y="3453944"/>
            <a:ext cx="1595438" cy="360000"/>
          </a:xfrm>
          <a:prstGeom prst="rect">
            <a:avLst/>
          </a:prstGeom>
          <a:noFill/>
          <a:ln>
            <a:noFill/>
          </a:ln>
        </p:spPr>
        <p:txBody>
          <a:bodyPr spcFirstLastPara="1" wrap="square" lIns="0" tIns="0" rIns="0" bIns="0" anchor="b" anchorCtr="0">
            <a:noAutofit/>
          </a:bodyPr>
          <a:lstStyle>
            <a:lvl1pPr marL="457200" lvl="0" indent="-228600" algn="l">
              <a:lnSpc>
                <a:spcPct val="100000"/>
              </a:lnSpc>
              <a:spcBef>
                <a:spcPts val="400"/>
              </a:spcBef>
              <a:spcAft>
                <a:spcPts val="0"/>
              </a:spcAft>
              <a:buClr>
                <a:schemeClr val="accent3"/>
              </a:buClr>
              <a:buSzPts val="1800"/>
              <a:buFont typeface="Noto Sans Symbols"/>
              <a:buNone/>
              <a:defRPr sz="2000">
                <a:solidFill>
                  <a:schemeClr val="accent3"/>
                </a:solidFill>
                <a:latin typeface="Quattrocento Sans"/>
                <a:ea typeface="Quattrocento Sans"/>
                <a:cs typeface="Quattrocento Sans"/>
                <a:sym typeface="Quattrocento Sans"/>
              </a:defRPr>
            </a:lvl1pPr>
            <a:lvl2pPr marL="914400" lvl="1" indent="-331469" algn="l">
              <a:lnSpc>
                <a:spcPct val="100000"/>
              </a:lnSpc>
              <a:spcBef>
                <a:spcPts val="600"/>
              </a:spcBef>
              <a:spcAft>
                <a:spcPts val="0"/>
              </a:spcAft>
              <a:buClr>
                <a:schemeClr val="lt1"/>
              </a:buClr>
              <a:buSzPts val="1620"/>
              <a:buChar char="·"/>
              <a:defRPr/>
            </a:lvl2pPr>
            <a:lvl3pPr marL="1371600" lvl="2" indent="-331469" algn="l">
              <a:lnSpc>
                <a:spcPct val="100000"/>
              </a:lnSpc>
              <a:spcBef>
                <a:spcPts val="360"/>
              </a:spcBef>
              <a:spcAft>
                <a:spcPts val="0"/>
              </a:spcAft>
              <a:buClr>
                <a:schemeClr val="lt1"/>
              </a:buClr>
              <a:buSzPts val="1620"/>
              <a:buChar char="·"/>
              <a:defRPr/>
            </a:lvl3pPr>
            <a:lvl4pPr marL="1828800" lvl="3" indent="-331469" algn="l">
              <a:lnSpc>
                <a:spcPct val="100000"/>
              </a:lnSpc>
              <a:spcBef>
                <a:spcPts val="360"/>
              </a:spcBef>
              <a:spcAft>
                <a:spcPts val="0"/>
              </a:spcAft>
              <a:buClr>
                <a:schemeClr val="lt1"/>
              </a:buClr>
              <a:buSzPts val="1620"/>
              <a:buChar char="·"/>
              <a:defRPr/>
            </a:lvl4pPr>
            <a:lvl5pPr marL="2286000" lvl="4" indent="-331470" algn="l">
              <a:lnSpc>
                <a:spcPct val="100000"/>
              </a:lnSpc>
              <a:spcBef>
                <a:spcPts val="360"/>
              </a:spcBef>
              <a:spcAft>
                <a:spcPts val="0"/>
              </a:spcAft>
              <a:buClr>
                <a:schemeClr val="lt1"/>
              </a:buClr>
              <a:buSzPts val="1620"/>
              <a:buChar char="·"/>
              <a:defRPr/>
            </a:lvl5pPr>
            <a:lvl6pPr marL="2743200" lvl="5" indent="-342900" algn="l">
              <a:spcBef>
                <a:spcPts val="360"/>
              </a:spcBef>
              <a:spcAft>
                <a:spcPts val="0"/>
              </a:spcAft>
              <a:buClr>
                <a:schemeClr val="lt1"/>
              </a:buClr>
              <a:buSzPts val="1800"/>
              <a:buChar char="•"/>
              <a:defRPr/>
            </a:lvl6pPr>
            <a:lvl7pPr marL="3200400" lvl="6" indent="-342900" algn="l">
              <a:spcBef>
                <a:spcPts val="360"/>
              </a:spcBef>
              <a:spcAft>
                <a:spcPts val="0"/>
              </a:spcAft>
              <a:buClr>
                <a:schemeClr val="lt1"/>
              </a:buClr>
              <a:buSzPts val="1800"/>
              <a:buChar char="•"/>
              <a:defRPr/>
            </a:lvl7pPr>
            <a:lvl8pPr marL="3657600" lvl="7" indent="-342900" algn="l">
              <a:spcBef>
                <a:spcPts val="360"/>
              </a:spcBef>
              <a:spcAft>
                <a:spcPts val="0"/>
              </a:spcAft>
              <a:buClr>
                <a:schemeClr val="lt1"/>
              </a:buClr>
              <a:buSzPts val="1800"/>
              <a:buChar char="•"/>
              <a:defRPr/>
            </a:lvl8pPr>
            <a:lvl9pPr marL="4114800" lvl="8" indent="-342900" algn="l">
              <a:spcBef>
                <a:spcPts val="360"/>
              </a:spcBef>
              <a:spcAft>
                <a:spcPts val="0"/>
              </a:spcAft>
              <a:buClr>
                <a:schemeClr val="lt1"/>
              </a:buClr>
              <a:buSzPts val="1800"/>
              <a:buChar char="•"/>
              <a:defRPr/>
            </a:lvl9pPr>
          </a:lstStyle>
          <a:p>
            <a:endParaRPr/>
          </a:p>
        </p:txBody>
      </p:sp>
      <p:sp>
        <p:nvSpPr>
          <p:cNvPr id="627" name="Google Shape;627;p73"/>
          <p:cNvSpPr txBox="1">
            <a:spLocks noGrp="1"/>
          </p:cNvSpPr>
          <p:nvPr>
            <p:ph type="body" idx="16"/>
          </p:nvPr>
        </p:nvSpPr>
        <p:spPr>
          <a:xfrm>
            <a:off x="584200" y="1436688"/>
            <a:ext cx="2538413" cy="1249573"/>
          </a:xfrm>
          <a:prstGeom prst="rect">
            <a:avLst/>
          </a:prstGeom>
          <a:noFill/>
          <a:ln>
            <a:noFill/>
          </a:ln>
        </p:spPr>
        <p:txBody>
          <a:bodyPr spcFirstLastPara="1" wrap="square" lIns="0" tIns="0" rIns="0" bIns="0" anchor="t" anchorCtr="0">
            <a:spAutoFit/>
          </a:bodyPr>
          <a:lstStyle>
            <a:lvl1pPr marL="457200" lvl="0" indent="-228600" algn="l">
              <a:lnSpc>
                <a:spcPct val="100000"/>
              </a:lnSpc>
              <a:spcBef>
                <a:spcPts val="280"/>
              </a:spcBef>
              <a:spcAft>
                <a:spcPts val="0"/>
              </a:spcAft>
              <a:buClr>
                <a:schemeClr val="lt1"/>
              </a:buClr>
              <a:buSzPts val="1260"/>
              <a:buNone/>
              <a:defRPr sz="1400">
                <a:solidFill>
                  <a:schemeClr val="lt1"/>
                </a:solidFill>
              </a:defRPr>
            </a:lvl1pPr>
            <a:lvl2pPr marL="914400" lvl="1" indent="-228600" algn="l">
              <a:lnSpc>
                <a:spcPct val="100000"/>
              </a:lnSpc>
              <a:spcBef>
                <a:spcPts val="280"/>
              </a:spcBef>
              <a:spcAft>
                <a:spcPts val="0"/>
              </a:spcAft>
              <a:buClr>
                <a:schemeClr val="lt1"/>
              </a:buClr>
              <a:buSzPts val="1260"/>
              <a:buNone/>
              <a:defRPr sz="1400">
                <a:solidFill>
                  <a:schemeClr val="lt1"/>
                </a:solidFill>
              </a:defRPr>
            </a:lvl2pPr>
            <a:lvl3pPr marL="1371600" lvl="2" indent="-228600" algn="l">
              <a:lnSpc>
                <a:spcPct val="100000"/>
              </a:lnSpc>
              <a:spcBef>
                <a:spcPts val="280"/>
              </a:spcBef>
              <a:spcAft>
                <a:spcPts val="0"/>
              </a:spcAft>
              <a:buClr>
                <a:schemeClr val="lt1"/>
              </a:buClr>
              <a:buSzPts val="1260"/>
              <a:buNone/>
              <a:defRPr sz="1400">
                <a:solidFill>
                  <a:schemeClr val="lt1"/>
                </a:solidFill>
              </a:defRPr>
            </a:lvl3pPr>
            <a:lvl4pPr marL="1828800" lvl="3" indent="-228600" algn="l">
              <a:lnSpc>
                <a:spcPct val="100000"/>
              </a:lnSpc>
              <a:spcBef>
                <a:spcPts val="280"/>
              </a:spcBef>
              <a:spcAft>
                <a:spcPts val="0"/>
              </a:spcAft>
              <a:buClr>
                <a:schemeClr val="lt1"/>
              </a:buClr>
              <a:buSzPts val="1260"/>
              <a:buNone/>
              <a:defRPr sz="1400">
                <a:solidFill>
                  <a:schemeClr val="lt1"/>
                </a:solidFill>
              </a:defRPr>
            </a:lvl4pPr>
            <a:lvl5pPr marL="2286000" lvl="4" indent="-228600" algn="l">
              <a:lnSpc>
                <a:spcPct val="100000"/>
              </a:lnSpc>
              <a:spcBef>
                <a:spcPts val="280"/>
              </a:spcBef>
              <a:spcAft>
                <a:spcPts val="0"/>
              </a:spcAft>
              <a:buClr>
                <a:schemeClr val="lt1"/>
              </a:buClr>
              <a:buSzPts val="1260"/>
              <a:buNone/>
              <a:defRPr sz="1400">
                <a:solidFill>
                  <a:schemeClr val="lt1"/>
                </a:solidFill>
              </a:defRPr>
            </a:lvl5pPr>
            <a:lvl6pPr marL="2743200" lvl="5" indent="-342900" algn="l">
              <a:spcBef>
                <a:spcPts val="360"/>
              </a:spcBef>
              <a:spcAft>
                <a:spcPts val="0"/>
              </a:spcAft>
              <a:buClr>
                <a:schemeClr val="lt1"/>
              </a:buClr>
              <a:buSzPts val="1800"/>
              <a:buChar char="•"/>
              <a:defRPr/>
            </a:lvl6pPr>
            <a:lvl7pPr marL="3200400" lvl="6" indent="-342900" algn="l">
              <a:spcBef>
                <a:spcPts val="360"/>
              </a:spcBef>
              <a:spcAft>
                <a:spcPts val="0"/>
              </a:spcAft>
              <a:buClr>
                <a:schemeClr val="lt1"/>
              </a:buClr>
              <a:buSzPts val="1800"/>
              <a:buChar char="•"/>
              <a:defRPr/>
            </a:lvl7pPr>
            <a:lvl8pPr marL="3657600" lvl="7" indent="-342900" algn="l">
              <a:spcBef>
                <a:spcPts val="360"/>
              </a:spcBef>
              <a:spcAft>
                <a:spcPts val="0"/>
              </a:spcAft>
              <a:buClr>
                <a:schemeClr val="lt1"/>
              </a:buClr>
              <a:buSzPts val="1800"/>
              <a:buChar char="•"/>
              <a:defRPr/>
            </a:lvl8pPr>
            <a:lvl9pPr marL="4114800" lvl="8" indent="-342900" algn="l">
              <a:spcBef>
                <a:spcPts val="360"/>
              </a:spcBef>
              <a:spcAft>
                <a:spcPts val="0"/>
              </a:spcAft>
              <a:buClr>
                <a:schemeClr val="lt1"/>
              </a:buClr>
              <a:buSzPts val="1800"/>
              <a:buChar char="•"/>
              <a:defRPr/>
            </a:lvl9pPr>
          </a:lstStyle>
          <a:p>
            <a:endParaRPr/>
          </a:p>
        </p:txBody>
      </p:sp>
    </p:spTree>
  </p:cSld>
  <p:clrMapOvr>
    <a:masterClrMapping/>
  </p:clrMapOvr>
  <p:transition>
    <p:fade/>
  </p:transition>
  <p:extLst>
    <p:ext uri="{DCECCB84-F9BA-43D5-87BE-67443E8EF086}">
      <p15:sldGuideLst xmlns:p15="http://schemas.microsoft.com/office/powerpoint/2012/main">
        <p15:guide id="1" pos="1967">
          <p15:clr>
            <a:srgbClr val="A4A3A4"/>
          </p15:clr>
        </p15:guide>
        <p15:guide id="2" pos="2150">
          <p15:clr>
            <a:srgbClr val="A4A3A4"/>
          </p15:clr>
        </p15:guide>
        <p15:guide id="3" pos="2561">
          <p15:clr>
            <a:srgbClr val="A4A3A4"/>
          </p15:clr>
        </p15:guide>
        <p15:guide id="4" pos="2744">
          <p15:clr>
            <a:srgbClr val="A4A3A4"/>
          </p15:clr>
        </p15:guide>
        <p15:guide id="5" pos="3754">
          <p15:clr>
            <a:srgbClr val="A4A3A4"/>
          </p15:clr>
        </p15:guide>
        <p15:guide id="6" pos="3931">
          <p15:clr>
            <a:srgbClr val="A4A3A4"/>
          </p15:clr>
        </p15:guide>
        <p15:guide id="7" pos="4342">
          <p15:clr>
            <a:srgbClr val="A4A3A4"/>
          </p15:clr>
        </p15:guide>
        <p15:guide id="8" pos="4531">
          <p15:clr>
            <a:srgbClr val="A4A3A4"/>
          </p15:clr>
        </p15:guide>
        <p15:guide id="9" pos="5529">
          <p15:clr>
            <a:srgbClr val="A4A3A4"/>
          </p15:clr>
        </p15:guide>
        <p15:guide id="10" pos="5714">
          <p15:clr>
            <a:srgbClr val="A4A3A4"/>
          </p15:clr>
        </p15:guide>
        <p15:guide id="11" pos="6123">
          <p15:clr>
            <a:srgbClr val="A4A3A4"/>
          </p15:clr>
        </p15:guide>
        <p15:guide id="12" pos="6308">
          <p15:clr>
            <a:srgbClr val="A4A3A4"/>
          </p15:clr>
        </p15:guide>
        <p15:guide id="13" orient="horz" pos="905">
          <p15:clr>
            <a:srgbClr val="5ACBF0"/>
          </p15:clr>
        </p15:guide>
        <p15:guide id="14" orient="horz" pos="288">
          <p15:clr>
            <a:srgbClr val="5ACBF0"/>
          </p15:clr>
        </p15:guide>
      </p15:sldGuideLst>
    </p:ext>
  </p:extLst>
</p:sldLayout>
</file>

<file path=ppt/slideLayouts/slideLayout73.xml><?xml version="1.0" encoding="utf-8"?>
<p:sldLayout xmlns:a="http://schemas.openxmlformats.org/drawingml/2006/main" xmlns:r="http://schemas.openxmlformats.org/officeDocument/2006/relationships" xmlns:p="http://schemas.openxmlformats.org/presentationml/2006/main" matchingName="Title and text side by side 3">
  <p:cSld name="Title and text side by side 3">
    <p:spTree>
      <p:nvGrpSpPr>
        <p:cNvPr id="1" name="Shape 628"/>
        <p:cNvGrpSpPr/>
        <p:nvPr/>
      </p:nvGrpSpPr>
      <p:grpSpPr>
        <a:xfrm>
          <a:off x="0" y="0"/>
          <a:ext cx="0" cy="0"/>
          <a:chOff x="0" y="0"/>
          <a:chExt cx="0" cy="0"/>
        </a:xfrm>
      </p:grpSpPr>
      <p:sp>
        <p:nvSpPr>
          <p:cNvPr id="629" name="Google Shape;629;p74"/>
          <p:cNvSpPr/>
          <p:nvPr/>
        </p:nvSpPr>
        <p:spPr>
          <a:xfrm>
            <a:off x="0" y="0"/>
            <a:ext cx="4356100" cy="6858000"/>
          </a:xfrm>
          <a:prstGeom prst="rect">
            <a:avLst/>
          </a:prstGeom>
          <a:solidFill>
            <a:schemeClr val="dk2"/>
          </a:solidFill>
          <a:ln>
            <a:noFill/>
          </a:ln>
        </p:spPr>
        <p:txBody>
          <a:bodyPr spcFirstLastPara="1" wrap="square" lIns="182875" tIns="146300" rIns="182875" bIns="146300" anchor="t" anchorCtr="0">
            <a:noAutofit/>
          </a:bodyPr>
          <a:lstStyle/>
          <a:p>
            <a:pPr marL="0" marR="0" lvl="0" indent="0" algn="l" rtl="0">
              <a:spcBef>
                <a:spcPts val="0"/>
              </a:spcBef>
              <a:spcAft>
                <a:spcPts val="0"/>
              </a:spcAft>
              <a:buNone/>
            </a:pPr>
            <a:endParaRPr sz="2000">
              <a:solidFill>
                <a:srgbClr val="FFFFFF"/>
              </a:solidFill>
              <a:latin typeface="Quattrocento Sans"/>
              <a:ea typeface="Quattrocento Sans"/>
              <a:cs typeface="Quattrocento Sans"/>
              <a:sym typeface="Quattrocento Sans"/>
            </a:endParaRPr>
          </a:p>
        </p:txBody>
      </p:sp>
      <p:sp>
        <p:nvSpPr>
          <p:cNvPr id="630" name="Google Shape;630;p74"/>
          <p:cNvSpPr txBox="1">
            <a:spLocks noGrp="1"/>
          </p:cNvSpPr>
          <p:nvPr>
            <p:ph type="title"/>
          </p:nvPr>
        </p:nvSpPr>
        <p:spPr>
          <a:xfrm>
            <a:off x="588263" y="585788"/>
            <a:ext cx="3182027" cy="3118624"/>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Clr>
                <a:schemeClr val="accent3"/>
              </a:buClr>
              <a:buSzPts val="3600"/>
              <a:buFont typeface="Quattrocento Sans"/>
              <a:buNone/>
              <a:defRPr>
                <a:solidFill>
                  <a:schemeClr val="accent3"/>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1" name="Google Shape;631;p74"/>
          <p:cNvSpPr txBox="1">
            <a:spLocks noGrp="1"/>
          </p:cNvSpPr>
          <p:nvPr>
            <p:ph type="body" idx="1"/>
          </p:nvPr>
        </p:nvSpPr>
        <p:spPr>
          <a:xfrm>
            <a:off x="4941888" y="585788"/>
            <a:ext cx="6667500" cy="5683249"/>
          </a:xfrm>
          <a:prstGeom prst="rect">
            <a:avLst/>
          </a:prstGeom>
          <a:noFill/>
          <a:ln>
            <a:noFill/>
          </a:ln>
        </p:spPr>
        <p:txBody>
          <a:bodyPr spcFirstLastPara="1" wrap="square" lIns="0" tIns="0" rIns="0" bIns="0" anchor="t" anchorCtr="0">
            <a:noAutofit/>
          </a:bodyPr>
          <a:lstStyle>
            <a:lvl1pPr marL="457200" lvl="0" indent="-388620" algn="l">
              <a:lnSpc>
                <a:spcPct val="100000"/>
              </a:lnSpc>
              <a:spcBef>
                <a:spcPts val="560"/>
              </a:spcBef>
              <a:spcAft>
                <a:spcPts val="0"/>
              </a:spcAft>
              <a:buClr>
                <a:schemeClr val="dk1"/>
              </a:buClr>
              <a:buSzPts val="2520"/>
              <a:buFont typeface="Noto Sans Symbols"/>
              <a:buChar char="·"/>
              <a:defRPr/>
            </a:lvl1pPr>
            <a:lvl2pPr marL="914400" lvl="1" indent="-331469" algn="l">
              <a:lnSpc>
                <a:spcPct val="100000"/>
              </a:lnSpc>
              <a:spcBef>
                <a:spcPts val="600"/>
              </a:spcBef>
              <a:spcAft>
                <a:spcPts val="0"/>
              </a:spcAft>
              <a:buClr>
                <a:schemeClr val="dk1"/>
              </a:buClr>
              <a:buSzPts val="1620"/>
              <a:buChar char="·"/>
              <a:defRPr/>
            </a:lvl2pPr>
            <a:lvl3pPr marL="1371600" lvl="2" indent="-331469" algn="l">
              <a:lnSpc>
                <a:spcPct val="100000"/>
              </a:lnSpc>
              <a:spcBef>
                <a:spcPts val="360"/>
              </a:spcBef>
              <a:spcAft>
                <a:spcPts val="0"/>
              </a:spcAft>
              <a:buClr>
                <a:schemeClr val="dk1"/>
              </a:buClr>
              <a:buSzPts val="1620"/>
              <a:buChar char="·"/>
              <a:defRPr/>
            </a:lvl3pPr>
            <a:lvl4pPr marL="1828800" lvl="3" indent="-331469" algn="l">
              <a:lnSpc>
                <a:spcPct val="100000"/>
              </a:lnSpc>
              <a:spcBef>
                <a:spcPts val="360"/>
              </a:spcBef>
              <a:spcAft>
                <a:spcPts val="0"/>
              </a:spcAft>
              <a:buClr>
                <a:schemeClr val="dk1"/>
              </a:buClr>
              <a:buSzPts val="1620"/>
              <a:buChar char="·"/>
              <a:defRPr/>
            </a:lvl4pPr>
            <a:lvl5pPr marL="2286000" lvl="4" indent="-331470" algn="l">
              <a:lnSpc>
                <a:spcPct val="100000"/>
              </a:lnSpc>
              <a:spcBef>
                <a:spcPts val="360"/>
              </a:spcBef>
              <a:spcAft>
                <a:spcPts val="0"/>
              </a:spcAft>
              <a:buClr>
                <a:schemeClr val="dk1"/>
              </a:buClr>
              <a:buSzPts val="162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632" name="Google Shape;632;p74"/>
          <p:cNvSpPr txBox="1"/>
          <p:nvPr/>
        </p:nvSpPr>
        <p:spPr>
          <a:xfrm>
            <a:off x="12355721" y="-203944"/>
            <a:ext cx="577081" cy="153888"/>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00">
                <a:solidFill>
                  <a:srgbClr val="A3A3A3"/>
                </a:solidFill>
                <a:latin typeface="Quattrocento Sans"/>
                <a:ea typeface="Quattrocento Sans"/>
                <a:cs typeface="Quattrocento Sans"/>
                <a:sym typeface="Quattrocento Sans"/>
              </a:rPr>
              <a:t>ELT layout</a:t>
            </a:r>
            <a:endParaRPr/>
          </a:p>
        </p:txBody>
      </p:sp>
    </p:spTree>
  </p:cSld>
  <p:clrMapOvr>
    <a:masterClrMapping/>
  </p:clrMapOvr>
  <p:transition>
    <p:fade/>
  </p:transition>
  <p:extLst>
    <p:ext uri="{DCECCB84-F9BA-43D5-87BE-67443E8EF086}">
      <p15:sldGuideLst xmlns:p15="http://schemas.microsoft.com/office/powerpoint/2012/main">
        <p15:guide id="1" pos="2744">
          <p15:clr>
            <a:srgbClr val="5ACBF0"/>
          </p15:clr>
        </p15:guide>
        <p15:guide id="2" orient="horz" pos="2160">
          <p15:clr>
            <a:srgbClr val="5ACBF0"/>
          </p15:clr>
        </p15:guide>
        <p15:guide id="3" pos="2376">
          <p15:clr>
            <a:srgbClr val="5ACBF0"/>
          </p15:clr>
        </p15:guide>
        <p15:guide id="4" pos="3113">
          <p15:clr>
            <a:srgbClr val="5ACBF0"/>
          </p15:clr>
        </p15:guide>
      </p15:sldGuideLst>
    </p:ext>
  </p:extLst>
</p:sldLayout>
</file>

<file path=ppt/slideLayouts/slideLayout74.xml><?xml version="1.0" encoding="utf-8"?>
<p:sldLayout xmlns:a="http://schemas.openxmlformats.org/drawingml/2006/main" xmlns:r="http://schemas.openxmlformats.org/officeDocument/2006/relationships" xmlns:p="http://schemas.openxmlformats.org/presentationml/2006/main" matchingName="Title and text side by side multi column">
  <p:cSld name="Title and text side by side multi column">
    <p:spTree>
      <p:nvGrpSpPr>
        <p:cNvPr id="1" name="Shape 633"/>
        <p:cNvGrpSpPr/>
        <p:nvPr/>
      </p:nvGrpSpPr>
      <p:grpSpPr>
        <a:xfrm>
          <a:off x="0" y="0"/>
          <a:ext cx="0" cy="0"/>
          <a:chOff x="0" y="0"/>
          <a:chExt cx="0" cy="0"/>
        </a:xfrm>
      </p:grpSpPr>
      <p:sp>
        <p:nvSpPr>
          <p:cNvPr id="634" name="Google Shape;634;p75"/>
          <p:cNvSpPr/>
          <p:nvPr/>
        </p:nvSpPr>
        <p:spPr>
          <a:xfrm>
            <a:off x="0" y="0"/>
            <a:ext cx="4356100" cy="6858000"/>
          </a:xfrm>
          <a:prstGeom prst="rect">
            <a:avLst/>
          </a:prstGeom>
          <a:solidFill>
            <a:schemeClr val="dk2"/>
          </a:solidFill>
          <a:ln>
            <a:noFill/>
          </a:ln>
        </p:spPr>
        <p:txBody>
          <a:bodyPr spcFirstLastPara="1" wrap="square" lIns="182875" tIns="146300" rIns="182875" bIns="146300" anchor="t" anchorCtr="0">
            <a:noAutofit/>
          </a:bodyPr>
          <a:lstStyle/>
          <a:p>
            <a:pPr marL="0" marR="0" lvl="0" indent="0" algn="l" rtl="0">
              <a:spcBef>
                <a:spcPts val="0"/>
              </a:spcBef>
              <a:spcAft>
                <a:spcPts val="0"/>
              </a:spcAft>
              <a:buNone/>
            </a:pPr>
            <a:endParaRPr sz="2000">
              <a:solidFill>
                <a:srgbClr val="FFFFFF"/>
              </a:solidFill>
              <a:latin typeface="Quattrocento Sans"/>
              <a:ea typeface="Quattrocento Sans"/>
              <a:cs typeface="Quattrocento Sans"/>
              <a:sym typeface="Quattrocento Sans"/>
            </a:endParaRPr>
          </a:p>
        </p:txBody>
      </p:sp>
      <p:sp>
        <p:nvSpPr>
          <p:cNvPr id="635" name="Google Shape;635;p75"/>
          <p:cNvSpPr txBox="1">
            <a:spLocks noGrp="1"/>
          </p:cNvSpPr>
          <p:nvPr>
            <p:ph type="title"/>
          </p:nvPr>
        </p:nvSpPr>
        <p:spPr>
          <a:xfrm>
            <a:off x="588263" y="585788"/>
            <a:ext cx="3182027" cy="3118624"/>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Clr>
                <a:schemeClr val="accent3"/>
              </a:buClr>
              <a:buSzPts val="3600"/>
              <a:buFont typeface="Quattrocento Sans"/>
              <a:buNone/>
              <a:defRPr>
                <a:solidFill>
                  <a:schemeClr val="accent3"/>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6" name="Google Shape;636;p75"/>
          <p:cNvSpPr txBox="1"/>
          <p:nvPr/>
        </p:nvSpPr>
        <p:spPr>
          <a:xfrm>
            <a:off x="12355721" y="-203944"/>
            <a:ext cx="577081" cy="153888"/>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00">
                <a:solidFill>
                  <a:srgbClr val="A3A3A3"/>
                </a:solidFill>
                <a:latin typeface="Quattrocento Sans"/>
                <a:ea typeface="Quattrocento Sans"/>
                <a:cs typeface="Quattrocento Sans"/>
                <a:sym typeface="Quattrocento Sans"/>
              </a:rPr>
              <a:t>ELT layout</a:t>
            </a:r>
            <a:endParaRPr/>
          </a:p>
        </p:txBody>
      </p:sp>
      <p:sp>
        <p:nvSpPr>
          <p:cNvPr id="637" name="Google Shape;637;p75"/>
          <p:cNvSpPr txBox="1">
            <a:spLocks noGrp="1"/>
          </p:cNvSpPr>
          <p:nvPr>
            <p:ph type="body" idx="1"/>
          </p:nvPr>
        </p:nvSpPr>
        <p:spPr>
          <a:xfrm>
            <a:off x="4941888" y="1258018"/>
            <a:ext cx="2605087" cy="1323439"/>
          </a:xfrm>
          <a:prstGeom prst="rect">
            <a:avLst/>
          </a:prstGeom>
          <a:noFill/>
          <a:ln>
            <a:noFill/>
          </a:ln>
        </p:spPr>
        <p:txBody>
          <a:bodyPr spcFirstLastPara="1" wrap="square" lIns="0" tIns="0" rIns="0" bIns="0" anchor="t" anchorCtr="0">
            <a:spAutoFit/>
          </a:bodyPr>
          <a:lstStyle>
            <a:lvl1pPr marL="457200" lvl="0" indent="-228600" algn="l">
              <a:lnSpc>
                <a:spcPct val="100000"/>
              </a:lnSpc>
              <a:spcBef>
                <a:spcPts val="280"/>
              </a:spcBef>
              <a:spcAft>
                <a:spcPts val="0"/>
              </a:spcAft>
              <a:buClr>
                <a:schemeClr val="dk1"/>
              </a:buClr>
              <a:buSzPts val="1260"/>
              <a:buNone/>
              <a:defRPr sz="1400">
                <a:latin typeface="Quattrocento Sans"/>
                <a:ea typeface="Quattrocento Sans"/>
                <a:cs typeface="Quattrocento Sans"/>
                <a:sym typeface="Quattrocento Sans"/>
              </a:defRPr>
            </a:lvl1pPr>
            <a:lvl2pPr marL="914400" lvl="1" indent="-228600" algn="l">
              <a:lnSpc>
                <a:spcPct val="100000"/>
              </a:lnSpc>
              <a:spcBef>
                <a:spcPts val="240"/>
              </a:spcBef>
              <a:spcAft>
                <a:spcPts val="0"/>
              </a:spcAft>
              <a:buClr>
                <a:schemeClr val="accent6"/>
              </a:buClr>
              <a:buSzPts val="1080"/>
              <a:buNone/>
              <a:defRPr sz="1200">
                <a:solidFill>
                  <a:schemeClr val="accent6"/>
                </a:solidFill>
                <a:latin typeface="Quattrocento Sans"/>
                <a:ea typeface="Quattrocento Sans"/>
                <a:cs typeface="Quattrocento Sans"/>
                <a:sym typeface="Quattrocento Sans"/>
              </a:defRPr>
            </a:lvl2pPr>
            <a:lvl3pPr marL="1371600" lvl="2" indent="-228600" algn="l">
              <a:lnSpc>
                <a:spcPct val="100000"/>
              </a:lnSpc>
              <a:spcBef>
                <a:spcPts val="240"/>
              </a:spcBef>
              <a:spcAft>
                <a:spcPts val="0"/>
              </a:spcAft>
              <a:buClr>
                <a:schemeClr val="dk1"/>
              </a:buClr>
              <a:buSzPts val="1080"/>
              <a:buNone/>
              <a:defRPr sz="1200">
                <a:latin typeface="Quattrocento Sans"/>
                <a:ea typeface="Quattrocento Sans"/>
                <a:cs typeface="Quattrocento Sans"/>
                <a:sym typeface="Quattrocento Sans"/>
              </a:defRPr>
            </a:lvl3pPr>
            <a:lvl4pPr marL="1828800" lvl="3" indent="-228600" algn="l">
              <a:lnSpc>
                <a:spcPct val="100000"/>
              </a:lnSpc>
              <a:spcBef>
                <a:spcPts val="240"/>
              </a:spcBef>
              <a:spcAft>
                <a:spcPts val="0"/>
              </a:spcAft>
              <a:buClr>
                <a:schemeClr val="dk1"/>
              </a:buClr>
              <a:buSzPts val="1080"/>
              <a:buNone/>
              <a:defRPr sz="1200">
                <a:latin typeface="Quattrocento Sans"/>
                <a:ea typeface="Quattrocento Sans"/>
                <a:cs typeface="Quattrocento Sans"/>
                <a:sym typeface="Quattrocento Sans"/>
              </a:defRPr>
            </a:lvl4pPr>
            <a:lvl5pPr marL="2286000" lvl="4" indent="-228600" algn="l">
              <a:lnSpc>
                <a:spcPct val="100000"/>
              </a:lnSpc>
              <a:spcBef>
                <a:spcPts val="240"/>
              </a:spcBef>
              <a:spcAft>
                <a:spcPts val="0"/>
              </a:spcAft>
              <a:buClr>
                <a:schemeClr val="dk1"/>
              </a:buClr>
              <a:buSzPts val="1080"/>
              <a:buNone/>
              <a:defRPr sz="1200">
                <a:latin typeface="Quattrocento Sans"/>
                <a:ea typeface="Quattrocento Sans"/>
                <a:cs typeface="Quattrocento Sans"/>
                <a:sym typeface="Quattrocento Sans"/>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638" name="Google Shape;638;p75"/>
          <p:cNvSpPr txBox="1">
            <a:spLocks noGrp="1"/>
          </p:cNvSpPr>
          <p:nvPr>
            <p:ph type="body" idx="2"/>
          </p:nvPr>
        </p:nvSpPr>
        <p:spPr>
          <a:xfrm>
            <a:off x="8688288" y="1258018"/>
            <a:ext cx="2605087" cy="1323439"/>
          </a:xfrm>
          <a:prstGeom prst="rect">
            <a:avLst/>
          </a:prstGeom>
          <a:noFill/>
          <a:ln>
            <a:noFill/>
          </a:ln>
        </p:spPr>
        <p:txBody>
          <a:bodyPr spcFirstLastPara="1" wrap="square" lIns="0" tIns="0" rIns="0" bIns="0" anchor="t" anchorCtr="0">
            <a:spAutoFit/>
          </a:bodyPr>
          <a:lstStyle>
            <a:lvl1pPr marL="457200" lvl="0" indent="-228600" algn="l">
              <a:lnSpc>
                <a:spcPct val="100000"/>
              </a:lnSpc>
              <a:spcBef>
                <a:spcPts val="280"/>
              </a:spcBef>
              <a:spcAft>
                <a:spcPts val="0"/>
              </a:spcAft>
              <a:buClr>
                <a:schemeClr val="dk1"/>
              </a:buClr>
              <a:buSzPts val="1260"/>
              <a:buNone/>
              <a:defRPr sz="1400">
                <a:latin typeface="Quattrocento Sans"/>
                <a:ea typeface="Quattrocento Sans"/>
                <a:cs typeface="Quattrocento Sans"/>
                <a:sym typeface="Quattrocento Sans"/>
              </a:defRPr>
            </a:lvl1pPr>
            <a:lvl2pPr marL="914400" lvl="1" indent="-228600" algn="l">
              <a:lnSpc>
                <a:spcPct val="100000"/>
              </a:lnSpc>
              <a:spcBef>
                <a:spcPts val="240"/>
              </a:spcBef>
              <a:spcAft>
                <a:spcPts val="0"/>
              </a:spcAft>
              <a:buClr>
                <a:schemeClr val="accent6"/>
              </a:buClr>
              <a:buSzPts val="1080"/>
              <a:buNone/>
              <a:defRPr sz="1200">
                <a:solidFill>
                  <a:schemeClr val="accent6"/>
                </a:solidFill>
                <a:latin typeface="Quattrocento Sans"/>
                <a:ea typeface="Quattrocento Sans"/>
                <a:cs typeface="Quattrocento Sans"/>
                <a:sym typeface="Quattrocento Sans"/>
              </a:defRPr>
            </a:lvl2pPr>
            <a:lvl3pPr marL="1371600" lvl="2" indent="-228600" algn="l">
              <a:lnSpc>
                <a:spcPct val="100000"/>
              </a:lnSpc>
              <a:spcBef>
                <a:spcPts val="240"/>
              </a:spcBef>
              <a:spcAft>
                <a:spcPts val="0"/>
              </a:spcAft>
              <a:buClr>
                <a:schemeClr val="dk1"/>
              </a:buClr>
              <a:buSzPts val="1080"/>
              <a:buNone/>
              <a:defRPr sz="1200">
                <a:latin typeface="Quattrocento Sans"/>
                <a:ea typeface="Quattrocento Sans"/>
                <a:cs typeface="Quattrocento Sans"/>
                <a:sym typeface="Quattrocento Sans"/>
              </a:defRPr>
            </a:lvl3pPr>
            <a:lvl4pPr marL="1828800" lvl="3" indent="-228600" algn="l">
              <a:lnSpc>
                <a:spcPct val="100000"/>
              </a:lnSpc>
              <a:spcBef>
                <a:spcPts val="240"/>
              </a:spcBef>
              <a:spcAft>
                <a:spcPts val="0"/>
              </a:spcAft>
              <a:buClr>
                <a:schemeClr val="dk1"/>
              </a:buClr>
              <a:buSzPts val="1080"/>
              <a:buNone/>
              <a:defRPr sz="1200">
                <a:latin typeface="Quattrocento Sans"/>
                <a:ea typeface="Quattrocento Sans"/>
                <a:cs typeface="Quattrocento Sans"/>
                <a:sym typeface="Quattrocento Sans"/>
              </a:defRPr>
            </a:lvl4pPr>
            <a:lvl5pPr marL="2286000" lvl="4" indent="-228600" algn="l">
              <a:lnSpc>
                <a:spcPct val="100000"/>
              </a:lnSpc>
              <a:spcBef>
                <a:spcPts val="240"/>
              </a:spcBef>
              <a:spcAft>
                <a:spcPts val="0"/>
              </a:spcAft>
              <a:buClr>
                <a:schemeClr val="dk1"/>
              </a:buClr>
              <a:buSzPts val="1080"/>
              <a:buNone/>
              <a:defRPr sz="1200">
                <a:latin typeface="Quattrocento Sans"/>
                <a:ea typeface="Quattrocento Sans"/>
                <a:cs typeface="Quattrocento Sans"/>
                <a:sym typeface="Quattrocento Sans"/>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639" name="Google Shape;639;p75"/>
          <p:cNvSpPr txBox="1">
            <a:spLocks noGrp="1"/>
          </p:cNvSpPr>
          <p:nvPr>
            <p:ph type="body" idx="3"/>
          </p:nvPr>
        </p:nvSpPr>
        <p:spPr>
          <a:xfrm>
            <a:off x="4941988" y="2960688"/>
            <a:ext cx="2605087" cy="1323439"/>
          </a:xfrm>
          <a:prstGeom prst="rect">
            <a:avLst/>
          </a:prstGeom>
          <a:noFill/>
          <a:ln>
            <a:noFill/>
          </a:ln>
        </p:spPr>
        <p:txBody>
          <a:bodyPr spcFirstLastPara="1" wrap="square" lIns="0" tIns="0" rIns="0" bIns="0" anchor="t" anchorCtr="0">
            <a:spAutoFit/>
          </a:bodyPr>
          <a:lstStyle>
            <a:lvl1pPr marL="457200" lvl="0" indent="-228600" algn="l">
              <a:lnSpc>
                <a:spcPct val="100000"/>
              </a:lnSpc>
              <a:spcBef>
                <a:spcPts val="280"/>
              </a:spcBef>
              <a:spcAft>
                <a:spcPts val="0"/>
              </a:spcAft>
              <a:buClr>
                <a:schemeClr val="dk1"/>
              </a:buClr>
              <a:buSzPts val="1260"/>
              <a:buNone/>
              <a:defRPr sz="1400">
                <a:latin typeface="Quattrocento Sans"/>
                <a:ea typeface="Quattrocento Sans"/>
                <a:cs typeface="Quattrocento Sans"/>
                <a:sym typeface="Quattrocento Sans"/>
              </a:defRPr>
            </a:lvl1pPr>
            <a:lvl2pPr marL="914400" lvl="1" indent="-228600" algn="l">
              <a:lnSpc>
                <a:spcPct val="100000"/>
              </a:lnSpc>
              <a:spcBef>
                <a:spcPts val="240"/>
              </a:spcBef>
              <a:spcAft>
                <a:spcPts val="0"/>
              </a:spcAft>
              <a:buClr>
                <a:schemeClr val="accent6"/>
              </a:buClr>
              <a:buSzPts val="1080"/>
              <a:buNone/>
              <a:defRPr sz="1200">
                <a:solidFill>
                  <a:schemeClr val="accent6"/>
                </a:solidFill>
                <a:latin typeface="Quattrocento Sans"/>
                <a:ea typeface="Quattrocento Sans"/>
                <a:cs typeface="Quattrocento Sans"/>
                <a:sym typeface="Quattrocento Sans"/>
              </a:defRPr>
            </a:lvl2pPr>
            <a:lvl3pPr marL="1371600" lvl="2" indent="-228600" algn="l">
              <a:lnSpc>
                <a:spcPct val="100000"/>
              </a:lnSpc>
              <a:spcBef>
                <a:spcPts val="240"/>
              </a:spcBef>
              <a:spcAft>
                <a:spcPts val="0"/>
              </a:spcAft>
              <a:buClr>
                <a:schemeClr val="dk1"/>
              </a:buClr>
              <a:buSzPts val="1080"/>
              <a:buNone/>
              <a:defRPr sz="1200">
                <a:latin typeface="Quattrocento Sans"/>
                <a:ea typeface="Quattrocento Sans"/>
                <a:cs typeface="Quattrocento Sans"/>
                <a:sym typeface="Quattrocento Sans"/>
              </a:defRPr>
            </a:lvl3pPr>
            <a:lvl4pPr marL="1828800" lvl="3" indent="-228600" algn="l">
              <a:lnSpc>
                <a:spcPct val="100000"/>
              </a:lnSpc>
              <a:spcBef>
                <a:spcPts val="240"/>
              </a:spcBef>
              <a:spcAft>
                <a:spcPts val="0"/>
              </a:spcAft>
              <a:buClr>
                <a:schemeClr val="dk1"/>
              </a:buClr>
              <a:buSzPts val="1080"/>
              <a:buNone/>
              <a:defRPr sz="1200">
                <a:latin typeface="Quattrocento Sans"/>
                <a:ea typeface="Quattrocento Sans"/>
                <a:cs typeface="Quattrocento Sans"/>
                <a:sym typeface="Quattrocento Sans"/>
              </a:defRPr>
            </a:lvl4pPr>
            <a:lvl5pPr marL="2286000" lvl="4" indent="-228600" algn="l">
              <a:lnSpc>
                <a:spcPct val="100000"/>
              </a:lnSpc>
              <a:spcBef>
                <a:spcPts val="240"/>
              </a:spcBef>
              <a:spcAft>
                <a:spcPts val="0"/>
              </a:spcAft>
              <a:buClr>
                <a:schemeClr val="dk1"/>
              </a:buClr>
              <a:buSzPts val="1080"/>
              <a:buNone/>
              <a:defRPr sz="1200">
                <a:latin typeface="Quattrocento Sans"/>
                <a:ea typeface="Quattrocento Sans"/>
                <a:cs typeface="Quattrocento Sans"/>
                <a:sym typeface="Quattrocento Sans"/>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640" name="Google Shape;640;p75"/>
          <p:cNvSpPr txBox="1">
            <a:spLocks noGrp="1"/>
          </p:cNvSpPr>
          <p:nvPr>
            <p:ph type="body" idx="4"/>
          </p:nvPr>
        </p:nvSpPr>
        <p:spPr>
          <a:xfrm>
            <a:off x="8688388" y="2960688"/>
            <a:ext cx="2605087" cy="1323439"/>
          </a:xfrm>
          <a:prstGeom prst="rect">
            <a:avLst/>
          </a:prstGeom>
          <a:noFill/>
          <a:ln>
            <a:noFill/>
          </a:ln>
        </p:spPr>
        <p:txBody>
          <a:bodyPr spcFirstLastPara="1" wrap="square" lIns="0" tIns="0" rIns="0" bIns="0" anchor="t" anchorCtr="0">
            <a:spAutoFit/>
          </a:bodyPr>
          <a:lstStyle>
            <a:lvl1pPr marL="457200" lvl="0" indent="-228600" algn="l">
              <a:lnSpc>
                <a:spcPct val="100000"/>
              </a:lnSpc>
              <a:spcBef>
                <a:spcPts val="280"/>
              </a:spcBef>
              <a:spcAft>
                <a:spcPts val="0"/>
              </a:spcAft>
              <a:buClr>
                <a:schemeClr val="dk1"/>
              </a:buClr>
              <a:buSzPts val="1260"/>
              <a:buNone/>
              <a:defRPr sz="1400">
                <a:latin typeface="Quattrocento Sans"/>
                <a:ea typeface="Quattrocento Sans"/>
                <a:cs typeface="Quattrocento Sans"/>
                <a:sym typeface="Quattrocento Sans"/>
              </a:defRPr>
            </a:lvl1pPr>
            <a:lvl2pPr marL="914400" lvl="1" indent="-228600" algn="l">
              <a:lnSpc>
                <a:spcPct val="100000"/>
              </a:lnSpc>
              <a:spcBef>
                <a:spcPts val="240"/>
              </a:spcBef>
              <a:spcAft>
                <a:spcPts val="0"/>
              </a:spcAft>
              <a:buClr>
                <a:schemeClr val="accent6"/>
              </a:buClr>
              <a:buSzPts val="1080"/>
              <a:buNone/>
              <a:defRPr sz="1200">
                <a:solidFill>
                  <a:schemeClr val="accent6"/>
                </a:solidFill>
                <a:latin typeface="Quattrocento Sans"/>
                <a:ea typeface="Quattrocento Sans"/>
                <a:cs typeface="Quattrocento Sans"/>
                <a:sym typeface="Quattrocento Sans"/>
              </a:defRPr>
            </a:lvl2pPr>
            <a:lvl3pPr marL="1371600" lvl="2" indent="-228600" algn="l">
              <a:lnSpc>
                <a:spcPct val="100000"/>
              </a:lnSpc>
              <a:spcBef>
                <a:spcPts val="240"/>
              </a:spcBef>
              <a:spcAft>
                <a:spcPts val="0"/>
              </a:spcAft>
              <a:buClr>
                <a:schemeClr val="dk1"/>
              </a:buClr>
              <a:buSzPts val="1080"/>
              <a:buNone/>
              <a:defRPr sz="1200">
                <a:latin typeface="Quattrocento Sans"/>
                <a:ea typeface="Quattrocento Sans"/>
                <a:cs typeface="Quattrocento Sans"/>
                <a:sym typeface="Quattrocento Sans"/>
              </a:defRPr>
            </a:lvl3pPr>
            <a:lvl4pPr marL="1828800" lvl="3" indent="-228600" algn="l">
              <a:lnSpc>
                <a:spcPct val="100000"/>
              </a:lnSpc>
              <a:spcBef>
                <a:spcPts val="240"/>
              </a:spcBef>
              <a:spcAft>
                <a:spcPts val="0"/>
              </a:spcAft>
              <a:buClr>
                <a:schemeClr val="dk1"/>
              </a:buClr>
              <a:buSzPts val="1080"/>
              <a:buNone/>
              <a:defRPr sz="1200">
                <a:latin typeface="Quattrocento Sans"/>
                <a:ea typeface="Quattrocento Sans"/>
                <a:cs typeface="Quattrocento Sans"/>
                <a:sym typeface="Quattrocento Sans"/>
              </a:defRPr>
            </a:lvl4pPr>
            <a:lvl5pPr marL="2286000" lvl="4" indent="-228600" algn="l">
              <a:lnSpc>
                <a:spcPct val="100000"/>
              </a:lnSpc>
              <a:spcBef>
                <a:spcPts val="240"/>
              </a:spcBef>
              <a:spcAft>
                <a:spcPts val="0"/>
              </a:spcAft>
              <a:buClr>
                <a:schemeClr val="dk1"/>
              </a:buClr>
              <a:buSzPts val="1080"/>
              <a:buNone/>
              <a:defRPr sz="1200">
                <a:latin typeface="Quattrocento Sans"/>
                <a:ea typeface="Quattrocento Sans"/>
                <a:cs typeface="Quattrocento Sans"/>
                <a:sym typeface="Quattrocento Sans"/>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641" name="Google Shape;641;p75"/>
          <p:cNvSpPr txBox="1">
            <a:spLocks noGrp="1"/>
          </p:cNvSpPr>
          <p:nvPr>
            <p:ph type="body" idx="5"/>
          </p:nvPr>
        </p:nvSpPr>
        <p:spPr>
          <a:xfrm>
            <a:off x="4941988" y="4545013"/>
            <a:ext cx="2605087" cy="1323439"/>
          </a:xfrm>
          <a:prstGeom prst="rect">
            <a:avLst/>
          </a:prstGeom>
          <a:noFill/>
          <a:ln>
            <a:noFill/>
          </a:ln>
        </p:spPr>
        <p:txBody>
          <a:bodyPr spcFirstLastPara="1" wrap="square" lIns="0" tIns="0" rIns="0" bIns="0" anchor="t" anchorCtr="0">
            <a:spAutoFit/>
          </a:bodyPr>
          <a:lstStyle>
            <a:lvl1pPr marL="457200" lvl="0" indent="-228600" algn="l">
              <a:lnSpc>
                <a:spcPct val="100000"/>
              </a:lnSpc>
              <a:spcBef>
                <a:spcPts val="280"/>
              </a:spcBef>
              <a:spcAft>
                <a:spcPts val="0"/>
              </a:spcAft>
              <a:buClr>
                <a:schemeClr val="dk1"/>
              </a:buClr>
              <a:buSzPts val="1260"/>
              <a:buNone/>
              <a:defRPr sz="1400">
                <a:latin typeface="Quattrocento Sans"/>
                <a:ea typeface="Quattrocento Sans"/>
                <a:cs typeface="Quattrocento Sans"/>
                <a:sym typeface="Quattrocento Sans"/>
              </a:defRPr>
            </a:lvl1pPr>
            <a:lvl2pPr marL="914400" lvl="1" indent="-228600" algn="l">
              <a:lnSpc>
                <a:spcPct val="100000"/>
              </a:lnSpc>
              <a:spcBef>
                <a:spcPts val="240"/>
              </a:spcBef>
              <a:spcAft>
                <a:spcPts val="0"/>
              </a:spcAft>
              <a:buClr>
                <a:schemeClr val="accent6"/>
              </a:buClr>
              <a:buSzPts val="1080"/>
              <a:buNone/>
              <a:defRPr sz="1200">
                <a:solidFill>
                  <a:schemeClr val="accent6"/>
                </a:solidFill>
                <a:latin typeface="Quattrocento Sans"/>
                <a:ea typeface="Quattrocento Sans"/>
                <a:cs typeface="Quattrocento Sans"/>
                <a:sym typeface="Quattrocento Sans"/>
              </a:defRPr>
            </a:lvl2pPr>
            <a:lvl3pPr marL="1371600" lvl="2" indent="-228600" algn="l">
              <a:lnSpc>
                <a:spcPct val="100000"/>
              </a:lnSpc>
              <a:spcBef>
                <a:spcPts val="240"/>
              </a:spcBef>
              <a:spcAft>
                <a:spcPts val="0"/>
              </a:spcAft>
              <a:buClr>
                <a:schemeClr val="dk1"/>
              </a:buClr>
              <a:buSzPts val="1080"/>
              <a:buNone/>
              <a:defRPr sz="1200">
                <a:latin typeface="Quattrocento Sans"/>
                <a:ea typeface="Quattrocento Sans"/>
                <a:cs typeface="Quattrocento Sans"/>
                <a:sym typeface="Quattrocento Sans"/>
              </a:defRPr>
            </a:lvl3pPr>
            <a:lvl4pPr marL="1828800" lvl="3" indent="-228600" algn="l">
              <a:lnSpc>
                <a:spcPct val="100000"/>
              </a:lnSpc>
              <a:spcBef>
                <a:spcPts val="240"/>
              </a:spcBef>
              <a:spcAft>
                <a:spcPts val="0"/>
              </a:spcAft>
              <a:buClr>
                <a:schemeClr val="dk1"/>
              </a:buClr>
              <a:buSzPts val="1080"/>
              <a:buNone/>
              <a:defRPr sz="1200">
                <a:latin typeface="Quattrocento Sans"/>
                <a:ea typeface="Quattrocento Sans"/>
                <a:cs typeface="Quattrocento Sans"/>
                <a:sym typeface="Quattrocento Sans"/>
              </a:defRPr>
            </a:lvl4pPr>
            <a:lvl5pPr marL="2286000" lvl="4" indent="-228600" algn="l">
              <a:lnSpc>
                <a:spcPct val="100000"/>
              </a:lnSpc>
              <a:spcBef>
                <a:spcPts val="240"/>
              </a:spcBef>
              <a:spcAft>
                <a:spcPts val="0"/>
              </a:spcAft>
              <a:buClr>
                <a:schemeClr val="dk1"/>
              </a:buClr>
              <a:buSzPts val="1080"/>
              <a:buNone/>
              <a:defRPr sz="1200">
                <a:latin typeface="Quattrocento Sans"/>
                <a:ea typeface="Quattrocento Sans"/>
                <a:cs typeface="Quattrocento Sans"/>
                <a:sym typeface="Quattrocento Sans"/>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642" name="Google Shape;642;p75"/>
          <p:cNvSpPr txBox="1">
            <a:spLocks noGrp="1"/>
          </p:cNvSpPr>
          <p:nvPr>
            <p:ph type="body" idx="6"/>
          </p:nvPr>
        </p:nvSpPr>
        <p:spPr>
          <a:xfrm>
            <a:off x="8688388" y="4545013"/>
            <a:ext cx="2605087" cy="1323439"/>
          </a:xfrm>
          <a:prstGeom prst="rect">
            <a:avLst/>
          </a:prstGeom>
          <a:noFill/>
          <a:ln>
            <a:noFill/>
          </a:ln>
        </p:spPr>
        <p:txBody>
          <a:bodyPr spcFirstLastPara="1" wrap="square" lIns="0" tIns="0" rIns="0" bIns="0" anchor="t" anchorCtr="0">
            <a:spAutoFit/>
          </a:bodyPr>
          <a:lstStyle>
            <a:lvl1pPr marL="457200" lvl="0" indent="-228600" algn="l">
              <a:lnSpc>
                <a:spcPct val="100000"/>
              </a:lnSpc>
              <a:spcBef>
                <a:spcPts val="280"/>
              </a:spcBef>
              <a:spcAft>
                <a:spcPts val="0"/>
              </a:spcAft>
              <a:buClr>
                <a:schemeClr val="dk1"/>
              </a:buClr>
              <a:buSzPts val="1260"/>
              <a:buNone/>
              <a:defRPr sz="1400">
                <a:latin typeface="Quattrocento Sans"/>
                <a:ea typeface="Quattrocento Sans"/>
                <a:cs typeface="Quattrocento Sans"/>
                <a:sym typeface="Quattrocento Sans"/>
              </a:defRPr>
            </a:lvl1pPr>
            <a:lvl2pPr marL="914400" lvl="1" indent="-228600" algn="l">
              <a:lnSpc>
                <a:spcPct val="100000"/>
              </a:lnSpc>
              <a:spcBef>
                <a:spcPts val="240"/>
              </a:spcBef>
              <a:spcAft>
                <a:spcPts val="0"/>
              </a:spcAft>
              <a:buClr>
                <a:schemeClr val="accent6"/>
              </a:buClr>
              <a:buSzPts val="1080"/>
              <a:buNone/>
              <a:defRPr sz="1200">
                <a:solidFill>
                  <a:schemeClr val="accent6"/>
                </a:solidFill>
                <a:latin typeface="Quattrocento Sans"/>
                <a:ea typeface="Quattrocento Sans"/>
                <a:cs typeface="Quattrocento Sans"/>
                <a:sym typeface="Quattrocento Sans"/>
              </a:defRPr>
            </a:lvl2pPr>
            <a:lvl3pPr marL="1371600" lvl="2" indent="-228600" algn="l">
              <a:lnSpc>
                <a:spcPct val="100000"/>
              </a:lnSpc>
              <a:spcBef>
                <a:spcPts val="240"/>
              </a:spcBef>
              <a:spcAft>
                <a:spcPts val="0"/>
              </a:spcAft>
              <a:buClr>
                <a:schemeClr val="dk1"/>
              </a:buClr>
              <a:buSzPts val="1080"/>
              <a:buNone/>
              <a:defRPr sz="1200">
                <a:latin typeface="Quattrocento Sans"/>
                <a:ea typeface="Quattrocento Sans"/>
                <a:cs typeface="Quattrocento Sans"/>
                <a:sym typeface="Quattrocento Sans"/>
              </a:defRPr>
            </a:lvl3pPr>
            <a:lvl4pPr marL="1828800" lvl="3" indent="-228600" algn="l">
              <a:lnSpc>
                <a:spcPct val="100000"/>
              </a:lnSpc>
              <a:spcBef>
                <a:spcPts val="240"/>
              </a:spcBef>
              <a:spcAft>
                <a:spcPts val="0"/>
              </a:spcAft>
              <a:buClr>
                <a:schemeClr val="dk1"/>
              </a:buClr>
              <a:buSzPts val="1080"/>
              <a:buNone/>
              <a:defRPr sz="1200">
                <a:latin typeface="Quattrocento Sans"/>
                <a:ea typeface="Quattrocento Sans"/>
                <a:cs typeface="Quattrocento Sans"/>
                <a:sym typeface="Quattrocento Sans"/>
              </a:defRPr>
            </a:lvl4pPr>
            <a:lvl5pPr marL="2286000" lvl="4" indent="-228600" algn="l">
              <a:lnSpc>
                <a:spcPct val="100000"/>
              </a:lnSpc>
              <a:spcBef>
                <a:spcPts val="240"/>
              </a:spcBef>
              <a:spcAft>
                <a:spcPts val="0"/>
              </a:spcAft>
              <a:buClr>
                <a:schemeClr val="dk1"/>
              </a:buClr>
              <a:buSzPts val="1080"/>
              <a:buNone/>
              <a:defRPr sz="1200">
                <a:latin typeface="Quattrocento Sans"/>
                <a:ea typeface="Quattrocento Sans"/>
                <a:cs typeface="Quattrocento Sans"/>
                <a:sym typeface="Quattrocento Sans"/>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Tree>
  </p:cSld>
  <p:clrMapOvr>
    <a:masterClrMapping/>
  </p:clrMapOvr>
  <p:transition>
    <p:fade/>
  </p:transition>
  <p:extLst>
    <p:ext uri="{DCECCB84-F9BA-43D5-87BE-67443E8EF086}">
      <p15:sldGuideLst xmlns:p15="http://schemas.microsoft.com/office/powerpoint/2012/main">
        <p15:guide id="1" pos="2744">
          <p15:clr>
            <a:srgbClr val="5ACBF0"/>
          </p15:clr>
        </p15:guide>
        <p15:guide id="2" pos="2376">
          <p15:clr>
            <a:srgbClr val="5ACBF0"/>
          </p15:clr>
        </p15:guide>
        <p15:guide id="3" pos="3113">
          <p15:clr>
            <a:srgbClr val="5ACBF0"/>
          </p15:clr>
        </p15:guide>
        <p15:guide id="4" pos="5473">
          <p15:clr>
            <a:srgbClr val="FBAE40"/>
          </p15:clr>
        </p15:guide>
      </p15:sldGuideLst>
    </p:ext>
  </p:extLst>
</p:sldLayout>
</file>

<file path=ppt/slideLayouts/slideLayout75.xml><?xml version="1.0" encoding="utf-8"?>
<p:sldLayout xmlns:a="http://schemas.openxmlformats.org/drawingml/2006/main" xmlns:r="http://schemas.openxmlformats.org/officeDocument/2006/relationships" xmlns:p="http://schemas.openxmlformats.org/presentationml/2006/main" matchingName="Title and text side by side multi column 2">
  <p:cSld name="Title and text side by side multi column 2">
    <p:spTree>
      <p:nvGrpSpPr>
        <p:cNvPr id="1" name="Shape 643"/>
        <p:cNvGrpSpPr/>
        <p:nvPr/>
      </p:nvGrpSpPr>
      <p:grpSpPr>
        <a:xfrm>
          <a:off x="0" y="0"/>
          <a:ext cx="0" cy="0"/>
          <a:chOff x="0" y="0"/>
          <a:chExt cx="0" cy="0"/>
        </a:xfrm>
      </p:grpSpPr>
      <p:sp>
        <p:nvSpPr>
          <p:cNvPr id="644" name="Google Shape;644;p76"/>
          <p:cNvSpPr/>
          <p:nvPr/>
        </p:nvSpPr>
        <p:spPr>
          <a:xfrm>
            <a:off x="0" y="0"/>
            <a:ext cx="4356100" cy="6858000"/>
          </a:xfrm>
          <a:prstGeom prst="rect">
            <a:avLst/>
          </a:prstGeom>
          <a:solidFill>
            <a:schemeClr val="dk2"/>
          </a:solidFill>
          <a:ln>
            <a:noFill/>
          </a:ln>
        </p:spPr>
        <p:txBody>
          <a:bodyPr spcFirstLastPara="1" wrap="square" lIns="182875" tIns="146300" rIns="182875" bIns="146300" anchor="t" anchorCtr="0">
            <a:noAutofit/>
          </a:bodyPr>
          <a:lstStyle/>
          <a:p>
            <a:pPr marL="0" marR="0" lvl="0" indent="0" algn="l" rtl="0">
              <a:spcBef>
                <a:spcPts val="0"/>
              </a:spcBef>
              <a:spcAft>
                <a:spcPts val="0"/>
              </a:spcAft>
              <a:buNone/>
            </a:pPr>
            <a:endParaRPr sz="2000">
              <a:solidFill>
                <a:srgbClr val="FFFFFF"/>
              </a:solidFill>
              <a:latin typeface="Quattrocento Sans"/>
              <a:ea typeface="Quattrocento Sans"/>
              <a:cs typeface="Quattrocento Sans"/>
              <a:sym typeface="Quattrocento Sans"/>
            </a:endParaRPr>
          </a:p>
        </p:txBody>
      </p:sp>
      <p:sp>
        <p:nvSpPr>
          <p:cNvPr id="645" name="Google Shape;645;p76"/>
          <p:cNvSpPr txBox="1">
            <a:spLocks noGrp="1"/>
          </p:cNvSpPr>
          <p:nvPr>
            <p:ph type="title"/>
          </p:nvPr>
        </p:nvSpPr>
        <p:spPr>
          <a:xfrm>
            <a:off x="588263" y="585788"/>
            <a:ext cx="3182027" cy="3118624"/>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Clr>
                <a:schemeClr val="accent3"/>
              </a:buClr>
              <a:buSzPts val="3600"/>
              <a:buFont typeface="Quattrocento Sans"/>
              <a:buNone/>
              <a:defRPr>
                <a:solidFill>
                  <a:schemeClr val="accent3"/>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46" name="Google Shape;646;p76"/>
          <p:cNvSpPr txBox="1"/>
          <p:nvPr/>
        </p:nvSpPr>
        <p:spPr>
          <a:xfrm>
            <a:off x="12355721" y="-203944"/>
            <a:ext cx="577081" cy="153888"/>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00">
                <a:solidFill>
                  <a:srgbClr val="A3A3A3"/>
                </a:solidFill>
                <a:latin typeface="Quattrocento Sans"/>
                <a:ea typeface="Quattrocento Sans"/>
                <a:cs typeface="Quattrocento Sans"/>
                <a:sym typeface="Quattrocento Sans"/>
              </a:rPr>
              <a:t>ELT layout</a:t>
            </a:r>
            <a:endParaRPr/>
          </a:p>
        </p:txBody>
      </p:sp>
      <p:sp>
        <p:nvSpPr>
          <p:cNvPr id="647" name="Google Shape;647;p76"/>
          <p:cNvSpPr txBox="1">
            <a:spLocks noGrp="1"/>
          </p:cNvSpPr>
          <p:nvPr>
            <p:ph type="body" idx="1"/>
          </p:nvPr>
        </p:nvSpPr>
        <p:spPr>
          <a:xfrm>
            <a:off x="8688289" y="718472"/>
            <a:ext cx="2921100" cy="549890"/>
          </a:xfrm>
          <a:prstGeom prst="rect">
            <a:avLst/>
          </a:prstGeom>
          <a:noFill/>
          <a:ln>
            <a:noFill/>
          </a:ln>
        </p:spPr>
        <p:txBody>
          <a:bodyPr spcFirstLastPara="1" wrap="square" lIns="0" tIns="0" rIns="0" bIns="0" anchor="t" anchorCtr="0">
            <a:spAutoFit/>
          </a:bodyPr>
          <a:lstStyle>
            <a:lvl1pPr marL="457200" lvl="0" indent="-228600" algn="l">
              <a:lnSpc>
                <a:spcPct val="100000"/>
              </a:lnSpc>
              <a:spcBef>
                <a:spcPts val="480"/>
              </a:spcBef>
              <a:spcAft>
                <a:spcPts val="0"/>
              </a:spcAft>
              <a:buClr>
                <a:schemeClr val="dk1"/>
              </a:buClr>
              <a:buSzPts val="2160"/>
              <a:buNone/>
              <a:defRPr sz="2400">
                <a:latin typeface="Quattrocento Sans"/>
                <a:ea typeface="Quattrocento Sans"/>
                <a:cs typeface="Quattrocento Sans"/>
                <a:sym typeface="Quattrocento Sans"/>
              </a:defRPr>
            </a:lvl1pPr>
            <a:lvl2pPr marL="914400" lvl="1" indent="-228600" algn="l">
              <a:lnSpc>
                <a:spcPct val="100000"/>
              </a:lnSpc>
              <a:spcBef>
                <a:spcPts val="400"/>
              </a:spcBef>
              <a:spcAft>
                <a:spcPts val="0"/>
              </a:spcAft>
              <a:buClr>
                <a:schemeClr val="dk1"/>
              </a:buClr>
              <a:buSzPts val="1800"/>
              <a:buNone/>
              <a:defRPr/>
            </a:lvl2pPr>
            <a:lvl3pPr marL="1371600" lvl="2" indent="-228600" algn="l">
              <a:lnSpc>
                <a:spcPct val="100000"/>
              </a:lnSpc>
              <a:spcBef>
                <a:spcPts val="320"/>
              </a:spcBef>
              <a:spcAft>
                <a:spcPts val="0"/>
              </a:spcAft>
              <a:buClr>
                <a:schemeClr val="dk1"/>
              </a:buClr>
              <a:buSzPts val="1440"/>
              <a:buNone/>
              <a:defRPr/>
            </a:lvl3pPr>
            <a:lvl4pPr marL="1828800" lvl="3" indent="-228600" algn="l">
              <a:lnSpc>
                <a:spcPct val="100000"/>
              </a:lnSpc>
              <a:spcBef>
                <a:spcPts val="280"/>
              </a:spcBef>
              <a:spcAft>
                <a:spcPts val="0"/>
              </a:spcAft>
              <a:buClr>
                <a:schemeClr val="dk1"/>
              </a:buClr>
              <a:buSzPts val="1260"/>
              <a:buNone/>
              <a:defRPr/>
            </a:lvl4pPr>
            <a:lvl5pPr marL="2286000" lvl="4" indent="-228600" algn="l">
              <a:lnSpc>
                <a:spcPct val="100000"/>
              </a:lnSpc>
              <a:spcBef>
                <a:spcPts val="280"/>
              </a:spcBef>
              <a:spcAft>
                <a:spcPts val="0"/>
              </a:spcAft>
              <a:buClr>
                <a:schemeClr val="dk1"/>
              </a:buClr>
              <a:buSzPts val="1260"/>
              <a:buNone/>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648" name="Google Shape;648;p76"/>
          <p:cNvSpPr txBox="1">
            <a:spLocks noGrp="1"/>
          </p:cNvSpPr>
          <p:nvPr>
            <p:ph type="body" idx="2"/>
          </p:nvPr>
        </p:nvSpPr>
        <p:spPr>
          <a:xfrm>
            <a:off x="8688288" y="1346405"/>
            <a:ext cx="2921101" cy="473976"/>
          </a:xfrm>
          <a:prstGeom prst="rect">
            <a:avLst/>
          </a:prstGeom>
          <a:noFill/>
          <a:ln>
            <a:noFill/>
          </a:ln>
        </p:spPr>
        <p:txBody>
          <a:bodyPr spcFirstLastPara="1" wrap="square" lIns="0" tIns="0" rIns="0" bIns="0" anchor="t" anchorCtr="0">
            <a:spAutoFit/>
          </a:bodyPr>
          <a:lstStyle>
            <a:lvl1pPr marL="457200" lvl="0" indent="-308610" algn="l">
              <a:lnSpc>
                <a:spcPct val="100000"/>
              </a:lnSpc>
              <a:spcBef>
                <a:spcPts val="280"/>
              </a:spcBef>
              <a:spcAft>
                <a:spcPts val="0"/>
              </a:spcAft>
              <a:buClr>
                <a:schemeClr val="accent6"/>
              </a:buClr>
              <a:buSzPts val="1260"/>
              <a:buChar char="·"/>
              <a:defRPr sz="1400">
                <a:solidFill>
                  <a:schemeClr val="accent6"/>
                </a:solidFill>
              </a:defRPr>
            </a:lvl1pPr>
            <a:lvl2pPr marL="914400" lvl="1" indent="-228600" algn="l">
              <a:lnSpc>
                <a:spcPct val="100000"/>
              </a:lnSpc>
              <a:spcBef>
                <a:spcPts val="280"/>
              </a:spcBef>
              <a:spcAft>
                <a:spcPts val="0"/>
              </a:spcAft>
              <a:buClr>
                <a:schemeClr val="accent6"/>
              </a:buClr>
              <a:buSzPts val="1260"/>
              <a:buNone/>
              <a:defRPr sz="1400">
                <a:solidFill>
                  <a:schemeClr val="accent6"/>
                </a:solidFill>
              </a:defRPr>
            </a:lvl2pPr>
            <a:lvl3pPr marL="1371600" lvl="2" indent="-308610" algn="l">
              <a:lnSpc>
                <a:spcPct val="100000"/>
              </a:lnSpc>
              <a:spcBef>
                <a:spcPts val="280"/>
              </a:spcBef>
              <a:spcAft>
                <a:spcPts val="0"/>
              </a:spcAft>
              <a:buClr>
                <a:schemeClr val="accent6"/>
              </a:buClr>
              <a:buSzPts val="1260"/>
              <a:buChar char="·"/>
              <a:defRPr sz="1400">
                <a:solidFill>
                  <a:schemeClr val="accent6"/>
                </a:solidFill>
              </a:defRPr>
            </a:lvl3pPr>
            <a:lvl4pPr marL="1828800" lvl="3" indent="-308610" algn="l">
              <a:lnSpc>
                <a:spcPct val="100000"/>
              </a:lnSpc>
              <a:spcBef>
                <a:spcPts val="280"/>
              </a:spcBef>
              <a:spcAft>
                <a:spcPts val="0"/>
              </a:spcAft>
              <a:buClr>
                <a:schemeClr val="accent6"/>
              </a:buClr>
              <a:buSzPts val="1260"/>
              <a:buChar char="·"/>
              <a:defRPr sz="1400">
                <a:solidFill>
                  <a:schemeClr val="accent6"/>
                </a:solidFill>
              </a:defRPr>
            </a:lvl4pPr>
            <a:lvl5pPr marL="2286000" lvl="4" indent="-308610" algn="l">
              <a:lnSpc>
                <a:spcPct val="100000"/>
              </a:lnSpc>
              <a:spcBef>
                <a:spcPts val="280"/>
              </a:spcBef>
              <a:spcAft>
                <a:spcPts val="0"/>
              </a:spcAft>
              <a:buClr>
                <a:schemeClr val="accent6"/>
              </a:buClr>
              <a:buSzPts val="1260"/>
              <a:buChar char="·"/>
              <a:defRPr sz="1400">
                <a:solidFill>
                  <a:schemeClr val="accent6"/>
                </a:solidFill>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649" name="Google Shape;649;p76"/>
          <p:cNvSpPr txBox="1">
            <a:spLocks noGrp="1"/>
          </p:cNvSpPr>
          <p:nvPr>
            <p:ph type="body" idx="3"/>
          </p:nvPr>
        </p:nvSpPr>
        <p:spPr>
          <a:xfrm>
            <a:off x="4943872" y="718472"/>
            <a:ext cx="2921100" cy="549890"/>
          </a:xfrm>
          <a:prstGeom prst="rect">
            <a:avLst/>
          </a:prstGeom>
          <a:noFill/>
          <a:ln>
            <a:noFill/>
          </a:ln>
        </p:spPr>
        <p:txBody>
          <a:bodyPr spcFirstLastPara="1" wrap="square" lIns="0" tIns="0" rIns="0" bIns="0" anchor="t" anchorCtr="0">
            <a:spAutoFit/>
          </a:bodyPr>
          <a:lstStyle>
            <a:lvl1pPr marL="457200" lvl="0" indent="-228600" algn="l">
              <a:lnSpc>
                <a:spcPct val="100000"/>
              </a:lnSpc>
              <a:spcBef>
                <a:spcPts val="480"/>
              </a:spcBef>
              <a:spcAft>
                <a:spcPts val="0"/>
              </a:spcAft>
              <a:buClr>
                <a:schemeClr val="dk1"/>
              </a:buClr>
              <a:buSzPts val="2160"/>
              <a:buNone/>
              <a:defRPr sz="2400">
                <a:latin typeface="Quattrocento Sans"/>
                <a:ea typeface="Quattrocento Sans"/>
                <a:cs typeface="Quattrocento Sans"/>
                <a:sym typeface="Quattrocento Sans"/>
              </a:defRPr>
            </a:lvl1pPr>
            <a:lvl2pPr marL="914400" lvl="1" indent="-228600" algn="l">
              <a:lnSpc>
                <a:spcPct val="100000"/>
              </a:lnSpc>
              <a:spcBef>
                <a:spcPts val="400"/>
              </a:spcBef>
              <a:spcAft>
                <a:spcPts val="0"/>
              </a:spcAft>
              <a:buClr>
                <a:schemeClr val="dk1"/>
              </a:buClr>
              <a:buSzPts val="1800"/>
              <a:buNone/>
              <a:defRPr/>
            </a:lvl2pPr>
            <a:lvl3pPr marL="1371600" lvl="2" indent="-228600" algn="l">
              <a:lnSpc>
                <a:spcPct val="100000"/>
              </a:lnSpc>
              <a:spcBef>
                <a:spcPts val="320"/>
              </a:spcBef>
              <a:spcAft>
                <a:spcPts val="0"/>
              </a:spcAft>
              <a:buClr>
                <a:schemeClr val="dk1"/>
              </a:buClr>
              <a:buSzPts val="1440"/>
              <a:buNone/>
              <a:defRPr/>
            </a:lvl3pPr>
            <a:lvl4pPr marL="1828800" lvl="3" indent="-228600" algn="l">
              <a:lnSpc>
                <a:spcPct val="100000"/>
              </a:lnSpc>
              <a:spcBef>
                <a:spcPts val="280"/>
              </a:spcBef>
              <a:spcAft>
                <a:spcPts val="0"/>
              </a:spcAft>
              <a:buClr>
                <a:schemeClr val="dk1"/>
              </a:buClr>
              <a:buSzPts val="1260"/>
              <a:buNone/>
              <a:defRPr/>
            </a:lvl4pPr>
            <a:lvl5pPr marL="2286000" lvl="4" indent="-228600" algn="l">
              <a:lnSpc>
                <a:spcPct val="100000"/>
              </a:lnSpc>
              <a:spcBef>
                <a:spcPts val="280"/>
              </a:spcBef>
              <a:spcAft>
                <a:spcPts val="0"/>
              </a:spcAft>
              <a:buClr>
                <a:schemeClr val="dk1"/>
              </a:buClr>
              <a:buSzPts val="1260"/>
              <a:buNone/>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650" name="Google Shape;650;p76"/>
          <p:cNvSpPr txBox="1">
            <a:spLocks noGrp="1"/>
          </p:cNvSpPr>
          <p:nvPr>
            <p:ph type="body" idx="4"/>
          </p:nvPr>
        </p:nvSpPr>
        <p:spPr>
          <a:xfrm>
            <a:off x="4943871" y="1346405"/>
            <a:ext cx="2921101" cy="473976"/>
          </a:xfrm>
          <a:prstGeom prst="rect">
            <a:avLst/>
          </a:prstGeom>
          <a:noFill/>
          <a:ln>
            <a:noFill/>
          </a:ln>
        </p:spPr>
        <p:txBody>
          <a:bodyPr spcFirstLastPara="1" wrap="square" lIns="0" tIns="0" rIns="0" bIns="0" anchor="t" anchorCtr="0">
            <a:spAutoFit/>
          </a:bodyPr>
          <a:lstStyle>
            <a:lvl1pPr marL="457200" lvl="0" indent="-308610" algn="l">
              <a:lnSpc>
                <a:spcPct val="100000"/>
              </a:lnSpc>
              <a:spcBef>
                <a:spcPts val="280"/>
              </a:spcBef>
              <a:spcAft>
                <a:spcPts val="0"/>
              </a:spcAft>
              <a:buClr>
                <a:schemeClr val="accent6"/>
              </a:buClr>
              <a:buSzPts val="1260"/>
              <a:buChar char="·"/>
              <a:defRPr sz="1400">
                <a:solidFill>
                  <a:schemeClr val="accent6"/>
                </a:solidFill>
              </a:defRPr>
            </a:lvl1pPr>
            <a:lvl2pPr marL="914400" lvl="1" indent="-228600" algn="l">
              <a:lnSpc>
                <a:spcPct val="100000"/>
              </a:lnSpc>
              <a:spcBef>
                <a:spcPts val="280"/>
              </a:spcBef>
              <a:spcAft>
                <a:spcPts val="0"/>
              </a:spcAft>
              <a:buClr>
                <a:schemeClr val="accent6"/>
              </a:buClr>
              <a:buSzPts val="1260"/>
              <a:buNone/>
              <a:defRPr sz="1400">
                <a:solidFill>
                  <a:schemeClr val="accent6"/>
                </a:solidFill>
              </a:defRPr>
            </a:lvl2pPr>
            <a:lvl3pPr marL="1371600" lvl="2" indent="-308610" algn="l">
              <a:lnSpc>
                <a:spcPct val="100000"/>
              </a:lnSpc>
              <a:spcBef>
                <a:spcPts val="280"/>
              </a:spcBef>
              <a:spcAft>
                <a:spcPts val="0"/>
              </a:spcAft>
              <a:buClr>
                <a:schemeClr val="accent6"/>
              </a:buClr>
              <a:buSzPts val="1260"/>
              <a:buChar char="·"/>
              <a:defRPr sz="1400">
                <a:solidFill>
                  <a:schemeClr val="accent6"/>
                </a:solidFill>
              </a:defRPr>
            </a:lvl3pPr>
            <a:lvl4pPr marL="1828800" lvl="3" indent="-308610" algn="l">
              <a:lnSpc>
                <a:spcPct val="100000"/>
              </a:lnSpc>
              <a:spcBef>
                <a:spcPts val="280"/>
              </a:spcBef>
              <a:spcAft>
                <a:spcPts val="0"/>
              </a:spcAft>
              <a:buClr>
                <a:schemeClr val="accent6"/>
              </a:buClr>
              <a:buSzPts val="1260"/>
              <a:buChar char="·"/>
              <a:defRPr sz="1400">
                <a:solidFill>
                  <a:schemeClr val="accent6"/>
                </a:solidFill>
              </a:defRPr>
            </a:lvl4pPr>
            <a:lvl5pPr marL="2286000" lvl="4" indent="-308610" algn="l">
              <a:lnSpc>
                <a:spcPct val="100000"/>
              </a:lnSpc>
              <a:spcBef>
                <a:spcPts val="280"/>
              </a:spcBef>
              <a:spcAft>
                <a:spcPts val="0"/>
              </a:spcAft>
              <a:buClr>
                <a:schemeClr val="accent6"/>
              </a:buClr>
              <a:buSzPts val="1260"/>
              <a:buChar char="·"/>
              <a:defRPr sz="1400">
                <a:solidFill>
                  <a:schemeClr val="accent6"/>
                </a:solidFill>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651" name="Google Shape;651;p76"/>
          <p:cNvSpPr txBox="1">
            <a:spLocks noGrp="1"/>
          </p:cNvSpPr>
          <p:nvPr>
            <p:ph type="body" idx="5"/>
          </p:nvPr>
        </p:nvSpPr>
        <p:spPr>
          <a:xfrm>
            <a:off x="8688388" y="2528888"/>
            <a:ext cx="2921100" cy="549890"/>
          </a:xfrm>
          <a:prstGeom prst="rect">
            <a:avLst/>
          </a:prstGeom>
          <a:noFill/>
          <a:ln>
            <a:noFill/>
          </a:ln>
        </p:spPr>
        <p:txBody>
          <a:bodyPr spcFirstLastPara="1" wrap="square" lIns="0" tIns="0" rIns="0" bIns="0" anchor="t" anchorCtr="0">
            <a:spAutoFit/>
          </a:bodyPr>
          <a:lstStyle>
            <a:lvl1pPr marL="457200" lvl="0" indent="-228600" algn="l">
              <a:lnSpc>
                <a:spcPct val="100000"/>
              </a:lnSpc>
              <a:spcBef>
                <a:spcPts val="480"/>
              </a:spcBef>
              <a:spcAft>
                <a:spcPts val="0"/>
              </a:spcAft>
              <a:buClr>
                <a:schemeClr val="dk1"/>
              </a:buClr>
              <a:buSzPts val="2160"/>
              <a:buNone/>
              <a:defRPr sz="2400">
                <a:latin typeface="Quattrocento Sans"/>
                <a:ea typeface="Quattrocento Sans"/>
                <a:cs typeface="Quattrocento Sans"/>
                <a:sym typeface="Quattrocento Sans"/>
              </a:defRPr>
            </a:lvl1pPr>
            <a:lvl2pPr marL="914400" lvl="1" indent="-228600" algn="l">
              <a:lnSpc>
                <a:spcPct val="100000"/>
              </a:lnSpc>
              <a:spcBef>
                <a:spcPts val="400"/>
              </a:spcBef>
              <a:spcAft>
                <a:spcPts val="0"/>
              </a:spcAft>
              <a:buClr>
                <a:schemeClr val="dk1"/>
              </a:buClr>
              <a:buSzPts val="1800"/>
              <a:buNone/>
              <a:defRPr/>
            </a:lvl2pPr>
            <a:lvl3pPr marL="1371600" lvl="2" indent="-228600" algn="l">
              <a:lnSpc>
                <a:spcPct val="100000"/>
              </a:lnSpc>
              <a:spcBef>
                <a:spcPts val="320"/>
              </a:spcBef>
              <a:spcAft>
                <a:spcPts val="0"/>
              </a:spcAft>
              <a:buClr>
                <a:schemeClr val="dk1"/>
              </a:buClr>
              <a:buSzPts val="1440"/>
              <a:buNone/>
              <a:defRPr/>
            </a:lvl3pPr>
            <a:lvl4pPr marL="1828800" lvl="3" indent="-228600" algn="l">
              <a:lnSpc>
                <a:spcPct val="100000"/>
              </a:lnSpc>
              <a:spcBef>
                <a:spcPts val="280"/>
              </a:spcBef>
              <a:spcAft>
                <a:spcPts val="0"/>
              </a:spcAft>
              <a:buClr>
                <a:schemeClr val="dk1"/>
              </a:buClr>
              <a:buSzPts val="1260"/>
              <a:buNone/>
              <a:defRPr/>
            </a:lvl4pPr>
            <a:lvl5pPr marL="2286000" lvl="4" indent="-228600" algn="l">
              <a:lnSpc>
                <a:spcPct val="100000"/>
              </a:lnSpc>
              <a:spcBef>
                <a:spcPts val="280"/>
              </a:spcBef>
              <a:spcAft>
                <a:spcPts val="0"/>
              </a:spcAft>
              <a:buClr>
                <a:schemeClr val="dk1"/>
              </a:buClr>
              <a:buSzPts val="1260"/>
              <a:buNone/>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652" name="Google Shape;652;p76"/>
          <p:cNvSpPr txBox="1">
            <a:spLocks noGrp="1"/>
          </p:cNvSpPr>
          <p:nvPr>
            <p:ph type="body" idx="6"/>
          </p:nvPr>
        </p:nvSpPr>
        <p:spPr>
          <a:xfrm>
            <a:off x="8688387" y="3156821"/>
            <a:ext cx="2921101" cy="473976"/>
          </a:xfrm>
          <a:prstGeom prst="rect">
            <a:avLst/>
          </a:prstGeom>
          <a:noFill/>
          <a:ln>
            <a:noFill/>
          </a:ln>
        </p:spPr>
        <p:txBody>
          <a:bodyPr spcFirstLastPara="1" wrap="square" lIns="0" tIns="0" rIns="0" bIns="0" anchor="t" anchorCtr="0">
            <a:spAutoFit/>
          </a:bodyPr>
          <a:lstStyle>
            <a:lvl1pPr marL="457200" lvl="0" indent="-308610" algn="l">
              <a:lnSpc>
                <a:spcPct val="100000"/>
              </a:lnSpc>
              <a:spcBef>
                <a:spcPts val="280"/>
              </a:spcBef>
              <a:spcAft>
                <a:spcPts val="0"/>
              </a:spcAft>
              <a:buClr>
                <a:schemeClr val="accent6"/>
              </a:buClr>
              <a:buSzPts val="1260"/>
              <a:buChar char="·"/>
              <a:defRPr sz="1400">
                <a:solidFill>
                  <a:schemeClr val="accent6"/>
                </a:solidFill>
              </a:defRPr>
            </a:lvl1pPr>
            <a:lvl2pPr marL="914400" lvl="1" indent="-228600" algn="l">
              <a:lnSpc>
                <a:spcPct val="100000"/>
              </a:lnSpc>
              <a:spcBef>
                <a:spcPts val="280"/>
              </a:spcBef>
              <a:spcAft>
                <a:spcPts val="0"/>
              </a:spcAft>
              <a:buClr>
                <a:schemeClr val="accent6"/>
              </a:buClr>
              <a:buSzPts val="1260"/>
              <a:buNone/>
              <a:defRPr sz="1400">
                <a:solidFill>
                  <a:schemeClr val="accent6"/>
                </a:solidFill>
              </a:defRPr>
            </a:lvl2pPr>
            <a:lvl3pPr marL="1371600" lvl="2" indent="-308610" algn="l">
              <a:lnSpc>
                <a:spcPct val="100000"/>
              </a:lnSpc>
              <a:spcBef>
                <a:spcPts val="280"/>
              </a:spcBef>
              <a:spcAft>
                <a:spcPts val="0"/>
              </a:spcAft>
              <a:buClr>
                <a:schemeClr val="accent6"/>
              </a:buClr>
              <a:buSzPts val="1260"/>
              <a:buChar char="·"/>
              <a:defRPr sz="1400">
                <a:solidFill>
                  <a:schemeClr val="accent6"/>
                </a:solidFill>
              </a:defRPr>
            </a:lvl3pPr>
            <a:lvl4pPr marL="1828800" lvl="3" indent="-308610" algn="l">
              <a:lnSpc>
                <a:spcPct val="100000"/>
              </a:lnSpc>
              <a:spcBef>
                <a:spcPts val="280"/>
              </a:spcBef>
              <a:spcAft>
                <a:spcPts val="0"/>
              </a:spcAft>
              <a:buClr>
                <a:schemeClr val="accent6"/>
              </a:buClr>
              <a:buSzPts val="1260"/>
              <a:buChar char="·"/>
              <a:defRPr sz="1400">
                <a:solidFill>
                  <a:schemeClr val="accent6"/>
                </a:solidFill>
              </a:defRPr>
            </a:lvl4pPr>
            <a:lvl5pPr marL="2286000" lvl="4" indent="-308610" algn="l">
              <a:lnSpc>
                <a:spcPct val="100000"/>
              </a:lnSpc>
              <a:spcBef>
                <a:spcPts val="280"/>
              </a:spcBef>
              <a:spcAft>
                <a:spcPts val="0"/>
              </a:spcAft>
              <a:buClr>
                <a:schemeClr val="accent6"/>
              </a:buClr>
              <a:buSzPts val="1260"/>
              <a:buChar char="·"/>
              <a:defRPr sz="1400">
                <a:solidFill>
                  <a:schemeClr val="accent6"/>
                </a:solidFill>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653" name="Google Shape;653;p76"/>
          <p:cNvSpPr txBox="1">
            <a:spLocks noGrp="1"/>
          </p:cNvSpPr>
          <p:nvPr>
            <p:ph type="body" idx="7"/>
          </p:nvPr>
        </p:nvSpPr>
        <p:spPr>
          <a:xfrm>
            <a:off x="4943971" y="2528888"/>
            <a:ext cx="2921100" cy="549890"/>
          </a:xfrm>
          <a:prstGeom prst="rect">
            <a:avLst/>
          </a:prstGeom>
          <a:noFill/>
          <a:ln>
            <a:noFill/>
          </a:ln>
        </p:spPr>
        <p:txBody>
          <a:bodyPr spcFirstLastPara="1" wrap="square" lIns="0" tIns="0" rIns="0" bIns="0" anchor="t" anchorCtr="0">
            <a:spAutoFit/>
          </a:bodyPr>
          <a:lstStyle>
            <a:lvl1pPr marL="457200" lvl="0" indent="-228600" algn="l">
              <a:lnSpc>
                <a:spcPct val="100000"/>
              </a:lnSpc>
              <a:spcBef>
                <a:spcPts val="480"/>
              </a:spcBef>
              <a:spcAft>
                <a:spcPts val="0"/>
              </a:spcAft>
              <a:buClr>
                <a:schemeClr val="dk1"/>
              </a:buClr>
              <a:buSzPts val="2160"/>
              <a:buNone/>
              <a:defRPr sz="2400">
                <a:latin typeface="Quattrocento Sans"/>
                <a:ea typeface="Quattrocento Sans"/>
                <a:cs typeface="Quattrocento Sans"/>
                <a:sym typeface="Quattrocento Sans"/>
              </a:defRPr>
            </a:lvl1pPr>
            <a:lvl2pPr marL="914400" lvl="1" indent="-228600" algn="l">
              <a:lnSpc>
                <a:spcPct val="100000"/>
              </a:lnSpc>
              <a:spcBef>
                <a:spcPts val="400"/>
              </a:spcBef>
              <a:spcAft>
                <a:spcPts val="0"/>
              </a:spcAft>
              <a:buClr>
                <a:schemeClr val="dk1"/>
              </a:buClr>
              <a:buSzPts val="1800"/>
              <a:buNone/>
              <a:defRPr/>
            </a:lvl2pPr>
            <a:lvl3pPr marL="1371600" lvl="2" indent="-228600" algn="l">
              <a:lnSpc>
                <a:spcPct val="100000"/>
              </a:lnSpc>
              <a:spcBef>
                <a:spcPts val="320"/>
              </a:spcBef>
              <a:spcAft>
                <a:spcPts val="0"/>
              </a:spcAft>
              <a:buClr>
                <a:schemeClr val="dk1"/>
              </a:buClr>
              <a:buSzPts val="1440"/>
              <a:buNone/>
              <a:defRPr/>
            </a:lvl3pPr>
            <a:lvl4pPr marL="1828800" lvl="3" indent="-228600" algn="l">
              <a:lnSpc>
                <a:spcPct val="100000"/>
              </a:lnSpc>
              <a:spcBef>
                <a:spcPts val="280"/>
              </a:spcBef>
              <a:spcAft>
                <a:spcPts val="0"/>
              </a:spcAft>
              <a:buClr>
                <a:schemeClr val="dk1"/>
              </a:buClr>
              <a:buSzPts val="1260"/>
              <a:buNone/>
              <a:defRPr/>
            </a:lvl4pPr>
            <a:lvl5pPr marL="2286000" lvl="4" indent="-228600" algn="l">
              <a:lnSpc>
                <a:spcPct val="100000"/>
              </a:lnSpc>
              <a:spcBef>
                <a:spcPts val="280"/>
              </a:spcBef>
              <a:spcAft>
                <a:spcPts val="0"/>
              </a:spcAft>
              <a:buClr>
                <a:schemeClr val="dk1"/>
              </a:buClr>
              <a:buSzPts val="1260"/>
              <a:buNone/>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654" name="Google Shape;654;p76"/>
          <p:cNvSpPr txBox="1">
            <a:spLocks noGrp="1"/>
          </p:cNvSpPr>
          <p:nvPr>
            <p:ph type="body" idx="8"/>
          </p:nvPr>
        </p:nvSpPr>
        <p:spPr>
          <a:xfrm>
            <a:off x="4943970" y="3156821"/>
            <a:ext cx="2921101" cy="473976"/>
          </a:xfrm>
          <a:prstGeom prst="rect">
            <a:avLst/>
          </a:prstGeom>
          <a:noFill/>
          <a:ln>
            <a:noFill/>
          </a:ln>
        </p:spPr>
        <p:txBody>
          <a:bodyPr spcFirstLastPara="1" wrap="square" lIns="0" tIns="0" rIns="0" bIns="0" anchor="t" anchorCtr="0">
            <a:spAutoFit/>
          </a:bodyPr>
          <a:lstStyle>
            <a:lvl1pPr marL="457200" lvl="0" indent="-308610" algn="l">
              <a:lnSpc>
                <a:spcPct val="100000"/>
              </a:lnSpc>
              <a:spcBef>
                <a:spcPts val="280"/>
              </a:spcBef>
              <a:spcAft>
                <a:spcPts val="0"/>
              </a:spcAft>
              <a:buClr>
                <a:schemeClr val="accent6"/>
              </a:buClr>
              <a:buSzPts val="1260"/>
              <a:buChar char="·"/>
              <a:defRPr sz="1400">
                <a:solidFill>
                  <a:schemeClr val="accent6"/>
                </a:solidFill>
              </a:defRPr>
            </a:lvl1pPr>
            <a:lvl2pPr marL="914400" lvl="1" indent="-228600" algn="l">
              <a:lnSpc>
                <a:spcPct val="100000"/>
              </a:lnSpc>
              <a:spcBef>
                <a:spcPts val="280"/>
              </a:spcBef>
              <a:spcAft>
                <a:spcPts val="0"/>
              </a:spcAft>
              <a:buClr>
                <a:schemeClr val="accent6"/>
              </a:buClr>
              <a:buSzPts val="1260"/>
              <a:buNone/>
              <a:defRPr sz="1400">
                <a:solidFill>
                  <a:schemeClr val="accent6"/>
                </a:solidFill>
              </a:defRPr>
            </a:lvl2pPr>
            <a:lvl3pPr marL="1371600" lvl="2" indent="-308610" algn="l">
              <a:lnSpc>
                <a:spcPct val="100000"/>
              </a:lnSpc>
              <a:spcBef>
                <a:spcPts val="280"/>
              </a:spcBef>
              <a:spcAft>
                <a:spcPts val="0"/>
              </a:spcAft>
              <a:buClr>
                <a:schemeClr val="accent6"/>
              </a:buClr>
              <a:buSzPts val="1260"/>
              <a:buChar char="·"/>
              <a:defRPr sz="1400">
                <a:solidFill>
                  <a:schemeClr val="accent6"/>
                </a:solidFill>
              </a:defRPr>
            </a:lvl3pPr>
            <a:lvl4pPr marL="1828800" lvl="3" indent="-308610" algn="l">
              <a:lnSpc>
                <a:spcPct val="100000"/>
              </a:lnSpc>
              <a:spcBef>
                <a:spcPts val="280"/>
              </a:spcBef>
              <a:spcAft>
                <a:spcPts val="0"/>
              </a:spcAft>
              <a:buClr>
                <a:schemeClr val="accent6"/>
              </a:buClr>
              <a:buSzPts val="1260"/>
              <a:buChar char="·"/>
              <a:defRPr sz="1400">
                <a:solidFill>
                  <a:schemeClr val="accent6"/>
                </a:solidFill>
              </a:defRPr>
            </a:lvl4pPr>
            <a:lvl5pPr marL="2286000" lvl="4" indent="-308610" algn="l">
              <a:lnSpc>
                <a:spcPct val="100000"/>
              </a:lnSpc>
              <a:spcBef>
                <a:spcPts val="280"/>
              </a:spcBef>
              <a:spcAft>
                <a:spcPts val="0"/>
              </a:spcAft>
              <a:buClr>
                <a:schemeClr val="accent6"/>
              </a:buClr>
              <a:buSzPts val="1260"/>
              <a:buChar char="·"/>
              <a:defRPr sz="1400">
                <a:solidFill>
                  <a:schemeClr val="accent6"/>
                </a:solidFill>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655" name="Google Shape;655;p76"/>
          <p:cNvSpPr txBox="1">
            <a:spLocks noGrp="1"/>
          </p:cNvSpPr>
          <p:nvPr>
            <p:ph type="body" idx="9"/>
          </p:nvPr>
        </p:nvSpPr>
        <p:spPr>
          <a:xfrm>
            <a:off x="8688388" y="4508500"/>
            <a:ext cx="2921100" cy="549890"/>
          </a:xfrm>
          <a:prstGeom prst="rect">
            <a:avLst/>
          </a:prstGeom>
          <a:noFill/>
          <a:ln>
            <a:noFill/>
          </a:ln>
        </p:spPr>
        <p:txBody>
          <a:bodyPr spcFirstLastPara="1" wrap="square" lIns="0" tIns="0" rIns="0" bIns="0" anchor="t" anchorCtr="0">
            <a:spAutoFit/>
          </a:bodyPr>
          <a:lstStyle>
            <a:lvl1pPr marL="457200" lvl="0" indent="-228600" algn="l">
              <a:lnSpc>
                <a:spcPct val="100000"/>
              </a:lnSpc>
              <a:spcBef>
                <a:spcPts val="480"/>
              </a:spcBef>
              <a:spcAft>
                <a:spcPts val="0"/>
              </a:spcAft>
              <a:buClr>
                <a:schemeClr val="dk1"/>
              </a:buClr>
              <a:buSzPts val="2160"/>
              <a:buNone/>
              <a:defRPr sz="2400">
                <a:latin typeface="Quattrocento Sans"/>
                <a:ea typeface="Quattrocento Sans"/>
                <a:cs typeface="Quattrocento Sans"/>
                <a:sym typeface="Quattrocento Sans"/>
              </a:defRPr>
            </a:lvl1pPr>
            <a:lvl2pPr marL="914400" lvl="1" indent="-228600" algn="l">
              <a:lnSpc>
                <a:spcPct val="100000"/>
              </a:lnSpc>
              <a:spcBef>
                <a:spcPts val="400"/>
              </a:spcBef>
              <a:spcAft>
                <a:spcPts val="0"/>
              </a:spcAft>
              <a:buClr>
                <a:schemeClr val="dk1"/>
              </a:buClr>
              <a:buSzPts val="1800"/>
              <a:buNone/>
              <a:defRPr/>
            </a:lvl2pPr>
            <a:lvl3pPr marL="1371600" lvl="2" indent="-228600" algn="l">
              <a:lnSpc>
                <a:spcPct val="100000"/>
              </a:lnSpc>
              <a:spcBef>
                <a:spcPts val="320"/>
              </a:spcBef>
              <a:spcAft>
                <a:spcPts val="0"/>
              </a:spcAft>
              <a:buClr>
                <a:schemeClr val="dk1"/>
              </a:buClr>
              <a:buSzPts val="1440"/>
              <a:buNone/>
              <a:defRPr/>
            </a:lvl3pPr>
            <a:lvl4pPr marL="1828800" lvl="3" indent="-228600" algn="l">
              <a:lnSpc>
                <a:spcPct val="100000"/>
              </a:lnSpc>
              <a:spcBef>
                <a:spcPts val="280"/>
              </a:spcBef>
              <a:spcAft>
                <a:spcPts val="0"/>
              </a:spcAft>
              <a:buClr>
                <a:schemeClr val="dk1"/>
              </a:buClr>
              <a:buSzPts val="1260"/>
              <a:buNone/>
              <a:defRPr/>
            </a:lvl4pPr>
            <a:lvl5pPr marL="2286000" lvl="4" indent="-228600" algn="l">
              <a:lnSpc>
                <a:spcPct val="100000"/>
              </a:lnSpc>
              <a:spcBef>
                <a:spcPts val="280"/>
              </a:spcBef>
              <a:spcAft>
                <a:spcPts val="0"/>
              </a:spcAft>
              <a:buClr>
                <a:schemeClr val="dk1"/>
              </a:buClr>
              <a:buSzPts val="1260"/>
              <a:buNone/>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656" name="Google Shape;656;p76"/>
          <p:cNvSpPr txBox="1">
            <a:spLocks noGrp="1"/>
          </p:cNvSpPr>
          <p:nvPr>
            <p:ph type="body" idx="13"/>
          </p:nvPr>
        </p:nvSpPr>
        <p:spPr>
          <a:xfrm>
            <a:off x="8688387" y="5136433"/>
            <a:ext cx="2921101" cy="473976"/>
          </a:xfrm>
          <a:prstGeom prst="rect">
            <a:avLst/>
          </a:prstGeom>
          <a:noFill/>
          <a:ln>
            <a:noFill/>
          </a:ln>
        </p:spPr>
        <p:txBody>
          <a:bodyPr spcFirstLastPara="1" wrap="square" lIns="0" tIns="0" rIns="0" bIns="0" anchor="t" anchorCtr="0">
            <a:spAutoFit/>
          </a:bodyPr>
          <a:lstStyle>
            <a:lvl1pPr marL="457200" lvl="0" indent="-308610" algn="l">
              <a:lnSpc>
                <a:spcPct val="100000"/>
              </a:lnSpc>
              <a:spcBef>
                <a:spcPts val="280"/>
              </a:spcBef>
              <a:spcAft>
                <a:spcPts val="0"/>
              </a:spcAft>
              <a:buClr>
                <a:schemeClr val="accent6"/>
              </a:buClr>
              <a:buSzPts val="1260"/>
              <a:buChar char="·"/>
              <a:defRPr sz="1400">
                <a:solidFill>
                  <a:schemeClr val="accent6"/>
                </a:solidFill>
              </a:defRPr>
            </a:lvl1pPr>
            <a:lvl2pPr marL="914400" lvl="1" indent="-228600" algn="l">
              <a:lnSpc>
                <a:spcPct val="100000"/>
              </a:lnSpc>
              <a:spcBef>
                <a:spcPts val="280"/>
              </a:spcBef>
              <a:spcAft>
                <a:spcPts val="0"/>
              </a:spcAft>
              <a:buClr>
                <a:schemeClr val="accent6"/>
              </a:buClr>
              <a:buSzPts val="1260"/>
              <a:buNone/>
              <a:defRPr sz="1400">
                <a:solidFill>
                  <a:schemeClr val="accent6"/>
                </a:solidFill>
              </a:defRPr>
            </a:lvl2pPr>
            <a:lvl3pPr marL="1371600" lvl="2" indent="-308610" algn="l">
              <a:lnSpc>
                <a:spcPct val="100000"/>
              </a:lnSpc>
              <a:spcBef>
                <a:spcPts val="280"/>
              </a:spcBef>
              <a:spcAft>
                <a:spcPts val="0"/>
              </a:spcAft>
              <a:buClr>
                <a:schemeClr val="accent6"/>
              </a:buClr>
              <a:buSzPts val="1260"/>
              <a:buChar char="·"/>
              <a:defRPr sz="1400">
                <a:solidFill>
                  <a:schemeClr val="accent6"/>
                </a:solidFill>
              </a:defRPr>
            </a:lvl3pPr>
            <a:lvl4pPr marL="1828800" lvl="3" indent="-308610" algn="l">
              <a:lnSpc>
                <a:spcPct val="100000"/>
              </a:lnSpc>
              <a:spcBef>
                <a:spcPts val="280"/>
              </a:spcBef>
              <a:spcAft>
                <a:spcPts val="0"/>
              </a:spcAft>
              <a:buClr>
                <a:schemeClr val="accent6"/>
              </a:buClr>
              <a:buSzPts val="1260"/>
              <a:buChar char="·"/>
              <a:defRPr sz="1400">
                <a:solidFill>
                  <a:schemeClr val="accent6"/>
                </a:solidFill>
              </a:defRPr>
            </a:lvl4pPr>
            <a:lvl5pPr marL="2286000" lvl="4" indent="-308610" algn="l">
              <a:lnSpc>
                <a:spcPct val="100000"/>
              </a:lnSpc>
              <a:spcBef>
                <a:spcPts val="280"/>
              </a:spcBef>
              <a:spcAft>
                <a:spcPts val="0"/>
              </a:spcAft>
              <a:buClr>
                <a:schemeClr val="accent6"/>
              </a:buClr>
              <a:buSzPts val="1260"/>
              <a:buChar char="·"/>
              <a:defRPr sz="1400">
                <a:solidFill>
                  <a:schemeClr val="accent6"/>
                </a:solidFill>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657" name="Google Shape;657;p76"/>
          <p:cNvSpPr txBox="1">
            <a:spLocks noGrp="1"/>
          </p:cNvSpPr>
          <p:nvPr>
            <p:ph type="body" idx="14"/>
          </p:nvPr>
        </p:nvSpPr>
        <p:spPr>
          <a:xfrm>
            <a:off x="4943971" y="4508500"/>
            <a:ext cx="2921100" cy="549890"/>
          </a:xfrm>
          <a:prstGeom prst="rect">
            <a:avLst/>
          </a:prstGeom>
          <a:noFill/>
          <a:ln>
            <a:noFill/>
          </a:ln>
        </p:spPr>
        <p:txBody>
          <a:bodyPr spcFirstLastPara="1" wrap="square" lIns="0" tIns="0" rIns="0" bIns="0" anchor="t" anchorCtr="0">
            <a:spAutoFit/>
          </a:bodyPr>
          <a:lstStyle>
            <a:lvl1pPr marL="457200" lvl="0" indent="-228600" algn="l">
              <a:lnSpc>
                <a:spcPct val="100000"/>
              </a:lnSpc>
              <a:spcBef>
                <a:spcPts val="480"/>
              </a:spcBef>
              <a:spcAft>
                <a:spcPts val="0"/>
              </a:spcAft>
              <a:buClr>
                <a:schemeClr val="dk1"/>
              </a:buClr>
              <a:buSzPts val="2160"/>
              <a:buNone/>
              <a:defRPr sz="2400">
                <a:latin typeface="Quattrocento Sans"/>
                <a:ea typeface="Quattrocento Sans"/>
                <a:cs typeface="Quattrocento Sans"/>
                <a:sym typeface="Quattrocento Sans"/>
              </a:defRPr>
            </a:lvl1pPr>
            <a:lvl2pPr marL="914400" lvl="1" indent="-228600" algn="l">
              <a:lnSpc>
                <a:spcPct val="100000"/>
              </a:lnSpc>
              <a:spcBef>
                <a:spcPts val="400"/>
              </a:spcBef>
              <a:spcAft>
                <a:spcPts val="0"/>
              </a:spcAft>
              <a:buClr>
                <a:schemeClr val="dk1"/>
              </a:buClr>
              <a:buSzPts val="1800"/>
              <a:buNone/>
              <a:defRPr/>
            </a:lvl2pPr>
            <a:lvl3pPr marL="1371600" lvl="2" indent="-228600" algn="l">
              <a:lnSpc>
                <a:spcPct val="100000"/>
              </a:lnSpc>
              <a:spcBef>
                <a:spcPts val="320"/>
              </a:spcBef>
              <a:spcAft>
                <a:spcPts val="0"/>
              </a:spcAft>
              <a:buClr>
                <a:schemeClr val="dk1"/>
              </a:buClr>
              <a:buSzPts val="1440"/>
              <a:buNone/>
              <a:defRPr/>
            </a:lvl3pPr>
            <a:lvl4pPr marL="1828800" lvl="3" indent="-228600" algn="l">
              <a:lnSpc>
                <a:spcPct val="100000"/>
              </a:lnSpc>
              <a:spcBef>
                <a:spcPts val="280"/>
              </a:spcBef>
              <a:spcAft>
                <a:spcPts val="0"/>
              </a:spcAft>
              <a:buClr>
                <a:schemeClr val="dk1"/>
              </a:buClr>
              <a:buSzPts val="1260"/>
              <a:buNone/>
              <a:defRPr/>
            </a:lvl4pPr>
            <a:lvl5pPr marL="2286000" lvl="4" indent="-228600" algn="l">
              <a:lnSpc>
                <a:spcPct val="100000"/>
              </a:lnSpc>
              <a:spcBef>
                <a:spcPts val="280"/>
              </a:spcBef>
              <a:spcAft>
                <a:spcPts val="0"/>
              </a:spcAft>
              <a:buClr>
                <a:schemeClr val="dk1"/>
              </a:buClr>
              <a:buSzPts val="1260"/>
              <a:buNone/>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658" name="Google Shape;658;p76"/>
          <p:cNvSpPr txBox="1">
            <a:spLocks noGrp="1"/>
          </p:cNvSpPr>
          <p:nvPr>
            <p:ph type="body" idx="15"/>
          </p:nvPr>
        </p:nvSpPr>
        <p:spPr>
          <a:xfrm>
            <a:off x="4943970" y="5136433"/>
            <a:ext cx="2921101" cy="473976"/>
          </a:xfrm>
          <a:prstGeom prst="rect">
            <a:avLst/>
          </a:prstGeom>
          <a:noFill/>
          <a:ln>
            <a:noFill/>
          </a:ln>
        </p:spPr>
        <p:txBody>
          <a:bodyPr spcFirstLastPara="1" wrap="square" lIns="0" tIns="0" rIns="0" bIns="0" anchor="t" anchorCtr="0">
            <a:spAutoFit/>
          </a:bodyPr>
          <a:lstStyle>
            <a:lvl1pPr marL="457200" lvl="0" indent="-308610" algn="l">
              <a:lnSpc>
                <a:spcPct val="100000"/>
              </a:lnSpc>
              <a:spcBef>
                <a:spcPts val="280"/>
              </a:spcBef>
              <a:spcAft>
                <a:spcPts val="0"/>
              </a:spcAft>
              <a:buClr>
                <a:schemeClr val="accent6"/>
              </a:buClr>
              <a:buSzPts val="1260"/>
              <a:buChar char="·"/>
              <a:defRPr sz="1400">
                <a:solidFill>
                  <a:schemeClr val="accent6"/>
                </a:solidFill>
              </a:defRPr>
            </a:lvl1pPr>
            <a:lvl2pPr marL="914400" lvl="1" indent="-228600" algn="l">
              <a:lnSpc>
                <a:spcPct val="100000"/>
              </a:lnSpc>
              <a:spcBef>
                <a:spcPts val="280"/>
              </a:spcBef>
              <a:spcAft>
                <a:spcPts val="0"/>
              </a:spcAft>
              <a:buClr>
                <a:schemeClr val="accent6"/>
              </a:buClr>
              <a:buSzPts val="1260"/>
              <a:buNone/>
              <a:defRPr sz="1400">
                <a:solidFill>
                  <a:schemeClr val="accent6"/>
                </a:solidFill>
              </a:defRPr>
            </a:lvl2pPr>
            <a:lvl3pPr marL="1371600" lvl="2" indent="-308610" algn="l">
              <a:lnSpc>
                <a:spcPct val="100000"/>
              </a:lnSpc>
              <a:spcBef>
                <a:spcPts val="280"/>
              </a:spcBef>
              <a:spcAft>
                <a:spcPts val="0"/>
              </a:spcAft>
              <a:buClr>
                <a:schemeClr val="accent6"/>
              </a:buClr>
              <a:buSzPts val="1260"/>
              <a:buChar char="·"/>
              <a:defRPr sz="1400">
                <a:solidFill>
                  <a:schemeClr val="accent6"/>
                </a:solidFill>
              </a:defRPr>
            </a:lvl3pPr>
            <a:lvl4pPr marL="1828800" lvl="3" indent="-308610" algn="l">
              <a:lnSpc>
                <a:spcPct val="100000"/>
              </a:lnSpc>
              <a:spcBef>
                <a:spcPts val="280"/>
              </a:spcBef>
              <a:spcAft>
                <a:spcPts val="0"/>
              </a:spcAft>
              <a:buClr>
                <a:schemeClr val="accent6"/>
              </a:buClr>
              <a:buSzPts val="1260"/>
              <a:buChar char="·"/>
              <a:defRPr sz="1400">
                <a:solidFill>
                  <a:schemeClr val="accent6"/>
                </a:solidFill>
              </a:defRPr>
            </a:lvl4pPr>
            <a:lvl5pPr marL="2286000" lvl="4" indent="-308610" algn="l">
              <a:lnSpc>
                <a:spcPct val="100000"/>
              </a:lnSpc>
              <a:spcBef>
                <a:spcPts val="280"/>
              </a:spcBef>
              <a:spcAft>
                <a:spcPts val="0"/>
              </a:spcAft>
              <a:buClr>
                <a:schemeClr val="accent6"/>
              </a:buClr>
              <a:buSzPts val="1260"/>
              <a:buChar char="·"/>
              <a:defRPr sz="1400">
                <a:solidFill>
                  <a:schemeClr val="accent6"/>
                </a:solidFill>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Tree>
  </p:cSld>
  <p:clrMapOvr>
    <a:masterClrMapping/>
  </p:clrMapOvr>
  <p:transition>
    <p:fade/>
  </p:transition>
  <p:extLst>
    <p:ext uri="{DCECCB84-F9BA-43D5-87BE-67443E8EF086}">
      <p15:sldGuideLst xmlns:p15="http://schemas.microsoft.com/office/powerpoint/2012/main">
        <p15:guide id="1" pos="2744">
          <p15:clr>
            <a:srgbClr val="5ACBF0"/>
          </p15:clr>
        </p15:guide>
        <p15:guide id="2" pos="2376">
          <p15:clr>
            <a:srgbClr val="5ACBF0"/>
          </p15:clr>
        </p15:guide>
        <p15:guide id="3" pos="3113">
          <p15:clr>
            <a:srgbClr val="5ACBF0"/>
          </p15:clr>
        </p15:guide>
        <p15:guide id="4" pos="5473">
          <p15:clr>
            <a:srgbClr val="FBAE40"/>
          </p15:clr>
        </p15:guide>
      </p15:sldGuideLst>
    </p:ext>
  </p:extLst>
</p:sldLayout>
</file>

<file path=ppt/slideLayouts/slideLayout76.xml><?xml version="1.0" encoding="utf-8"?>
<p:sldLayout xmlns:a="http://schemas.openxmlformats.org/drawingml/2006/main" xmlns:r="http://schemas.openxmlformats.org/officeDocument/2006/relationships" xmlns:p="http://schemas.openxmlformats.org/presentationml/2006/main" matchingName="2_Title and text side by side 3">
  <p:cSld name="2_Title and text side by side 3">
    <p:spTree>
      <p:nvGrpSpPr>
        <p:cNvPr id="1" name="Shape 659"/>
        <p:cNvGrpSpPr/>
        <p:nvPr/>
      </p:nvGrpSpPr>
      <p:grpSpPr>
        <a:xfrm>
          <a:off x="0" y="0"/>
          <a:ext cx="0" cy="0"/>
          <a:chOff x="0" y="0"/>
          <a:chExt cx="0" cy="0"/>
        </a:xfrm>
      </p:grpSpPr>
      <p:sp>
        <p:nvSpPr>
          <p:cNvPr id="660" name="Google Shape;660;p77"/>
          <p:cNvSpPr/>
          <p:nvPr/>
        </p:nvSpPr>
        <p:spPr>
          <a:xfrm>
            <a:off x="0" y="0"/>
            <a:ext cx="4356100" cy="6858000"/>
          </a:xfrm>
          <a:prstGeom prst="rect">
            <a:avLst/>
          </a:prstGeom>
          <a:solidFill>
            <a:schemeClr val="dk2"/>
          </a:solidFill>
          <a:ln>
            <a:noFill/>
          </a:ln>
        </p:spPr>
        <p:txBody>
          <a:bodyPr spcFirstLastPara="1" wrap="square" lIns="182875" tIns="146300" rIns="182875" bIns="146300" anchor="t" anchorCtr="0">
            <a:noAutofit/>
          </a:bodyPr>
          <a:lstStyle/>
          <a:p>
            <a:pPr marL="0" marR="0" lvl="0" indent="0" algn="l" rtl="0">
              <a:spcBef>
                <a:spcPts val="0"/>
              </a:spcBef>
              <a:spcAft>
                <a:spcPts val="0"/>
              </a:spcAft>
              <a:buNone/>
            </a:pPr>
            <a:endParaRPr sz="2000">
              <a:solidFill>
                <a:srgbClr val="FFFFFF"/>
              </a:solidFill>
              <a:latin typeface="Quattrocento Sans"/>
              <a:ea typeface="Quattrocento Sans"/>
              <a:cs typeface="Quattrocento Sans"/>
              <a:sym typeface="Quattrocento Sans"/>
            </a:endParaRPr>
          </a:p>
        </p:txBody>
      </p:sp>
      <p:sp>
        <p:nvSpPr>
          <p:cNvPr id="661" name="Google Shape;661;p77"/>
          <p:cNvSpPr txBox="1">
            <a:spLocks noGrp="1"/>
          </p:cNvSpPr>
          <p:nvPr>
            <p:ph type="title"/>
          </p:nvPr>
        </p:nvSpPr>
        <p:spPr>
          <a:xfrm>
            <a:off x="588263" y="585788"/>
            <a:ext cx="3182027" cy="575747"/>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Clr>
                <a:schemeClr val="accent3"/>
              </a:buClr>
              <a:buSzPts val="3600"/>
              <a:buFont typeface="Quattrocento Sans"/>
              <a:buNone/>
              <a:defRPr>
                <a:solidFill>
                  <a:schemeClr val="accent3"/>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62" name="Google Shape;662;p77"/>
          <p:cNvSpPr txBox="1">
            <a:spLocks noGrp="1"/>
          </p:cNvSpPr>
          <p:nvPr>
            <p:ph type="body" idx="1"/>
          </p:nvPr>
        </p:nvSpPr>
        <p:spPr>
          <a:xfrm>
            <a:off x="584200" y="1286005"/>
            <a:ext cx="3187700" cy="4983033"/>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400"/>
              </a:spcBef>
              <a:spcAft>
                <a:spcPts val="0"/>
              </a:spcAft>
              <a:buClr>
                <a:schemeClr val="lt1"/>
              </a:buClr>
              <a:buSzPts val="1800"/>
              <a:buFont typeface="Noto Sans Symbols"/>
              <a:buNone/>
              <a:defRPr sz="2000">
                <a:solidFill>
                  <a:schemeClr val="lt1"/>
                </a:solidFill>
              </a:defRPr>
            </a:lvl1pPr>
            <a:lvl2pPr marL="914400" lvl="1" indent="-331469" algn="l">
              <a:lnSpc>
                <a:spcPct val="100000"/>
              </a:lnSpc>
              <a:spcBef>
                <a:spcPts val="600"/>
              </a:spcBef>
              <a:spcAft>
                <a:spcPts val="0"/>
              </a:spcAft>
              <a:buClr>
                <a:schemeClr val="dk1"/>
              </a:buClr>
              <a:buSzPts val="1620"/>
              <a:buChar char="·"/>
              <a:defRPr/>
            </a:lvl2pPr>
            <a:lvl3pPr marL="1371600" lvl="2" indent="-331469" algn="l">
              <a:lnSpc>
                <a:spcPct val="100000"/>
              </a:lnSpc>
              <a:spcBef>
                <a:spcPts val="360"/>
              </a:spcBef>
              <a:spcAft>
                <a:spcPts val="0"/>
              </a:spcAft>
              <a:buClr>
                <a:schemeClr val="dk1"/>
              </a:buClr>
              <a:buSzPts val="1620"/>
              <a:buChar char="·"/>
              <a:defRPr/>
            </a:lvl3pPr>
            <a:lvl4pPr marL="1828800" lvl="3" indent="-331469" algn="l">
              <a:lnSpc>
                <a:spcPct val="100000"/>
              </a:lnSpc>
              <a:spcBef>
                <a:spcPts val="360"/>
              </a:spcBef>
              <a:spcAft>
                <a:spcPts val="0"/>
              </a:spcAft>
              <a:buClr>
                <a:schemeClr val="dk1"/>
              </a:buClr>
              <a:buSzPts val="1620"/>
              <a:buChar char="·"/>
              <a:defRPr/>
            </a:lvl4pPr>
            <a:lvl5pPr marL="2286000" lvl="4" indent="-331470" algn="l">
              <a:lnSpc>
                <a:spcPct val="100000"/>
              </a:lnSpc>
              <a:spcBef>
                <a:spcPts val="360"/>
              </a:spcBef>
              <a:spcAft>
                <a:spcPts val="0"/>
              </a:spcAft>
              <a:buClr>
                <a:schemeClr val="dk1"/>
              </a:buClr>
              <a:buSzPts val="162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663" name="Google Shape;663;p77"/>
          <p:cNvSpPr txBox="1"/>
          <p:nvPr/>
        </p:nvSpPr>
        <p:spPr>
          <a:xfrm>
            <a:off x="12355721" y="-203944"/>
            <a:ext cx="577081" cy="153888"/>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00">
                <a:solidFill>
                  <a:srgbClr val="A3A3A3"/>
                </a:solidFill>
                <a:latin typeface="Quattrocento Sans"/>
                <a:ea typeface="Quattrocento Sans"/>
                <a:cs typeface="Quattrocento Sans"/>
                <a:sym typeface="Quattrocento Sans"/>
              </a:rPr>
              <a:t>ELT layout</a:t>
            </a:r>
            <a:endParaRPr/>
          </a:p>
        </p:txBody>
      </p:sp>
    </p:spTree>
  </p:cSld>
  <p:clrMapOvr>
    <a:masterClrMapping/>
  </p:clrMapOvr>
  <p:transition>
    <p:fade/>
  </p:transition>
  <p:extLst>
    <p:ext uri="{DCECCB84-F9BA-43D5-87BE-67443E8EF086}">
      <p15:sldGuideLst xmlns:p15="http://schemas.microsoft.com/office/powerpoint/2012/main">
        <p15:guide id="1" pos="2744">
          <p15:clr>
            <a:srgbClr val="5ACBF0"/>
          </p15:clr>
        </p15:guide>
        <p15:guide id="2" orient="horz" pos="2160">
          <p15:clr>
            <a:srgbClr val="5ACBF0"/>
          </p15:clr>
        </p15:guide>
        <p15:guide id="3" pos="2376">
          <p15:clr>
            <a:srgbClr val="5ACBF0"/>
          </p15:clr>
        </p15:guide>
        <p15:guide id="4" pos="3113">
          <p15:clr>
            <a:srgbClr val="5ACBF0"/>
          </p15:clr>
        </p15:guide>
      </p15:sldGuideLst>
    </p:ext>
  </p:extLst>
</p:sldLayout>
</file>

<file path=ppt/slideLayouts/slideLayout77.xml><?xml version="1.0" encoding="utf-8"?>
<p:sldLayout xmlns:a="http://schemas.openxmlformats.org/drawingml/2006/main" xmlns:r="http://schemas.openxmlformats.org/officeDocument/2006/relationships" xmlns:p="http://schemas.openxmlformats.org/presentationml/2006/main" matchingName="1_Title and text side by side 3">
  <p:cSld name="1_Title and text side by side 3">
    <p:spTree>
      <p:nvGrpSpPr>
        <p:cNvPr id="1" name="Shape 664"/>
        <p:cNvGrpSpPr/>
        <p:nvPr/>
      </p:nvGrpSpPr>
      <p:grpSpPr>
        <a:xfrm>
          <a:off x="0" y="0"/>
          <a:ext cx="0" cy="0"/>
          <a:chOff x="0" y="0"/>
          <a:chExt cx="0" cy="0"/>
        </a:xfrm>
      </p:grpSpPr>
      <p:sp>
        <p:nvSpPr>
          <p:cNvPr id="665" name="Google Shape;665;p78"/>
          <p:cNvSpPr/>
          <p:nvPr/>
        </p:nvSpPr>
        <p:spPr>
          <a:xfrm>
            <a:off x="7835900" y="0"/>
            <a:ext cx="4356100" cy="6858000"/>
          </a:xfrm>
          <a:prstGeom prst="rect">
            <a:avLst/>
          </a:prstGeom>
          <a:solidFill>
            <a:schemeClr val="dk2"/>
          </a:solidFill>
          <a:ln>
            <a:noFill/>
          </a:ln>
        </p:spPr>
        <p:txBody>
          <a:bodyPr spcFirstLastPara="1" wrap="square" lIns="182875" tIns="146300" rIns="182875" bIns="146300" anchor="t" anchorCtr="0">
            <a:noAutofit/>
          </a:bodyPr>
          <a:lstStyle/>
          <a:p>
            <a:pPr marL="0" marR="0" lvl="0" indent="0" algn="l" rtl="0">
              <a:spcBef>
                <a:spcPts val="0"/>
              </a:spcBef>
              <a:spcAft>
                <a:spcPts val="0"/>
              </a:spcAft>
              <a:buNone/>
            </a:pPr>
            <a:endParaRPr sz="2000">
              <a:solidFill>
                <a:srgbClr val="FFFFFF"/>
              </a:solidFill>
              <a:latin typeface="Quattrocento Sans"/>
              <a:ea typeface="Quattrocento Sans"/>
              <a:cs typeface="Quattrocento Sans"/>
              <a:sym typeface="Quattrocento Sans"/>
            </a:endParaRPr>
          </a:p>
        </p:txBody>
      </p:sp>
      <p:sp>
        <p:nvSpPr>
          <p:cNvPr id="666" name="Google Shape;666;p78"/>
          <p:cNvSpPr txBox="1">
            <a:spLocks noGrp="1"/>
          </p:cNvSpPr>
          <p:nvPr>
            <p:ph type="title"/>
          </p:nvPr>
        </p:nvSpPr>
        <p:spPr>
          <a:xfrm>
            <a:off x="584200" y="585788"/>
            <a:ext cx="6088063" cy="608698"/>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Clr>
                <a:schemeClr val="dk2"/>
              </a:buClr>
              <a:buSzPts val="3600"/>
              <a:buFont typeface="Quattrocento Sans"/>
              <a:buNone/>
              <a:defRPr>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67" name="Google Shape;667;p78"/>
          <p:cNvSpPr txBox="1">
            <a:spLocks noGrp="1"/>
          </p:cNvSpPr>
          <p:nvPr>
            <p:ph type="body" idx="1"/>
          </p:nvPr>
        </p:nvSpPr>
        <p:spPr>
          <a:xfrm>
            <a:off x="8361404" y="585788"/>
            <a:ext cx="3247983" cy="5683249"/>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400"/>
              </a:spcBef>
              <a:spcAft>
                <a:spcPts val="0"/>
              </a:spcAft>
              <a:buClr>
                <a:schemeClr val="lt1"/>
              </a:buClr>
              <a:buSzPts val="1800"/>
              <a:buFont typeface="Noto Sans Symbols"/>
              <a:buNone/>
              <a:defRPr sz="2000">
                <a:solidFill>
                  <a:schemeClr val="lt1"/>
                </a:solidFill>
              </a:defRPr>
            </a:lvl1pPr>
            <a:lvl2pPr marL="914400" lvl="1" indent="-331469" algn="l">
              <a:lnSpc>
                <a:spcPct val="100000"/>
              </a:lnSpc>
              <a:spcBef>
                <a:spcPts val="600"/>
              </a:spcBef>
              <a:spcAft>
                <a:spcPts val="0"/>
              </a:spcAft>
              <a:buClr>
                <a:schemeClr val="dk1"/>
              </a:buClr>
              <a:buSzPts val="1620"/>
              <a:buChar char="·"/>
              <a:defRPr/>
            </a:lvl2pPr>
            <a:lvl3pPr marL="1371600" lvl="2" indent="-331469" algn="l">
              <a:lnSpc>
                <a:spcPct val="100000"/>
              </a:lnSpc>
              <a:spcBef>
                <a:spcPts val="360"/>
              </a:spcBef>
              <a:spcAft>
                <a:spcPts val="0"/>
              </a:spcAft>
              <a:buClr>
                <a:schemeClr val="dk1"/>
              </a:buClr>
              <a:buSzPts val="1620"/>
              <a:buChar char="·"/>
              <a:defRPr/>
            </a:lvl3pPr>
            <a:lvl4pPr marL="1828800" lvl="3" indent="-331469" algn="l">
              <a:lnSpc>
                <a:spcPct val="100000"/>
              </a:lnSpc>
              <a:spcBef>
                <a:spcPts val="360"/>
              </a:spcBef>
              <a:spcAft>
                <a:spcPts val="0"/>
              </a:spcAft>
              <a:buClr>
                <a:schemeClr val="dk1"/>
              </a:buClr>
              <a:buSzPts val="1620"/>
              <a:buChar char="·"/>
              <a:defRPr/>
            </a:lvl4pPr>
            <a:lvl5pPr marL="2286000" lvl="4" indent="-331470" algn="l">
              <a:lnSpc>
                <a:spcPct val="100000"/>
              </a:lnSpc>
              <a:spcBef>
                <a:spcPts val="360"/>
              </a:spcBef>
              <a:spcAft>
                <a:spcPts val="0"/>
              </a:spcAft>
              <a:buClr>
                <a:schemeClr val="dk1"/>
              </a:buClr>
              <a:buSzPts val="162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668" name="Google Shape;668;p78"/>
          <p:cNvSpPr txBox="1"/>
          <p:nvPr/>
        </p:nvSpPr>
        <p:spPr>
          <a:xfrm>
            <a:off x="12355721" y="-203944"/>
            <a:ext cx="577081" cy="153888"/>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00">
                <a:solidFill>
                  <a:srgbClr val="A3A3A3"/>
                </a:solidFill>
                <a:latin typeface="Quattrocento Sans"/>
                <a:ea typeface="Quattrocento Sans"/>
                <a:cs typeface="Quattrocento Sans"/>
                <a:sym typeface="Quattrocento Sans"/>
              </a:rPr>
              <a:t>ELT layout</a:t>
            </a:r>
            <a:endParaRPr/>
          </a:p>
        </p:txBody>
      </p:sp>
      <p:sp>
        <p:nvSpPr>
          <p:cNvPr id="669" name="Google Shape;669;p78"/>
          <p:cNvSpPr txBox="1">
            <a:spLocks noGrp="1"/>
          </p:cNvSpPr>
          <p:nvPr>
            <p:ph type="body" idx="2"/>
          </p:nvPr>
        </p:nvSpPr>
        <p:spPr>
          <a:xfrm>
            <a:off x="584200" y="1196752"/>
            <a:ext cx="6088063" cy="2232247"/>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400"/>
              </a:spcBef>
              <a:spcAft>
                <a:spcPts val="0"/>
              </a:spcAft>
              <a:buClr>
                <a:schemeClr val="dk1"/>
              </a:buClr>
              <a:buSzPts val="1800"/>
              <a:buFont typeface="Noto Sans Symbols"/>
              <a:buNone/>
              <a:defRPr sz="2000">
                <a:solidFill>
                  <a:schemeClr val="dk1"/>
                </a:solidFill>
              </a:defRPr>
            </a:lvl1pPr>
            <a:lvl2pPr marL="914400" lvl="1" indent="-331469" algn="l">
              <a:lnSpc>
                <a:spcPct val="100000"/>
              </a:lnSpc>
              <a:spcBef>
                <a:spcPts val="600"/>
              </a:spcBef>
              <a:spcAft>
                <a:spcPts val="0"/>
              </a:spcAft>
              <a:buClr>
                <a:schemeClr val="dk1"/>
              </a:buClr>
              <a:buSzPts val="1620"/>
              <a:buChar char="·"/>
              <a:defRPr/>
            </a:lvl2pPr>
            <a:lvl3pPr marL="1371600" lvl="2" indent="-331469" algn="l">
              <a:lnSpc>
                <a:spcPct val="100000"/>
              </a:lnSpc>
              <a:spcBef>
                <a:spcPts val="360"/>
              </a:spcBef>
              <a:spcAft>
                <a:spcPts val="0"/>
              </a:spcAft>
              <a:buClr>
                <a:schemeClr val="dk1"/>
              </a:buClr>
              <a:buSzPts val="1620"/>
              <a:buChar char="·"/>
              <a:defRPr/>
            </a:lvl3pPr>
            <a:lvl4pPr marL="1828800" lvl="3" indent="-331469" algn="l">
              <a:lnSpc>
                <a:spcPct val="100000"/>
              </a:lnSpc>
              <a:spcBef>
                <a:spcPts val="360"/>
              </a:spcBef>
              <a:spcAft>
                <a:spcPts val="0"/>
              </a:spcAft>
              <a:buClr>
                <a:schemeClr val="dk1"/>
              </a:buClr>
              <a:buSzPts val="1620"/>
              <a:buChar char="·"/>
              <a:defRPr/>
            </a:lvl4pPr>
            <a:lvl5pPr marL="2286000" lvl="4" indent="-331470" algn="l">
              <a:lnSpc>
                <a:spcPct val="100000"/>
              </a:lnSpc>
              <a:spcBef>
                <a:spcPts val="360"/>
              </a:spcBef>
              <a:spcAft>
                <a:spcPts val="0"/>
              </a:spcAft>
              <a:buClr>
                <a:schemeClr val="dk1"/>
              </a:buClr>
              <a:buSzPts val="162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Tree>
  </p:cSld>
  <p:clrMapOvr>
    <a:masterClrMapping/>
  </p:clrMapOvr>
  <p:transition>
    <p:fade/>
  </p:transition>
  <p:extLst>
    <p:ext uri="{DCECCB84-F9BA-43D5-87BE-67443E8EF086}">
      <p15:sldGuideLst xmlns:p15="http://schemas.microsoft.com/office/powerpoint/2012/main">
        <p15:guide id="1" pos="4929">
          <p15:clr>
            <a:srgbClr val="5ACBF0"/>
          </p15:clr>
        </p15:guide>
        <p15:guide id="2" orient="horz" pos="2160">
          <p15:clr>
            <a:srgbClr val="5ACBF0"/>
          </p15:clr>
        </p15:guide>
        <p15:guide id="3" pos="4566">
          <p15:clr>
            <a:srgbClr val="5ACBF0"/>
          </p15:clr>
        </p15:guide>
        <p15:guide id="4" pos="4203">
          <p15:clr>
            <a:srgbClr val="5ACBF0"/>
          </p15:clr>
        </p15:guide>
      </p15:sldGuideLst>
    </p:ext>
  </p:extLst>
</p:sldLayout>
</file>

<file path=ppt/slideLayouts/slideLayout78.xml><?xml version="1.0" encoding="utf-8"?>
<p:sldLayout xmlns:a="http://schemas.openxmlformats.org/drawingml/2006/main" xmlns:r="http://schemas.openxmlformats.org/officeDocument/2006/relationships" xmlns:p="http://schemas.openxmlformats.org/presentationml/2006/main" matchingName="Title and text side by side 4">
  <p:cSld name="Title and text side by side 4">
    <p:bg>
      <p:bgPr>
        <a:solidFill>
          <a:schemeClr val="dk2"/>
        </a:solidFill>
        <a:effectLst/>
      </p:bgPr>
    </p:bg>
    <p:spTree>
      <p:nvGrpSpPr>
        <p:cNvPr id="1" name="Shape 670"/>
        <p:cNvGrpSpPr/>
        <p:nvPr/>
      </p:nvGrpSpPr>
      <p:grpSpPr>
        <a:xfrm>
          <a:off x="0" y="0"/>
          <a:ext cx="0" cy="0"/>
          <a:chOff x="0" y="0"/>
          <a:chExt cx="0" cy="0"/>
        </a:xfrm>
      </p:grpSpPr>
      <p:sp>
        <p:nvSpPr>
          <p:cNvPr id="671" name="Google Shape;671;p79"/>
          <p:cNvSpPr txBox="1">
            <a:spLocks noGrp="1"/>
          </p:cNvSpPr>
          <p:nvPr>
            <p:ph type="title"/>
          </p:nvPr>
        </p:nvSpPr>
        <p:spPr>
          <a:xfrm>
            <a:off x="588263" y="585788"/>
            <a:ext cx="3182027" cy="5683250"/>
          </a:xfrm>
          <a:prstGeom prst="rect">
            <a:avLst/>
          </a:prstGeom>
          <a:noFill/>
          <a:ln>
            <a:noFill/>
          </a:ln>
        </p:spPr>
        <p:txBody>
          <a:bodyPr spcFirstLastPara="1" wrap="square" lIns="0" tIns="0" rIns="0" bIns="0" anchor="ctr" anchorCtr="0">
            <a:noAutofit/>
          </a:bodyPr>
          <a:lstStyle>
            <a:lvl1pPr lvl="0" algn="l">
              <a:lnSpc>
                <a:spcPct val="100000"/>
              </a:lnSpc>
              <a:spcBef>
                <a:spcPts val="0"/>
              </a:spcBef>
              <a:spcAft>
                <a:spcPts val="0"/>
              </a:spcAft>
              <a:buClr>
                <a:schemeClr val="lt1"/>
              </a:buClr>
              <a:buSzPts val="3600"/>
              <a:buFont typeface="Quattrocento Sans"/>
              <a:buNone/>
              <a:defRPr>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72" name="Google Shape;672;p79"/>
          <p:cNvSpPr txBox="1">
            <a:spLocks noGrp="1"/>
          </p:cNvSpPr>
          <p:nvPr>
            <p:ph type="body" idx="1"/>
          </p:nvPr>
        </p:nvSpPr>
        <p:spPr>
          <a:xfrm>
            <a:off x="4941888" y="585788"/>
            <a:ext cx="6667500" cy="5683249"/>
          </a:xfrm>
          <a:prstGeom prst="rect">
            <a:avLst/>
          </a:prstGeom>
          <a:noFill/>
          <a:ln>
            <a:noFill/>
          </a:ln>
        </p:spPr>
        <p:txBody>
          <a:bodyPr spcFirstLastPara="1" wrap="square" lIns="0" tIns="0" rIns="0" bIns="0" anchor="ctr" anchorCtr="0">
            <a:noAutofit/>
          </a:bodyPr>
          <a:lstStyle>
            <a:lvl1pPr marL="457200" lvl="0" indent="-228600" algn="l">
              <a:lnSpc>
                <a:spcPct val="100000"/>
              </a:lnSpc>
              <a:spcBef>
                <a:spcPts val="560"/>
              </a:spcBef>
              <a:spcAft>
                <a:spcPts val="0"/>
              </a:spcAft>
              <a:buClr>
                <a:schemeClr val="lt1"/>
              </a:buClr>
              <a:buSzPts val="2520"/>
              <a:buFont typeface="Noto Sans Symbols"/>
              <a:buNone/>
              <a:defRPr>
                <a:solidFill>
                  <a:schemeClr val="lt1"/>
                </a:solidFill>
              </a:defRPr>
            </a:lvl1pPr>
            <a:lvl2pPr marL="914400" lvl="1" indent="-331469" algn="l">
              <a:lnSpc>
                <a:spcPct val="100000"/>
              </a:lnSpc>
              <a:spcBef>
                <a:spcPts val="600"/>
              </a:spcBef>
              <a:spcAft>
                <a:spcPts val="0"/>
              </a:spcAft>
              <a:buClr>
                <a:schemeClr val="lt1"/>
              </a:buClr>
              <a:buSzPts val="1620"/>
              <a:buChar char="·"/>
              <a:defRPr/>
            </a:lvl2pPr>
            <a:lvl3pPr marL="1371600" lvl="2" indent="-331469" algn="l">
              <a:lnSpc>
                <a:spcPct val="100000"/>
              </a:lnSpc>
              <a:spcBef>
                <a:spcPts val="360"/>
              </a:spcBef>
              <a:spcAft>
                <a:spcPts val="0"/>
              </a:spcAft>
              <a:buClr>
                <a:schemeClr val="lt1"/>
              </a:buClr>
              <a:buSzPts val="1620"/>
              <a:buChar char="·"/>
              <a:defRPr/>
            </a:lvl3pPr>
            <a:lvl4pPr marL="1828800" lvl="3" indent="-331469" algn="l">
              <a:lnSpc>
                <a:spcPct val="100000"/>
              </a:lnSpc>
              <a:spcBef>
                <a:spcPts val="360"/>
              </a:spcBef>
              <a:spcAft>
                <a:spcPts val="0"/>
              </a:spcAft>
              <a:buClr>
                <a:schemeClr val="lt1"/>
              </a:buClr>
              <a:buSzPts val="1620"/>
              <a:buChar char="·"/>
              <a:defRPr/>
            </a:lvl4pPr>
            <a:lvl5pPr marL="2286000" lvl="4" indent="-331470" algn="l">
              <a:lnSpc>
                <a:spcPct val="100000"/>
              </a:lnSpc>
              <a:spcBef>
                <a:spcPts val="360"/>
              </a:spcBef>
              <a:spcAft>
                <a:spcPts val="0"/>
              </a:spcAft>
              <a:buClr>
                <a:schemeClr val="lt1"/>
              </a:buClr>
              <a:buSzPts val="1620"/>
              <a:buChar char="·"/>
              <a:defRPr/>
            </a:lvl5pPr>
            <a:lvl6pPr marL="2743200" lvl="5" indent="-342900" algn="l">
              <a:spcBef>
                <a:spcPts val="360"/>
              </a:spcBef>
              <a:spcAft>
                <a:spcPts val="0"/>
              </a:spcAft>
              <a:buClr>
                <a:schemeClr val="lt1"/>
              </a:buClr>
              <a:buSzPts val="1800"/>
              <a:buChar char="•"/>
              <a:defRPr/>
            </a:lvl6pPr>
            <a:lvl7pPr marL="3200400" lvl="6" indent="-342900" algn="l">
              <a:spcBef>
                <a:spcPts val="360"/>
              </a:spcBef>
              <a:spcAft>
                <a:spcPts val="0"/>
              </a:spcAft>
              <a:buClr>
                <a:schemeClr val="lt1"/>
              </a:buClr>
              <a:buSzPts val="1800"/>
              <a:buChar char="•"/>
              <a:defRPr/>
            </a:lvl7pPr>
            <a:lvl8pPr marL="3657600" lvl="7" indent="-342900" algn="l">
              <a:spcBef>
                <a:spcPts val="360"/>
              </a:spcBef>
              <a:spcAft>
                <a:spcPts val="0"/>
              </a:spcAft>
              <a:buClr>
                <a:schemeClr val="lt1"/>
              </a:buClr>
              <a:buSzPts val="1800"/>
              <a:buChar char="•"/>
              <a:defRPr/>
            </a:lvl8pPr>
            <a:lvl9pPr marL="4114800" lvl="8" indent="-342900" algn="l">
              <a:spcBef>
                <a:spcPts val="360"/>
              </a:spcBef>
              <a:spcAft>
                <a:spcPts val="0"/>
              </a:spcAft>
              <a:buClr>
                <a:schemeClr val="lt1"/>
              </a:buClr>
              <a:buSzPts val="1800"/>
              <a:buChar char="•"/>
              <a:defRPr/>
            </a:lvl9pPr>
          </a:lstStyle>
          <a:p>
            <a:endParaRPr/>
          </a:p>
        </p:txBody>
      </p:sp>
      <p:cxnSp>
        <p:nvCxnSpPr>
          <p:cNvPr id="673" name="Google Shape;673;p79"/>
          <p:cNvCxnSpPr/>
          <p:nvPr/>
        </p:nvCxnSpPr>
        <p:spPr>
          <a:xfrm>
            <a:off x="4356100" y="2578100"/>
            <a:ext cx="0" cy="1701800"/>
          </a:xfrm>
          <a:prstGeom prst="straightConnector1">
            <a:avLst/>
          </a:prstGeom>
          <a:noFill/>
          <a:ln w="28575" cap="flat" cmpd="sng">
            <a:solidFill>
              <a:schemeClr val="lt1"/>
            </a:solidFill>
            <a:prstDash val="solid"/>
            <a:round/>
            <a:headEnd type="none" w="sm" len="sm"/>
            <a:tailEnd type="none" w="sm" len="sm"/>
          </a:ln>
        </p:spPr>
      </p:cxnSp>
      <p:sp>
        <p:nvSpPr>
          <p:cNvPr id="674" name="Google Shape;674;p79"/>
          <p:cNvSpPr txBox="1"/>
          <p:nvPr/>
        </p:nvSpPr>
        <p:spPr>
          <a:xfrm>
            <a:off x="12355721" y="-203944"/>
            <a:ext cx="577081" cy="153888"/>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00">
                <a:solidFill>
                  <a:srgbClr val="A3A3A3"/>
                </a:solidFill>
                <a:latin typeface="Quattrocento Sans"/>
                <a:ea typeface="Quattrocento Sans"/>
                <a:cs typeface="Quattrocento Sans"/>
                <a:sym typeface="Quattrocento Sans"/>
              </a:rPr>
              <a:t>ELT layout</a:t>
            </a:r>
            <a:endParaRPr/>
          </a:p>
        </p:txBody>
      </p:sp>
    </p:spTree>
  </p:cSld>
  <p:clrMapOvr>
    <a:masterClrMapping/>
  </p:clrMapOvr>
  <p:transition>
    <p:fade/>
  </p:transition>
  <p:extLst>
    <p:ext uri="{DCECCB84-F9BA-43D5-87BE-67443E8EF086}">
      <p15:sldGuideLst xmlns:p15="http://schemas.microsoft.com/office/powerpoint/2012/main">
        <p15:guide id="1" pos="2744">
          <p15:clr>
            <a:srgbClr val="5ACBF0"/>
          </p15:clr>
        </p15:guide>
        <p15:guide id="2" orient="horz" pos="2160">
          <p15:clr>
            <a:srgbClr val="5ACBF0"/>
          </p15:clr>
        </p15:guide>
        <p15:guide id="3" pos="2376">
          <p15:clr>
            <a:srgbClr val="5ACBF0"/>
          </p15:clr>
        </p15:guide>
        <p15:guide id="4" pos="3113">
          <p15:clr>
            <a:srgbClr val="5ACBF0"/>
          </p15:clr>
        </p15:guide>
      </p15:sldGuideLst>
    </p:ext>
  </p:extLst>
</p:sldLayout>
</file>

<file path=ppt/slideLayouts/slideLayout79.xml><?xml version="1.0" encoding="utf-8"?>
<p:sldLayout xmlns:a="http://schemas.openxmlformats.org/drawingml/2006/main" xmlns:r="http://schemas.openxmlformats.org/officeDocument/2006/relationships" xmlns:p="http://schemas.openxmlformats.org/presentationml/2006/main" matchingName="Title and text side by side 5">
  <p:cSld name="Title and text side by side 5">
    <p:bg>
      <p:bgPr>
        <a:solidFill>
          <a:schemeClr val="dk2"/>
        </a:solidFill>
        <a:effectLst/>
      </p:bgPr>
    </p:bg>
    <p:spTree>
      <p:nvGrpSpPr>
        <p:cNvPr id="1" name="Shape 675"/>
        <p:cNvGrpSpPr/>
        <p:nvPr/>
      </p:nvGrpSpPr>
      <p:grpSpPr>
        <a:xfrm>
          <a:off x="0" y="0"/>
          <a:ext cx="0" cy="0"/>
          <a:chOff x="0" y="0"/>
          <a:chExt cx="0" cy="0"/>
        </a:xfrm>
      </p:grpSpPr>
      <p:cxnSp>
        <p:nvCxnSpPr>
          <p:cNvPr id="676" name="Google Shape;676;p80"/>
          <p:cNvCxnSpPr/>
          <p:nvPr/>
        </p:nvCxnSpPr>
        <p:spPr>
          <a:xfrm>
            <a:off x="6096000" y="1989442"/>
            <a:ext cx="0" cy="2879117"/>
          </a:xfrm>
          <a:prstGeom prst="straightConnector1">
            <a:avLst/>
          </a:prstGeom>
          <a:noFill/>
          <a:ln w="28575" cap="flat" cmpd="sng">
            <a:solidFill>
              <a:schemeClr val="lt1"/>
            </a:solidFill>
            <a:prstDash val="solid"/>
            <a:round/>
            <a:headEnd type="none" w="sm" len="sm"/>
            <a:tailEnd type="none" w="sm" len="sm"/>
          </a:ln>
        </p:spPr>
      </p:cxnSp>
      <p:sp>
        <p:nvSpPr>
          <p:cNvPr id="677" name="Google Shape;677;p80"/>
          <p:cNvSpPr txBox="1">
            <a:spLocks noGrp="1"/>
          </p:cNvSpPr>
          <p:nvPr>
            <p:ph type="title"/>
          </p:nvPr>
        </p:nvSpPr>
        <p:spPr>
          <a:xfrm>
            <a:off x="588263" y="585788"/>
            <a:ext cx="4894962" cy="5683250"/>
          </a:xfrm>
          <a:prstGeom prst="rect">
            <a:avLst/>
          </a:prstGeom>
          <a:noFill/>
          <a:ln>
            <a:noFill/>
          </a:ln>
        </p:spPr>
        <p:txBody>
          <a:bodyPr spcFirstLastPara="1" wrap="square" lIns="0" tIns="0" rIns="0" bIns="0" anchor="ctr" anchorCtr="0">
            <a:noAutofit/>
          </a:bodyPr>
          <a:lstStyle>
            <a:lvl1pPr lvl="0" algn="l">
              <a:lnSpc>
                <a:spcPct val="100000"/>
              </a:lnSpc>
              <a:spcBef>
                <a:spcPts val="0"/>
              </a:spcBef>
              <a:spcAft>
                <a:spcPts val="0"/>
              </a:spcAft>
              <a:buClr>
                <a:schemeClr val="accent3"/>
              </a:buClr>
              <a:buSzPts val="3600"/>
              <a:buFont typeface="Quattrocento Sans"/>
              <a:buNone/>
              <a:defRPr>
                <a:solidFill>
                  <a:schemeClr val="accent3"/>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78" name="Google Shape;678;p80"/>
          <p:cNvSpPr txBox="1">
            <a:spLocks noGrp="1"/>
          </p:cNvSpPr>
          <p:nvPr>
            <p:ph type="body" idx="1"/>
          </p:nvPr>
        </p:nvSpPr>
        <p:spPr>
          <a:xfrm>
            <a:off x="6672262" y="585788"/>
            <a:ext cx="4937125" cy="5683249"/>
          </a:xfrm>
          <a:prstGeom prst="rect">
            <a:avLst/>
          </a:prstGeom>
          <a:noFill/>
          <a:ln>
            <a:noFill/>
          </a:ln>
        </p:spPr>
        <p:txBody>
          <a:bodyPr spcFirstLastPara="1" wrap="square" lIns="0" tIns="0" rIns="0" bIns="0" anchor="ctr" anchorCtr="0">
            <a:noAutofit/>
          </a:bodyPr>
          <a:lstStyle>
            <a:lvl1pPr marL="457200" lvl="0" indent="-228600" algn="l">
              <a:lnSpc>
                <a:spcPct val="100000"/>
              </a:lnSpc>
              <a:spcBef>
                <a:spcPts val="560"/>
              </a:spcBef>
              <a:spcAft>
                <a:spcPts val="0"/>
              </a:spcAft>
              <a:buClr>
                <a:schemeClr val="lt1"/>
              </a:buClr>
              <a:buSzPts val="2520"/>
              <a:buFont typeface="Noto Sans Symbols"/>
              <a:buNone/>
              <a:defRPr>
                <a:solidFill>
                  <a:schemeClr val="lt1"/>
                </a:solidFill>
              </a:defRPr>
            </a:lvl1pPr>
            <a:lvl2pPr marL="914400" lvl="1" indent="-331469" algn="l">
              <a:lnSpc>
                <a:spcPct val="100000"/>
              </a:lnSpc>
              <a:spcBef>
                <a:spcPts val="600"/>
              </a:spcBef>
              <a:spcAft>
                <a:spcPts val="0"/>
              </a:spcAft>
              <a:buClr>
                <a:schemeClr val="lt1"/>
              </a:buClr>
              <a:buSzPts val="1620"/>
              <a:buChar char="·"/>
              <a:defRPr/>
            </a:lvl2pPr>
            <a:lvl3pPr marL="1371600" lvl="2" indent="-331469" algn="l">
              <a:lnSpc>
                <a:spcPct val="100000"/>
              </a:lnSpc>
              <a:spcBef>
                <a:spcPts val="360"/>
              </a:spcBef>
              <a:spcAft>
                <a:spcPts val="0"/>
              </a:spcAft>
              <a:buClr>
                <a:schemeClr val="lt1"/>
              </a:buClr>
              <a:buSzPts val="1620"/>
              <a:buChar char="·"/>
              <a:defRPr/>
            </a:lvl3pPr>
            <a:lvl4pPr marL="1828800" lvl="3" indent="-331469" algn="l">
              <a:lnSpc>
                <a:spcPct val="100000"/>
              </a:lnSpc>
              <a:spcBef>
                <a:spcPts val="360"/>
              </a:spcBef>
              <a:spcAft>
                <a:spcPts val="0"/>
              </a:spcAft>
              <a:buClr>
                <a:schemeClr val="lt1"/>
              </a:buClr>
              <a:buSzPts val="1620"/>
              <a:buChar char="·"/>
              <a:defRPr/>
            </a:lvl4pPr>
            <a:lvl5pPr marL="2286000" lvl="4" indent="-331470" algn="l">
              <a:lnSpc>
                <a:spcPct val="100000"/>
              </a:lnSpc>
              <a:spcBef>
                <a:spcPts val="360"/>
              </a:spcBef>
              <a:spcAft>
                <a:spcPts val="0"/>
              </a:spcAft>
              <a:buClr>
                <a:schemeClr val="lt1"/>
              </a:buClr>
              <a:buSzPts val="1620"/>
              <a:buChar char="·"/>
              <a:defRPr/>
            </a:lvl5pPr>
            <a:lvl6pPr marL="2743200" lvl="5" indent="-342900" algn="l">
              <a:spcBef>
                <a:spcPts val="360"/>
              </a:spcBef>
              <a:spcAft>
                <a:spcPts val="0"/>
              </a:spcAft>
              <a:buClr>
                <a:schemeClr val="lt1"/>
              </a:buClr>
              <a:buSzPts val="1800"/>
              <a:buChar char="•"/>
              <a:defRPr/>
            </a:lvl6pPr>
            <a:lvl7pPr marL="3200400" lvl="6" indent="-342900" algn="l">
              <a:spcBef>
                <a:spcPts val="360"/>
              </a:spcBef>
              <a:spcAft>
                <a:spcPts val="0"/>
              </a:spcAft>
              <a:buClr>
                <a:schemeClr val="lt1"/>
              </a:buClr>
              <a:buSzPts val="1800"/>
              <a:buChar char="•"/>
              <a:defRPr/>
            </a:lvl7pPr>
            <a:lvl8pPr marL="3657600" lvl="7" indent="-342900" algn="l">
              <a:spcBef>
                <a:spcPts val="360"/>
              </a:spcBef>
              <a:spcAft>
                <a:spcPts val="0"/>
              </a:spcAft>
              <a:buClr>
                <a:schemeClr val="lt1"/>
              </a:buClr>
              <a:buSzPts val="1800"/>
              <a:buChar char="•"/>
              <a:defRPr/>
            </a:lvl8pPr>
            <a:lvl9pPr marL="4114800" lvl="8" indent="-342900" algn="l">
              <a:spcBef>
                <a:spcPts val="360"/>
              </a:spcBef>
              <a:spcAft>
                <a:spcPts val="0"/>
              </a:spcAft>
              <a:buClr>
                <a:schemeClr val="lt1"/>
              </a:buClr>
              <a:buSzPts val="1800"/>
              <a:buChar char="•"/>
              <a:defRPr/>
            </a:lvl9pPr>
          </a:lstStyle>
          <a:p>
            <a:endParaRPr/>
          </a:p>
        </p:txBody>
      </p:sp>
    </p:spTree>
  </p:cSld>
  <p:clrMapOvr>
    <a:masterClrMapping/>
  </p:clrMapOvr>
  <p:transition>
    <p:fade/>
  </p:transition>
  <p:extLst>
    <p:ext uri="{DCECCB84-F9BA-43D5-87BE-67443E8EF086}">
      <p15:sldGuideLst xmlns:p15="http://schemas.microsoft.com/office/powerpoint/2012/main">
        <p15:guide id="1" pos="369">
          <p15:clr>
            <a:srgbClr val="F26B43"/>
          </p15:clr>
        </p15:guide>
        <p15:guide id="2" orient="horz" pos="366">
          <p15:clr>
            <a:srgbClr val="F26B43"/>
          </p15:clr>
        </p15:guide>
        <p15:guide id="3" pos="7311">
          <p15:clr>
            <a:srgbClr val="F26B43"/>
          </p15:clr>
        </p15:guide>
        <p15:guide id="4" orient="horz" pos="3951">
          <p15:clr>
            <a:srgbClr val="F26B43"/>
          </p15:clr>
        </p15:guide>
        <p15:guide id="5" pos="3749">
          <p15:clr>
            <a:srgbClr val="A4A3A4"/>
          </p15:clr>
        </p15:guide>
        <p15:guide id="6" pos="3931">
          <p15:clr>
            <a:srgbClr val="A4A3A4"/>
          </p15:clr>
        </p15:guide>
        <p15:guide id="7" pos="3840">
          <p15:clr>
            <a:srgbClr val="F26B43"/>
          </p15:clr>
        </p15:guide>
        <p15:guide id="8" pos="3454">
          <p15:clr>
            <a:srgbClr val="FBAE40"/>
          </p15:clr>
        </p15:guide>
        <p15:guide id="9" pos="4203">
          <p15:clr>
            <a:srgbClr val="FBAE40"/>
          </p15:clr>
        </p15:guide>
      </p15:sldGuideLst>
    </p:ext>
  </p:extLst>
</p:sldLayout>
</file>

<file path=ppt/slideLayouts/slideLayout80.xml><?xml version="1.0" encoding="utf-8"?>
<p:sldLayout xmlns:a="http://schemas.openxmlformats.org/drawingml/2006/main" xmlns:r="http://schemas.openxmlformats.org/officeDocument/2006/relationships" xmlns:p="http://schemas.openxmlformats.org/presentationml/2006/main" matchingName="Project Profile">
  <p:cSld name="Project Profile">
    <p:spTree>
      <p:nvGrpSpPr>
        <p:cNvPr id="1" name="Shape 679"/>
        <p:cNvGrpSpPr/>
        <p:nvPr/>
      </p:nvGrpSpPr>
      <p:grpSpPr>
        <a:xfrm>
          <a:off x="0" y="0"/>
          <a:ext cx="0" cy="0"/>
          <a:chOff x="0" y="0"/>
          <a:chExt cx="0" cy="0"/>
        </a:xfrm>
      </p:grpSpPr>
      <p:sp>
        <p:nvSpPr>
          <p:cNvPr id="680" name="Google Shape;680;p81"/>
          <p:cNvSpPr/>
          <p:nvPr/>
        </p:nvSpPr>
        <p:spPr>
          <a:xfrm>
            <a:off x="-1" y="0"/>
            <a:ext cx="5959475" cy="6858000"/>
          </a:xfrm>
          <a:prstGeom prst="rect">
            <a:avLst/>
          </a:prstGeom>
          <a:solidFill>
            <a:schemeClr val="dk2"/>
          </a:solidFill>
          <a:ln>
            <a:noFill/>
          </a:ln>
        </p:spPr>
        <p:txBody>
          <a:bodyPr spcFirstLastPara="1" wrap="square" lIns="182875" tIns="146300" rIns="182875" bIns="146300" anchor="t" anchorCtr="0">
            <a:noAutofit/>
          </a:bodyPr>
          <a:lstStyle/>
          <a:p>
            <a:pPr marL="0" marR="0" lvl="0" indent="0" algn="l" rtl="0">
              <a:spcBef>
                <a:spcPts val="0"/>
              </a:spcBef>
              <a:spcAft>
                <a:spcPts val="0"/>
              </a:spcAft>
              <a:buNone/>
            </a:pPr>
            <a:endParaRPr sz="2000">
              <a:solidFill>
                <a:srgbClr val="FFFFFF"/>
              </a:solidFill>
              <a:latin typeface="Quattrocento Sans"/>
              <a:ea typeface="Quattrocento Sans"/>
              <a:cs typeface="Quattrocento Sans"/>
              <a:sym typeface="Quattrocento Sans"/>
            </a:endParaRPr>
          </a:p>
        </p:txBody>
      </p:sp>
      <p:sp>
        <p:nvSpPr>
          <p:cNvPr id="681" name="Google Shape;681;p81"/>
          <p:cNvSpPr txBox="1">
            <a:spLocks noGrp="1"/>
          </p:cNvSpPr>
          <p:nvPr>
            <p:ph type="title"/>
          </p:nvPr>
        </p:nvSpPr>
        <p:spPr>
          <a:xfrm>
            <a:off x="588263" y="585788"/>
            <a:ext cx="4726687" cy="850900"/>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Clr>
                <a:schemeClr val="accent3"/>
              </a:buClr>
              <a:buSzPts val="3600"/>
              <a:buFont typeface="Quattrocento Sans"/>
              <a:buNone/>
              <a:defRPr>
                <a:solidFill>
                  <a:schemeClr val="accent3"/>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cxnSp>
        <p:nvCxnSpPr>
          <p:cNvPr id="682" name="Google Shape;682;p81"/>
          <p:cNvCxnSpPr/>
          <p:nvPr/>
        </p:nvCxnSpPr>
        <p:spPr>
          <a:xfrm>
            <a:off x="6240463" y="2028346"/>
            <a:ext cx="5368925" cy="0"/>
          </a:xfrm>
          <a:prstGeom prst="straightConnector1">
            <a:avLst/>
          </a:prstGeom>
          <a:noFill/>
          <a:ln w="25400" cap="flat" cmpd="sng">
            <a:solidFill>
              <a:schemeClr val="dk2"/>
            </a:solidFill>
            <a:prstDash val="solid"/>
            <a:round/>
            <a:headEnd type="none" w="sm" len="sm"/>
            <a:tailEnd type="none" w="sm" len="sm"/>
          </a:ln>
        </p:spPr>
      </p:cxnSp>
      <p:sp>
        <p:nvSpPr>
          <p:cNvPr id="683" name="Google Shape;683;p81"/>
          <p:cNvSpPr txBox="1">
            <a:spLocks noGrp="1"/>
          </p:cNvSpPr>
          <p:nvPr>
            <p:ph type="body" idx="1"/>
          </p:nvPr>
        </p:nvSpPr>
        <p:spPr>
          <a:xfrm>
            <a:off x="584201" y="2017713"/>
            <a:ext cx="3481387" cy="2326791"/>
          </a:xfrm>
          <a:prstGeom prst="rect">
            <a:avLst/>
          </a:prstGeom>
          <a:noFill/>
          <a:ln>
            <a:noFill/>
          </a:ln>
        </p:spPr>
        <p:txBody>
          <a:bodyPr spcFirstLastPara="1" wrap="square" lIns="0" tIns="0" rIns="0" bIns="0" anchor="t" anchorCtr="0">
            <a:spAutoFit/>
          </a:bodyPr>
          <a:lstStyle>
            <a:lvl1pPr marL="457200" lvl="0" indent="-228600" algn="l">
              <a:lnSpc>
                <a:spcPct val="100000"/>
              </a:lnSpc>
              <a:spcBef>
                <a:spcPts val="360"/>
              </a:spcBef>
              <a:spcAft>
                <a:spcPts val="0"/>
              </a:spcAft>
              <a:buClr>
                <a:schemeClr val="lt1"/>
              </a:buClr>
              <a:buSzPts val="1620"/>
              <a:buNone/>
              <a:defRPr sz="1800">
                <a:solidFill>
                  <a:schemeClr val="lt1"/>
                </a:solidFill>
              </a:defRPr>
            </a:lvl1pPr>
            <a:lvl2pPr marL="914400" lvl="1" indent="-228600" algn="l">
              <a:lnSpc>
                <a:spcPct val="100000"/>
              </a:lnSpc>
              <a:spcBef>
                <a:spcPts val="360"/>
              </a:spcBef>
              <a:spcAft>
                <a:spcPts val="0"/>
              </a:spcAft>
              <a:buClr>
                <a:schemeClr val="lt1"/>
              </a:buClr>
              <a:buSzPts val="1620"/>
              <a:buNone/>
              <a:defRPr sz="1800">
                <a:solidFill>
                  <a:schemeClr val="lt1"/>
                </a:solidFill>
              </a:defRPr>
            </a:lvl2pPr>
            <a:lvl3pPr marL="1371600" lvl="2" indent="-228600" algn="l">
              <a:lnSpc>
                <a:spcPct val="100000"/>
              </a:lnSpc>
              <a:spcBef>
                <a:spcPts val="360"/>
              </a:spcBef>
              <a:spcAft>
                <a:spcPts val="0"/>
              </a:spcAft>
              <a:buClr>
                <a:schemeClr val="lt1"/>
              </a:buClr>
              <a:buSzPts val="1620"/>
              <a:buNone/>
              <a:defRPr sz="1800">
                <a:solidFill>
                  <a:schemeClr val="lt1"/>
                </a:solidFill>
              </a:defRPr>
            </a:lvl3pPr>
            <a:lvl4pPr marL="1828800" lvl="3" indent="-228600" algn="l">
              <a:lnSpc>
                <a:spcPct val="100000"/>
              </a:lnSpc>
              <a:spcBef>
                <a:spcPts val="360"/>
              </a:spcBef>
              <a:spcAft>
                <a:spcPts val="0"/>
              </a:spcAft>
              <a:buClr>
                <a:schemeClr val="lt1"/>
              </a:buClr>
              <a:buSzPts val="1620"/>
              <a:buNone/>
              <a:defRPr sz="1800">
                <a:solidFill>
                  <a:schemeClr val="lt1"/>
                </a:solidFill>
              </a:defRPr>
            </a:lvl4pPr>
            <a:lvl5pPr marL="2286000" lvl="4" indent="-228600" algn="l">
              <a:lnSpc>
                <a:spcPct val="100000"/>
              </a:lnSpc>
              <a:spcBef>
                <a:spcPts val="360"/>
              </a:spcBef>
              <a:spcAft>
                <a:spcPts val="0"/>
              </a:spcAft>
              <a:buClr>
                <a:schemeClr val="lt1"/>
              </a:buClr>
              <a:buSzPts val="1620"/>
              <a:buNone/>
              <a:defRPr sz="1800">
                <a:solidFill>
                  <a:schemeClr val="lt1"/>
                </a:solidFill>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684" name="Google Shape;684;p81"/>
          <p:cNvSpPr txBox="1">
            <a:spLocks noGrp="1"/>
          </p:cNvSpPr>
          <p:nvPr>
            <p:ph type="body" idx="2"/>
          </p:nvPr>
        </p:nvSpPr>
        <p:spPr>
          <a:xfrm>
            <a:off x="6240463" y="585788"/>
            <a:ext cx="1597025" cy="647700"/>
          </a:xfrm>
          <a:prstGeom prst="rect">
            <a:avLst/>
          </a:prstGeom>
          <a:noFill/>
          <a:ln>
            <a:noFill/>
          </a:ln>
        </p:spPr>
        <p:txBody>
          <a:bodyPr spcFirstLastPara="1" wrap="square" lIns="0" tIns="0" rIns="0" bIns="0" anchor="ctr" anchorCtr="0">
            <a:noAutofit/>
          </a:bodyPr>
          <a:lstStyle>
            <a:lvl1pPr marL="457200" lvl="0" indent="-228600" algn="ctr">
              <a:lnSpc>
                <a:spcPct val="100000"/>
              </a:lnSpc>
              <a:spcBef>
                <a:spcPts val="720"/>
              </a:spcBef>
              <a:spcAft>
                <a:spcPts val="0"/>
              </a:spcAft>
              <a:buClr>
                <a:schemeClr val="dk1"/>
              </a:buClr>
              <a:buSzPts val="3240"/>
              <a:buNone/>
              <a:defRPr sz="3600">
                <a:latin typeface="Quattrocento Sans"/>
                <a:ea typeface="Quattrocento Sans"/>
                <a:cs typeface="Quattrocento Sans"/>
                <a:sym typeface="Quattrocento Sans"/>
              </a:defRPr>
            </a:lvl1pPr>
            <a:lvl2pPr marL="914400" lvl="1" indent="-434340" algn="l">
              <a:lnSpc>
                <a:spcPct val="100000"/>
              </a:lnSpc>
              <a:spcBef>
                <a:spcPts val="720"/>
              </a:spcBef>
              <a:spcAft>
                <a:spcPts val="0"/>
              </a:spcAft>
              <a:buClr>
                <a:schemeClr val="dk1"/>
              </a:buClr>
              <a:buSzPts val="3240"/>
              <a:buChar char="·"/>
              <a:defRPr sz="3600">
                <a:latin typeface="Quattrocento Sans"/>
                <a:ea typeface="Quattrocento Sans"/>
                <a:cs typeface="Quattrocento Sans"/>
                <a:sym typeface="Quattrocento Sans"/>
              </a:defRPr>
            </a:lvl2pPr>
            <a:lvl3pPr marL="1371600" lvl="2" indent="-434339" algn="l">
              <a:lnSpc>
                <a:spcPct val="100000"/>
              </a:lnSpc>
              <a:spcBef>
                <a:spcPts val="720"/>
              </a:spcBef>
              <a:spcAft>
                <a:spcPts val="0"/>
              </a:spcAft>
              <a:buClr>
                <a:schemeClr val="dk1"/>
              </a:buClr>
              <a:buSzPts val="3240"/>
              <a:buChar char="·"/>
              <a:defRPr sz="3600">
                <a:latin typeface="Quattrocento Sans"/>
                <a:ea typeface="Quattrocento Sans"/>
                <a:cs typeface="Quattrocento Sans"/>
                <a:sym typeface="Quattrocento Sans"/>
              </a:defRPr>
            </a:lvl3pPr>
            <a:lvl4pPr marL="1828800" lvl="3" indent="-434339" algn="l">
              <a:lnSpc>
                <a:spcPct val="100000"/>
              </a:lnSpc>
              <a:spcBef>
                <a:spcPts val="720"/>
              </a:spcBef>
              <a:spcAft>
                <a:spcPts val="0"/>
              </a:spcAft>
              <a:buClr>
                <a:schemeClr val="dk1"/>
              </a:buClr>
              <a:buSzPts val="3240"/>
              <a:buChar char="·"/>
              <a:defRPr sz="3600">
                <a:latin typeface="Quattrocento Sans"/>
                <a:ea typeface="Quattrocento Sans"/>
                <a:cs typeface="Quattrocento Sans"/>
                <a:sym typeface="Quattrocento Sans"/>
              </a:defRPr>
            </a:lvl4pPr>
            <a:lvl5pPr marL="2286000" lvl="4" indent="-434339" algn="l">
              <a:lnSpc>
                <a:spcPct val="100000"/>
              </a:lnSpc>
              <a:spcBef>
                <a:spcPts val="720"/>
              </a:spcBef>
              <a:spcAft>
                <a:spcPts val="0"/>
              </a:spcAft>
              <a:buClr>
                <a:schemeClr val="dk1"/>
              </a:buClr>
              <a:buSzPts val="3240"/>
              <a:buChar char="·"/>
              <a:defRPr sz="3600">
                <a:latin typeface="Quattrocento Sans"/>
                <a:ea typeface="Quattrocento Sans"/>
                <a:cs typeface="Quattrocento Sans"/>
                <a:sym typeface="Quattrocento Sans"/>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685" name="Google Shape;685;p81"/>
          <p:cNvSpPr txBox="1">
            <a:spLocks noGrp="1"/>
          </p:cNvSpPr>
          <p:nvPr>
            <p:ph type="body" idx="3"/>
          </p:nvPr>
        </p:nvSpPr>
        <p:spPr>
          <a:xfrm>
            <a:off x="8148638" y="585788"/>
            <a:ext cx="1560611" cy="647700"/>
          </a:xfrm>
          <a:prstGeom prst="rect">
            <a:avLst/>
          </a:prstGeom>
          <a:noFill/>
          <a:ln>
            <a:noFill/>
          </a:ln>
        </p:spPr>
        <p:txBody>
          <a:bodyPr spcFirstLastPara="1" wrap="square" lIns="0" tIns="0" rIns="0" bIns="0" anchor="ctr" anchorCtr="0">
            <a:noAutofit/>
          </a:bodyPr>
          <a:lstStyle>
            <a:lvl1pPr marL="457200" lvl="0" indent="-228600" algn="ctr">
              <a:lnSpc>
                <a:spcPct val="100000"/>
              </a:lnSpc>
              <a:spcBef>
                <a:spcPts val="720"/>
              </a:spcBef>
              <a:spcAft>
                <a:spcPts val="0"/>
              </a:spcAft>
              <a:buClr>
                <a:schemeClr val="dk1"/>
              </a:buClr>
              <a:buSzPts val="3240"/>
              <a:buNone/>
              <a:defRPr sz="3600">
                <a:latin typeface="Quattrocento Sans"/>
                <a:ea typeface="Quattrocento Sans"/>
                <a:cs typeface="Quattrocento Sans"/>
                <a:sym typeface="Quattrocento Sans"/>
              </a:defRPr>
            </a:lvl1pPr>
            <a:lvl2pPr marL="914400" lvl="1" indent="-434340" algn="l">
              <a:lnSpc>
                <a:spcPct val="100000"/>
              </a:lnSpc>
              <a:spcBef>
                <a:spcPts val="720"/>
              </a:spcBef>
              <a:spcAft>
                <a:spcPts val="0"/>
              </a:spcAft>
              <a:buClr>
                <a:schemeClr val="dk1"/>
              </a:buClr>
              <a:buSzPts val="3240"/>
              <a:buChar char="·"/>
              <a:defRPr sz="3600">
                <a:latin typeface="Quattrocento Sans"/>
                <a:ea typeface="Quattrocento Sans"/>
                <a:cs typeface="Quattrocento Sans"/>
                <a:sym typeface="Quattrocento Sans"/>
              </a:defRPr>
            </a:lvl2pPr>
            <a:lvl3pPr marL="1371600" lvl="2" indent="-434339" algn="l">
              <a:lnSpc>
                <a:spcPct val="100000"/>
              </a:lnSpc>
              <a:spcBef>
                <a:spcPts val="720"/>
              </a:spcBef>
              <a:spcAft>
                <a:spcPts val="0"/>
              </a:spcAft>
              <a:buClr>
                <a:schemeClr val="dk1"/>
              </a:buClr>
              <a:buSzPts val="3240"/>
              <a:buChar char="·"/>
              <a:defRPr sz="3600">
                <a:latin typeface="Quattrocento Sans"/>
                <a:ea typeface="Quattrocento Sans"/>
                <a:cs typeface="Quattrocento Sans"/>
                <a:sym typeface="Quattrocento Sans"/>
              </a:defRPr>
            </a:lvl3pPr>
            <a:lvl4pPr marL="1828800" lvl="3" indent="-434339" algn="l">
              <a:lnSpc>
                <a:spcPct val="100000"/>
              </a:lnSpc>
              <a:spcBef>
                <a:spcPts val="720"/>
              </a:spcBef>
              <a:spcAft>
                <a:spcPts val="0"/>
              </a:spcAft>
              <a:buClr>
                <a:schemeClr val="dk1"/>
              </a:buClr>
              <a:buSzPts val="3240"/>
              <a:buChar char="·"/>
              <a:defRPr sz="3600">
                <a:latin typeface="Quattrocento Sans"/>
                <a:ea typeface="Quattrocento Sans"/>
                <a:cs typeface="Quattrocento Sans"/>
                <a:sym typeface="Quattrocento Sans"/>
              </a:defRPr>
            </a:lvl4pPr>
            <a:lvl5pPr marL="2286000" lvl="4" indent="-434339" algn="l">
              <a:lnSpc>
                <a:spcPct val="100000"/>
              </a:lnSpc>
              <a:spcBef>
                <a:spcPts val="720"/>
              </a:spcBef>
              <a:spcAft>
                <a:spcPts val="0"/>
              </a:spcAft>
              <a:buClr>
                <a:schemeClr val="dk1"/>
              </a:buClr>
              <a:buSzPts val="3240"/>
              <a:buChar char="·"/>
              <a:defRPr sz="3600">
                <a:latin typeface="Quattrocento Sans"/>
                <a:ea typeface="Quattrocento Sans"/>
                <a:cs typeface="Quattrocento Sans"/>
                <a:sym typeface="Quattrocento Sans"/>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686" name="Google Shape;686;p81"/>
          <p:cNvSpPr txBox="1">
            <a:spLocks noGrp="1"/>
          </p:cNvSpPr>
          <p:nvPr>
            <p:ph type="body" idx="4"/>
          </p:nvPr>
        </p:nvSpPr>
        <p:spPr>
          <a:xfrm>
            <a:off x="10013951" y="585788"/>
            <a:ext cx="1595438" cy="647700"/>
          </a:xfrm>
          <a:prstGeom prst="rect">
            <a:avLst/>
          </a:prstGeom>
          <a:noFill/>
          <a:ln>
            <a:noFill/>
          </a:ln>
        </p:spPr>
        <p:txBody>
          <a:bodyPr spcFirstLastPara="1" wrap="square" lIns="0" tIns="0" rIns="0" bIns="0" anchor="ctr" anchorCtr="0">
            <a:noAutofit/>
          </a:bodyPr>
          <a:lstStyle>
            <a:lvl1pPr marL="457200" lvl="0" indent="-228600" algn="ctr">
              <a:lnSpc>
                <a:spcPct val="100000"/>
              </a:lnSpc>
              <a:spcBef>
                <a:spcPts val="720"/>
              </a:spcBef>
              <a:spcAft>
                <a:spcPts val="0"/>
              </a:spcAft>
              <a:buClr>
                <a:schemeClr val="dk1"/>
              </a:buClr>
              <a:buSzPts val="3240"/>
              <a:buNone/>
              <a:defRPr sz="3600">
                <a:latin typeface="Quattrocento Sans"/>
                <a:ea typeface="Quattrocento Sans"/>
                <a:cs typeface="Quattrocento Sans"/>
                <a:sym typeface="Quattrocento Sans"/>
              </a:defRPr>
            </a:lvl1pPr>
            <a:lvl2pPr marL="914400" lvl="1" indent="-434340" algn="l">
              <a:lnSpc>
                <a:spcPct val="100000"/>
              </a:lnSpc>
              <a:spcBef>
                <a:spcPts val="720"/>
              </a:spcBef>
              <a:spcAft>
                <a:spcPts val="0"/>
              </a:spcAft>
              <a:buClr>
                <a:schemeClr val="dk1"/>
              </a:buClr>
              <a:buSzPts val="3240"/>
              <a:buChar char="·"/>
              <a:defRPr sz="3600">
                <a:latin typeface="Quattrocento Sans"/>
                <a:ea typeface="Quattrocento Sans"/>
                <a:cs typeface="Quattrocento Sans"/>
                <a:sym typeface="Quattrocento Sans"/>
              </a:defRPr>
            </a:lvl2pPr>
            <a:lvl3pPr marL="1371600" lvl="2" indent="-434339" algn="l">
              <a:lnSpc>
                <a:spcPct val="100000"/>
              </a:lnSpc>
              <a:spcBef>
                <a:spcPts val="720"/>
              </a:spcBef>
              <a:spcAft>
                <a:spcPts val="0"/>
              </a:spcAft>
              <a:buClr>
                <a:schemeClr val="dk1"/>
              </a:buClr>
              <a:buSzPts val="3240"/>
              <a:buChar char="·"/>
              <a:defRPr sz="3600">
                <a:latin typeface="Quattrocento Sans"/>
                <a:ea typeface="Quattrocento Sans"/>
                <a:cs typeface="Quattrocento Sans"/>
                <a:sym typeface="Quattrocento Sans"/>
              </a:defRPr>
            </a:lvl3pPr>
            <a:lvl4pPr marL="1828800" lvl="3" indent="-434339" algn="l">
              <a:lnSpc>
                <a:spcPct val="100000"/>
              </a:lnSpc>
              <a:spcBef>
                <a:spcPts val="720"/>
              </a:spcBef>
              <a:spcAft>
                <a:spcPts val="0"/>
              </a:spcAft>
              <a:buClr>
                <a:schemeClr val="dk1"/>
              </a:buClr>
              <a:buSzPts val="3240"/>
              <a:buChar char="·"/>
              <a:defRPr sz="3600">
                <a:latin typeface="Quattrocento Sans"/>
                <a:ea typeface="Quattrocento Sans"/>
                <a:cs typeface="Quattrocento Sans"/>
                <a:sym typeface="Quattrocento Sans"/>
              </a:defRPr>
            </a:lvl4pPr>
            <a:lvl5pPr marL="2286000" lvl="4" indent="-434339" algn="l">
              <a:lnSpc>
                <a:spcPct val="100000"/>
              </a:lnSpc>
              <a:spcBef>
                <a:spcPts val="720"/>
              </a:spcBef>
              <a:spcAft>
                <a:spcPts val="0"/>
              </a:spcAft>
              <a:buClr>
                <a:schemeClr val="dk1"/>
              </a:buClr>
              <a:buSzPts val="3240"/>
              <a:buChar char="·"/>
              <a:defRPr sz="3600">
                <a:latin typeface="Quattrocento Sans"/>
                <a:ea typeface="Quattrocento Sans"/>
                <a:cs typeface="Quattrocento Sans"/>
                <a:sym typeface="Quattrocento Sans"/>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687" name="Google Shape;687;p81"/>
          <p:cNvSpPr txBox="1">
            <a:spLocks noGrp="1"/>
          </p:cNvSpPr>
          <p:nvPr>
            <p:ph type="body" idx="5"/>
          </p:nvPr>
        </p:nvSpPr>
        <p:spPr>
          <a:xfrm>
            <a:off x="6240463" y="1233489"/>
            <a:ext cx="1571625" cy="611186"/>
          </a:xfrm>
          <a:prstGeom prst="rect">
            <a:avLst/>
          </a:prstGeom>
          <a:noFill/>
          <a:ln>
            <a:noFill/>
          </a:ln>
        </p:spPr>
        <p:txBody>
          <a:bodyPr spcFirstLastPara="1" wrap="square" lIns="0" tIns="0" rIns="0" bIns="0" anchor="ctr" anchorCtr="0">
            <a:noAutofit/>
          </a:bodyPr>
          <a:lstStyle>
            <a:lvl1pPr marL="457200" lvl="0" indent="-228600" algn="ctr">
              <a:lnSpc>
                <a:spcPct val="100000"/>
              </a:lnSpc>
              <a:spcBef>
                <a:spcPts val="280"/>
              </a:spcBef>
              <a:spcAft>
                <a:spcPts val="0"/>
              </a:spcAft>
              <a:buClr>
                <a:schemeClr val="accent6"/>
              </a:buClr>
              <a:buSzPts val="1260"/>
              <a:buNone/>
              <a:defRPr sz="1400">
                <a:solidFill>
                  <a:schemeClr val="accent6"/>
                </a:solidFill>
              </a:defRPr>
            </a:lvl1pPr>
            <a:lvl2pPr marL="914400" lvl="1" indent="-228600" algn="l">
              <a:lnSpc>
                <a:spcPct val="100000"/>
              </a:lnSpc>
              <a:spcBef>
                <a:spcPts val="280"/>
              </a:spcBef>
              <a:spcAft>
                <a:spcPts val="0"/>
              </a:spcAft>
              <a:buClr>
                <a:schemeClr val="dk1"/>
              </a:buClr>
              <a:buSzPts val="1260"/>
              <a:buNone/>
              <a:defRPr sz="1400"/>
            </a:lvl2pPr>
            <a:lvl3pPr marL="1371600" lvl="2" indent="-228600" algn="l">
              <a:lnSpc>
                <a:spcPct val="100000"/>
              </a:lnSpc>
              <a:spcBef>
                <a:spcPts val="280"/>
              </a:spcBef>
              <a:spcAft>
                <a:spcPts val="0"/>
              </a:spcAft>
              <a:buClr>
                <a:schemeClr val="dk1"/>
              </a:buClr>
              <a:buSzPts val="1260"/>
              <a:buNone/>
              <a:defRPr sz="1400"/>
            </a:lvl3pPr>
            <a:lvl4pPr marL="1828800" lvl="3" indent="-228600" algn="l">
              <a:lnSpc>
                <a:spcPct val="100000"/>
              </a:lnSpc>
              <a:spcBef>
                <a:spcPts val="280"/>
              </a:spcBef>
              <a:spcAft>
                <a:spcPts val="0"/>
              </a:spcAft>
              <a:buClr>
                <a:schemeClr val="dk1"/>
              </a:buClr>
              <a:buSzPts val="1260"/>
              <a:buNone/>
              <a:defRPr sz="1400"/>
            </a:lvl4pPr>
            <a:lvl5pPr marL="2286000" lvl="4" indent="-228600" algn="l">
              <a:lnSpc>
                <a:spcPct val="100000"/>
              </a:lnSpc>
              <a:spcBef>
                <a:spcPts val="280"/>
              </a:spcBef>
              <a:spcAft>
                <a:spcPts val="0"/>
              </a:spcAft>
              <a:buClr>
                <a:schemeClr val="dk1"/>
              </a:buClr>
              <a:buSzPts val="1260"/>
              <a:buNone/>
              <a:defRPr sz="1400"/>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688" name="Google Shape;688;p81"/>
          <p:cNvSpPr txBox="1">
            <a:spLocks noGrp="1"/>
          </p:cNvSpPr>
          <p:nvPr>
            <p:ph type="body" idx="6"/>
          </p:nvPr>
        </p:nvSpPr>
        <p:spPr>
          <a:xfrm>
            <a:off x="8148638" y="1233489"/>
            <a:ext cx="1571625" cy="611186"/>
          </a:xfrm>
          <a:prstGeom prst="rect">
            <a:avLst/>
          </a:prstGeom>
          <a:noFill/>
          <a:ln>
            <a:noFill/>
          </a:ln>
        </p:spPr>
        <p:txBody>
          <a:bodyPr spcFirstLastPara="1" wrap="square" lIns="0" tIns="0" rIns="0" bIns="0" anchor="ctr" anchorCtr="0">
            <a:noAutofit/>
          </a:bodyPr>
          <a:lstStyle>
            <a:lvl1pPr marL="457200" lvl="0" indent="-228600" algn="ctr">
              <a:lnSpc>
                <a:spcPct val="100000"/>
              </a:lnSpc>
              <a:spcBef>
                <a:spcPts val="280"/>
              </a:spcBef>
              <a:spcAft>
                <a:spcPts val="0"/>
              </a:spcAft>
              <a:buClr>
                <a:schemeClr val="accent6"/>
              </a:buClr>
              <a:buSzPts val="1260"/>
              <a:buNone/>
              <a:defRPr sz="1400">
                <a:solidFill>
                  <a:schemeClr val="accent6"/>
                </a:solidFill>
              </a:defRPr>
            </a:lvl1pPr>
            <a:lvl2pPr marL="914400" lvl="1" indent="-228600" algn="l">
              <a:lnSpc>
                <a:spcPct val="100000"/>
              </a:lnSpc>
              <a:spcBef>
                <a:spcPts val="280"/>
              </a:spcBef>
              <a:spcAft>
                <a:spcPts val="0"/>
              </a:spcAft>
              <a:buClr>
                <a:schemeClr val="dk1"/>
              </a:buClr>
              <a:buSzPts val="1260"/>
              <a:buNone/>
              <a:defRPr sz="1400"/>
            </a:lvl2pPr>
            <a:lvl3pPr marL="1371600" lvl="2" indent="-228600" algn="l">
              <a:lnSpc>
                <a:spcPct val="100000"/>
              </a:lnSpc>
              <a:spcBef>
                <a:spcPts val="280"/>
              </a:spcBef>
              <a:spcAft>
                <a:spcPts val="0"/>
              </a:spcAft>
              <a:buClr>
                <a:schemeClr val="dk1"/>
              </a:buClr>
              <a:buSzPts val="1260"/>
              <a:buNone/>
              <a:defRPr sz="1400"/>
            </a:lvl3pPr>
            <a:lvl4pPr marL="1828800" lvl="3" indent="-228600" algn="l">
              <a:lnSpc>
                <a:spcPct val="100000"/>
              </a:lnSpc>
              <a:spcBef>
                <a:spcPts val="280"/>
              </a:spcBef>
              <a:spcAft>
                <a:spcPts val="0"/>
              </a:spcAft>
              <a:buClr>
                <a:schemeClr val="dk1"/>
              </a:buClr>
              <a:buSzPts val="1260"/>
              <a:buNone/>
              <a:defRPr sz="1400"/>
            </a:lvl4pPr>
            <a:lvl5pPr marL="2286000" lvl="4" indent="-228600" algn="l">
              <a:lnSpc>
                <a:spcPct val="100000"/>
              </a:lnSpc>
              <a:spcBef>
                <a:spcPts val="280"/>
              </a:spcBef>
              <a:spcAft>
                <a:spcPts val="0"/>
              </a:spcAft>
              <a:buClr>
                <a:schemeClr val="dk1"/>
              </a:buClr>
              <a:buSzPts val="1260"/>
              <a:buNone/>
              <a:defRPr sz="1400"/>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689" name="Google Shape;689;p81"/>
          <p:cNvSpPr txBox="1">
            <a:spLocks noGrp="1"/>
          </p:cNvSpPr>
          <p:nvPr>
            <p:ph type="body" idx="7"/>
          </p:nvPr>
        </p:nvSpPr>
        <p:spPr>
          <a:xfrm>
            <a:off x="10013950" y="1233489"/>
            <a:ext cx="1595438" cy="611186"/>
          </a:xfrm>
          <a:prstGeom prst="rect">
            <a:avLst/>
          </a:prstGeom>
          <a:noFill/>
          <a:ln>
            <a:noFill/>
          </a:ln>
        </p:spPr>
        <p:txBody>
          <a:bodyPr spcFirstLastPara="1" wrap="square" lIns="0" tIns="0" rIns="0" bIns="0" anchor="ctr" anchorCtr="0">
            <a:noAutofit/>
          </a:bodyPr>
          <a:lstStyle>
            <a:lvl1pPr marL="457200" lvl="0" indent="-228600" algn="ctr">
              <a:lnSpc>
                <a:spcPct val="100000"/>
              </a:lnSpc>
              <a:spcBef>
                <a:spcPts val="280"/>
              </a:spcBef>
              <a:spcAft>
                <a:spcPts val="0"/>
              </a:spcAft>
              <a:buClr>
                <a:schemeClr val="accent6"/>
              </a:buClr>
              <a:buSzPts val="1260"/>
              <a:buNone/>
              <a:defRPr sz="1400">
                <a:solidFill>
                  <a:schemeClr val="accent6"/>
                </a:solidFill>
              </a:defRPr>
            </a:lvl1pPr>
            <a:lvl2pPr marL="914400" lvl="1" indent="-228600" algn="l">
              <a:lnSpc>
                <a:spcPct val="100000"/>
              </a:lnSpc>
              <a:spcBef>
                <a:spcPts val="280"/>
              </a:spcBef>
              <a:spcAft>
                <a:spcPts val="0"/>
              </a:spcAft>
              <a:buClr>
                <a:schemeClr val="dk1"/>
              </a:buClr>
              <a:buSzPts val="1260"/>
              <a:buNone/>
              <a:defRPr sz="1400"/>
            </a:lvl2pPr>
            <a:lvl3pPr marL="1371600" lvl="2" indent="-228600" algn="l">
              <a:lnSpc>
                <a:spcPct val="100000"/>
              </a:lnSpc>
              <a:spcBef>
                <a:spcPts val="280"/>
              </a:spcBef>
              <a:spcAft>
                <a:spcPts val="0"/>
              </a:spcAft>
              <a:buClr>
                <a:schemeClr val="dk1"/>
              </a:buClr>
              <a:buSzPts val="1260"/>
              <a:buNone/>
              <a:defRPr sz="1400"/>
            </a:lvl3pPr>
            <a:lvl4pPr marL="1828800" lvl="3" indent="-228600" algn="l">
              <a:lnSpc>
                <a:spcPct val="100000"/>
              </a:lnSpc>
              <a:spcBef>
                <a:spcPts val="280"/>
              </a:spcBef>
              <a:spcAft>
                <a:spcPts val="0"/>
              </a:spcAft>
              <a:buClr>
                <a:schemeClr val="dk1"/>
              </a:buClr>
              <a:buSzPts val="1260"/>
              <a:buNone/>
              <a:defRPr sz="1400"/>
            </a:lvl4pPr>
            <a:lvl5pPr marL="2286000" lvl="4" indent="-228600" algn="l">
              <a:lnSpc>
                <a:spcPct val="100000"/>
              </a:lnSpc>
              <a:spcBef>
                <a:spcPts val="280"/>
              </a:spcBef>
              <a:spcAft>
                <a:spcPts val="0"/>
              </a:spcAft>
              <a:buClr>
                <a:schemeClr val="dk1"/>
              </a:buClr>
              <a:buSzPts val="1260"/>
              <a:buNone/>
              <a:defRPr sz="1400"/>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690" name="Google Shape;690;p81"/>
          <p:cNvSpPr txBox="1">
            <a:spLocks noGrp="1"/>
          </p:cNvSpPr>
          <p:nvPr>
            <p:ph type="body" idx="8"/>
          </p:nvPr>
        </p:nvSpPr>
        <p:spPr>
          <a:xfrm>
            <a:off x="6240463" y="2017713"/>
            <a:ext cx="4422775" cy="704222"/>
          </a:xfrm>
          <a:prstGeom prst="rect">
            <a:avLst/>
          </a:prstGeom>
          <a:noFill/>
          <a:ln>
            <a:noFill/>
          </a:ln>
        </p:spPr>
        <p:txBody>
          <a:bodyPr spcFirstLastPara="1" wrap="square" lIns="90000" tIns="46800" rIns="90000" bIns="46800" anchor="b" anchorCtr="0">
            <a:noAutofit/>
          </a:bodyPr>
          <a:lstStyle>
            <a:lvl1pPr marL="457200" lvl="0" indent="-228600" algn="l">
              <a:lnSpc>
                <a:spcPct val="100000"/>
              </a:lnSpc>
              <a:spcBef>
                <a:spcPts val="480"/>
              </a:spcBef>
              <a:spcAft>
                <a:spcPts val="0"/>
              </a:spcAft>
              <a:buClr>
                <a:schemeClr val="dk1"/>
              </a:buClr>
              <a:buSzPts val="2160"/>
              <a:buNone/>
              <a:defRPr sz="2400">
                <a:latin typeface="Quattrocento Sans"/>
                <a:ea typeface="Quattrocento Sans"/>
                <a:cs typeface="Quattrocento Sans"/>
                <a:sym typeface="Quattrocento Sans"/>
              </a:defRPr>
            </a:lvl1pPr>
            <a:lvl2pPr marL="914400" lvl="1" indent="-228600" algn="l">
              <a:lnSpc>
                <a:spcPct val="100000"/>
              </a:lnSpc>
              <a:spcBef>
                <a:spcPts val="400"/>
              </a:spcBef>
              <a:spcAft>
                <a:spcPts val="0"/>
              </a:spcAft>
              <a:buClr>
                <a:schemeClr val="dk1"/>
              </a:buClr>
              <a:buSzPts val="1800"/>
              <a:buNone/>
              <a:defRPr>
                <a:latin typeface="Quattrocento Sans"/>
                <a:ea typeface="Quattrocento Sans"/>
                <a:cs typeface="Quattrocento Sans"/>
                <a:sym typeface="Quattrocento Sans"/>
              </a:defRPr>
            </a:lvl2pPr>
            <a:lvl3pPr marL="1371600" lvl="2" indent="-228600" algn="l">
              <a:lnSpc>
                <a:spcPct val="100000"/>
              </a:lnSpc>
              <a:spcBef>
                <a:spcPts val="320"/>
              </a:spcBef>
              <a:spcAft>
                <a:spcPts val="0"/>
              </a:spcAft>
              <a:buClr>
                <a:schemeClr val="dk1"/>
              </a:buClr>
              <a:buSzPts val="1440"/>
              <a:buNone/>
              <a:defRPr>
                <a:latin typeface="Quattrocento Sans"/>
                <a:ea typeface="Quattrocento Sans"/>
                <a:cs typeface="Quattrocento Sans"/>
                <a:sym typeface="Quattrocento Sans"/>
              </a:defRPr>
            </a:lvl3pPr>
            <a:lvl4pPr marL="1828800" lvl="3" indent="-228600" algn="l">
              <a:lnSpc>
                <a:spcPct val="100000"/>
              </a:lnSpc>
              <a:spcBef>
                <a:spcPts val="280"/>
              </a:spcBef>
              <a:spcAft>
                <a:spcPts val="0"/>
              </a:spcAft>
              <a:buClr>
                <a:schemeClr val="dk1"/>
              </a:buClr>
              <a:buSzPts val="1260"/>
              <a:buNone/>
              <a:defRPr>
                <a:latin typeface="Quattrocento Sans"/>
                <a:ea typeface="Quattrocento Sans"/>
                <a:cs typeface="Quattrocento Sans"/>
                <a:sym typeface="Quattrocento Sans"/>
              </a:defRPr>
            </a:lvl4pPr>
            <a:lvl5pPr marL="2286000" lvl="4" indent="-228600" algn="l">
              <a:lnSpc>
                <a:spcPct val="100000"/>
              </a:lnSpc>
              <a:spcBef>
                <a:spcPts val="280"/>
              </a:spcBef>
              <a:spcAft>
                <a:spcPts val="0"/>
              </a:spcAft>
              <a:buClr>
                <a:schemeClr val="dk1"/>
              </a:buClr>
              <a:buSzPts val="1260"/>
              <a:buNone/>
              <a:defRPr>
                <a:latin typeface="Quattrocento Sans"/>
                <a:ea typeface="Quattrocento Sans"/>
                <a:cs typeface="Quattrocento Sans"/>
                <a:sym typeface="Quattrocento Sans"/>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691" name="Google Shape;691;p81"/>
          <p:cNvSpPr txBox="1">
            <a:spLocks noGrp="1"/>
          </p:cNvSpPr>
          <p:nvPr>
            <p:ph type="body" idx="9"/>
          </p:nvPr>
        </p:nvSpPr>
        <p:spPr>
          <a:xfrm>
            <a:off x="6240463" y="2977115"/>
            <a:ext cx="5368925" cy="1148317"/>
          </a:xfrm>
          <a:prstGeom prst="rect">
            <a:avLst/>
          </a:prstGeom>
          <a:noFill/>
          <a:ln>
            <a:noFill/>
          </a:ln>
        </p:spPr>
        <p:txBody>
          <a:bodyPr spcFirstLastPara="1" wrap="square" lIns="90000" tIns="46800" rIns="90000" bIns="46800" anchor="t" anchorCtr="0">
            <a:noAutofit/>
          </a:bodyPr>
          <a:lstStyle>
            <a:lvl1pPr marL="457200" lvl="0" indent="-228600" algn="l">
              <a:lnSpc>
                <a:spcPct val="100000"/>
              </a:lnSpc>
              <a:spcBef>
                <a:spcPts val="280"/>
              </a:spcBef>
              <a:spcAft>
                <a:spcPts val="0"/>
              </a:spcAft>
              <a:buClr>
                <a:schemeClr val="accent6"/>
              </a:buClr>
              <a:buSzPts val="1260"/>
              <a:buNone/>
              <a:defRPr sz="1400">
                <a:solidFill>
                  <a:schemeClr val="accent6"/>
                </a:solidFill>
              </a:defRPr>
            </a:lvl1pPr>
            <a:lvl2pPr marL="914400" lvl="1" indent="-228600" algn="l">
              <a:lnSpc>
                <a:spcPct val="100000"/>
              </a:lnSpc>
              <a:spcBef>
                <a:spcPts val="400"/>
              </a:spcBef>
              <a:spcAft>
                <a:spcPts val="0"/>
              </a:spcAft>
              <a:buClr>
                <a:schemeClr val="accent6"/>
              </a:buClr>
              <a:buSzPts val="1800"/>
              <a:buNone/>
              <a:defRPr>
                <a:solidFill>
                  <a:schemeClr val="accent6"/>
                </a:solidFill>
              </a:defRPr>
            </a:lvl2pPr>
            <a:lvl3pPr marL="1371600" lvl="2" indent="-228600" algn="l">
              <a:lnSpc>
                <a:spcPct val="100000"/>
              </a:lnSpc>
              <a:spcBef>
                <a:spcPts val="320"/>
              </a:spcBef>
              <a:spcAft>
                <a:spcPts val="0"/>
              </a:spcAft>
              <a:buClr>
                <a:schemeClr val="accent6"/>
              </a:buClr>
              <a:buSzPts val="1440"/>
              <a:buNone/>
              <a:defRPr>
                <a:solidFill>
                  <a:schemeClr val="accent6"/>
                </a:solidFill>
              </a:defRPr>
            </a:lvl3pPr>
            <a:lvl4pPr marL="1828800" lvl="3" indent="-228600" algn="l">
              <a:lnSpc>
                <a:spcPct val="100000"/>
              </a:lnSpc>
              <a:spcBef>
                <a:spcPts val="280"/>
              </a:spcBef>
              <a:spcAft>
                <a:spcPts val="0"/>
              </a:spcAft>
              <a:buClr>
                <a:schemeClr val="accent6"/>
              </a:buClr>
              <a:buSzPts val="1260"/>
              <a:buNone/>
              <a:defRPr>
                <a:solidFill>
                  <a:schemeClr val="accent6"/>
                </a:solidFill>
              </a:defRPr>
            </a:lvl4pPr>
            <a:lvl5pPr marL="2286000" lvl="4" indent="-228600" algn="l">
              <a:lnSpc>
                <a:spcPct val="100000"/>
              </a:lnSpc>
              <a:spcBef>
                <a:spcPts val="280"/>
              </a:spcBef>
              <a:spcAft>
                <a:spcPts val="0"/>
              </a:spcAft>
              <a:buClr>
                <a:schemeClr val="accent6"/>
              </a:buClr>
              <a:buSzPts val="1260"/>
              <a:buNone/>
              <a:defRPr>
                <a:solidFill>
                  <a:schemeClr val="accent6"/>
                </a:solidFill>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692" name="Google Shape;692;p81"/>
          <p:cNvSpPr txBox="1">
            <a:spLocks noGrp="1"/>
          </p:cNvSpPr>
          <p:nvPr>
            <p:ph type="body" idx="13"/>
          </p:nvPr>
        </p:nvSpPr>
        <p:spPr>
          <a:xfrm>
            <a:off x="6240463" y="4161319"/>
            <a:ext cx="4422775" cy="704222"/>
          </a:xfrm>
          <a:prstGeom prst="rect">
            <a:avLst/>
          </a:prstGeom>
          <a:noFill/>
          <a:ln>
            <a:noFill/>
          </a:ln>
        </p:spPr>
        <p:txBody>
          <a:bodyPr spcFirstLastPara="1" wrap="square" lIns="90000" tIns="46800" rIns="90000" bIns="46800" anchor="b" anchorCtr="0">
            <a:noAutofit/>
          </a:bodyPr>
          <a:lstStyle>
            <a:lvl1pPr marL="457200" lvl="0" indent="-228600" algn="l">
              <a:lnSpc>
                <a:spcPct val="100000"/>
              </a:lnSpc>
              <a:spcBef>
                <a:spcPts val="480"/>
              </a:spcBef>
              <a:spcAft>
                <a:spcPts val="0"/>
              </a:spcAft>
              <a:buClr>
                <a:schemeClr val="dk1"/>
              </a:buClr>
              <a:buSzPts val="2160"/>
              <a:buNone/>
              <a:defRPr sz="2400">
                <a:latin typeface="Quattrocento Sans"/>
                <a:ea typeface="Quattrocento Sans"/>
                <a:cs typeface="Quattrocento Sans"/>
                <a:sym typeface="Quattrocento Sans"/>
              </a:defRPr>
            </a:lvl1pPr>
            <a:lvl2pPr marL="914400" lvl="1" indent="-228600" algn="l">
              <a:lnSpc>
                <a:spcPct val="100000"/>
              </a:lnSpc>
              <a:spcBef>
                <a:spcPts val="400"/>
              </a:spcBef>
              <a:spcAft>
                <a:spcPts val="0"/>
              </a:spcAft>
              <a:buClr>
                <a:schemeClr val="dk1"/>
              </a:buClr>
              <a:buSzPts val="1800"/>
              <a:buNone/>
              <a:defRPr>
                <a:latin typeface="Quattrocento Sans"/>
                <a:ea typeface="Quattrocento Sans"/>
                <a:cs typeface="Quattrocento Sans"/>
                <a:sym typeface="Quattrocento Sans"/>
              </a:defRPr>
            </a:lvl2pPr>
            <a:lvl3pPr marL="1371600" lvl="2" indent="-228600" algn="l">
              <a:lnSpc>
                <a:spcPct val="100000"/>
              </a:lnSpc>
              <a:spcBef>
                <a:spcPts val="320"/>
              </a:spcBef>
              <a:spcAft>
                <a:spcPts val="0"/>
              </a:spcAft>
              <a:buClr>
                <a:schemeClr val="dk1"/>
              </a:buClr>
              <a:buSzPts val="1440"/>
              <a:buNone/>
              <a:defRPr>
                <a:latin typeface="Quattrocento Sans"/>
                <a:ea typeface="Quattrocento Sans"/>
                <a:cs typeface="Quattrocento Sans"/>
                <a:sym typeface="Quattrocento Sans"/>
              </a:defRPr>
            </a:lvl3pPr>
            <a:lvl4pPr marL="1828800" lvl="3" indent="-228600" algn="l">
              <a:lnSpc>
                <a:spcPct val="100000"/>
              </a:lnSpc>
              <a:spcBef>
                <a:spcPts val="280"/>
              </a:spcBef>
              <a:spcAft>
                <a:spcPts val="0"/>
              </a:spcAft>
              <a:buClr>
                <a:schemeClr val="dk1"/>
              </a:buClr>
              <a:buSzPts val="1260"/>
              <a:buNone/>
              <a:defRPr>
                <a:latin typeface="Quattrocento Sans"/>
                <a:ea typeface="Quattrocento Sans"/>
                <a:cs typeface="Quattrocento Sans"/>
                <a:sym typeface="Quattrocento Sans"/>
              </a:defRPr>
            </a:lvl4pPr>
            <a:lvl5pPr marL="2286000" lvl="4" indent="-228600" algn="l">
              <a:lnSpc>
                <a:spcPct val="100000"/>
              </a:lnSpc>
              <a:spcBef>
                <a:spcPts val="280"/>
              </a:spcBef>
              <a:spcAft>
                <a:spcPts val="0"/>
              </a:spcAft>
              <a:buClr>
                <a:schemeClr val="dk1"/>
              </a:buClr>
              <a:buSzPts val="1260"/>
              <a:buNone/>
              <a:defRPr>
                <a:latin typeface="Quattrocento Sans"/>
                <a:ea typeface="Quattrocento Sans"/>
                <a:cs typeface="Quattrocento Sans"/>
                <a:sym typeface="Quattrocento Sans"/>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693" name="Google Shape;693;p81"/>
          <p:cNvSpPr txBox="1">
            <a:spLocks noGrp="1"/>
          </p:cNvSpPr>
          <p:nvPr>
            <p:ph type="body" idx="14"/>
          </p:nvPr>
        </p:nvSpPr>
        <p:spPr>
          <a:xfrm>
            <a:off x="6240463" y="5120721"/>
            <a:ext cx="5368925" cy="1148317"/>
          </a:xfrm>
          <a:prstGeom prst="rect">
            <a:avLst/>
          </a:prstGeom>
          <a:noFill/>
          <a:ln>
            <a:noFill/>
          </a:ln>
        </p:spPr>
        <p:txBody>
          <a:bodyPr spcFirstLastPara="1" wrap="square" lIns="90000" tIns="46800" rIns="90000" bIns="46800" anchor="t" anchorCtr="0">
            <a:noAutofit/>
          </a:bodyPr>
          <a:lstStyle>
            <a:lvl1pPr marL="457200" lvl="0" indent="-228600" algn="l">
              <a:lnSpc>
                <a:spcPct val="100000"/>
              </a:lnSpc>
              <a:spcBef>
                <a:spcPts val="280"/>
              </a:spcBef>
              <a:spcAft>
                <a:spcPts val="0"/>
              </a:spcAft>
              <a:buClr>
                <a:schemeClr val="accent6"/>
              </a:buClr>
              <a:buSzPts val="1260"/>
              <a:buNone/>
              <a:defRPr sz="1400">
                <a:solidFill>
                  <a:schemeClr val="accent6"/>
                </a:solidFill>
              </a:defRPr>
            </a:lvl1pPr>
            <a:lvl2pPr marL="914400" lvl="1" indent="-228600" algn="l">
              <a:lnSpc>
                <a:spcPct val="100000"/>
              </a:lnSpc>
              <a:spcBef>
                <a:spcPts val="400"/>
              </a:spcBef>
              <a:spcAft>
                <a:spcPts val="0"/>
              </a:spcAft>
              <a:buClr>
                <a:schemeClr val="accent6"/>
              </a:buClr>
              <a:buSzPts val="1800"/>
              <a:buNone/>
              <a:defRPr>
                <a:solidFill>
                  <a:schemeClr val="accent6"/>
                </a:solidFill>
              </a:defRPr>
            </a:lvl2pPr>
            <a:lvl3pPr marL="1371600" lvl="2" indent="-228600" algn="l">
              <a:lnSpc>
                <a:spcPct val="100000"/>
              </a:lnSpc>
              <a:spcBef>
                <a:spcPts val="320"/>
              </a:spcBef>
              <a:spcAft>
                <a:spcPts val="0"/>
              </a:spcAft>
              <a:buClr>
                <a:schemeClr val="accent6"/>
              </a:buClr>
              <a:buSzPts val="1440"/>
              <a:buNone/>
              <a:defRPr>
                <a:solidFill>
                  <a:schemeClr val="accent6"/>
                </a:solidFill>
              </a:defRPr>
            </a:lvl3pPr>
            <a:lvl4pPr marL="1828800" lvl="3" indent="-228600" algn="l">
              <a:lnSpc>
                <a:spcPct val="100000"/>
              </a:lnSpc>
              <a:spcBef>
                <a:spcPts val="280"/>
              </a:spcBef>
              <a:spcAft>
                <a:spcPts val="0"/>
              </a:spcAft>
              <a:buClr>
                <a:schemeClr val="accent6"/>
              </a:buClr>
              <a:buSzPts val="1260"/>
              <a:buNone/>
              <a:defRPr>
                <a:solidFill>
                  <a:schemeClr val="accent6"/>
                </a:solidFill>
              </a:defRPr>
            </a:lvl4pPr>
            <a:lvl5pPr marL="2286000" lvl="4" indent="-228600" algn="l">
              <a:lnSpc>
                <a:spcPct val="100000"/>
              </a:lnSpc>
              <a:spcBef>
                <a:spcPts val="280"/>
              </a:spcBef>
              <a:spcAft>
                <a:spcPts val="0"/>
              </a:spcAft>
              <a:buClr>
                <a:schemeClr val="accent6"/>
              </a:buClr>
              <a:buSzPts val="1260"/>
              <a:buNone/>
              <a:defRPr>
                <a:solidFill>
                  <a:schemeClr val="accent6"/>
                </a:solidFill>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Tree>
  </p:cSld>
  <p:clrMapOvr>
    <a:masterClrMapping/>
  </p:clrMapOvr>
  <p:transition>
    <p:fade/>
  </p:transition>
  <p:extLst>
    <p:ext uri="{DCECCB84-F9BA-43D5-87BE-67443E8EF086}">
      <p15:sldGuideLst xmlns:p15="http://schemas.microsoft.com/office/powerpoint/2012/main">
        <p15:guide id="1" pos="3754">
          <p15:clr>
            <a:srgbClr val="A4A3A4"/>
          </p15:clr>
        </p15:guide>
        <p15:guide id="2" pos="3931">
          <p15:clr>
            <a:srgbClr val="A4A3A4"/>
          </p15:clr>
        </p15:guide>
        <p15:guide id="3" pos="4937">
          <p15:clr>
            <a:srgbClr val="A4A3A4"/>
          </p15:clr>
        </p15:guide>
        <p15:guide id="4" pos="5133">
          <p15:clr>
            <a:srgbClr val="A4A3A4"/>
          </p15:clr>
        </p15:guide>
        <p15:guide id="5" pos="6123">
          <p15:clr>
            <a:srgbClr val="A4A3A4"/>
          </p15:clr>
        </p15:guide>
        <p15:guide id="6" pos="6308">
          <p15:clr>
            <a:srgbClr val="A4A3A4"/>
          </p15:clr>
        </p15:guide>
        <p15:guide id="7" orient="horz" pos="905">
          <p15:clr>
            <a:srgbClr val="5ACBF0"/>
          </p15:clr>
        </p15:guide>
        <p15:guide id="8" orient="horz" pos="1271">
          <p15:clr>
            <a:srgbClr val="5ACBF0"/>
          </p15:clr>
        </p15:guide>
        <p15:guide id="9" orient="horz" pos="288">
          <p15:clr>
            <a:srgbClr val="5ACBF0"/>
          </p15:clr>
        </p15:guide>
        <p15:guide id="10" orient="horz" pos="777">
          <p15:clr>
            <a:srgbClr val="FBAE40"/>
          </p15:clr>
        </p15:guide>
        <p15:guide id="11" orient="horz" pos="1162">
          <p15:clr>
            <a:srgbClr val="FBAE40"/>
          </p15:clr>
        </p15:guide>
      </p15:sldGuideLst>
    </p:ext>
  </p:extLst>
</p:sldLayout>
</file>

<file path=ppt/slideLayouts/slideLayout81.xml><?xml version="1.0" encoding="utf-8"?>
<p:sldLayout xmlns:a="http://schemas.openxmlformats.org/drawingml/2006/main" xmlns:r="http://schemas.openxmlformats.org/officeDocument/2006/relationships" xmlns:p="http://schemas.openxmlformats.org/presentationml/2006/main" matchingName="Team Slide 1">
  <p:cSld name="Team Slide 1">
    <p:spTree>
      <p:nvGrpSpPr>
        <p:cNvPr id="1" name="Shape 694"/>
        <p:cNvGrpSpPr/>
        <p:nvPr/>
      </p:nvGrpSpPr>
      <p:grpSpPr>
        <a:xfrm>
          <a:off x="0" y="0"/>
          <a:ext cx="0" cy="0"/>
          <a:chOff x="0" y="0"/>
          <a:chExt cx="0" cy="0"/>
        </a:xfrm>
      </p:grpSpPr>
      <p:sp>
        <p:nvSpPr>
          <p:cNvPr id="695" name="Google Shape;695;p82"/>
          <p:cNvSpPr/>
          <p:nvPr/>
        </p:nvSpPr>
        <p:spPr>
          <a:xfrm>
            <a:off x="-1" y="0"/>
            <a:ext cx="4065589" cy="6858000"/>
          </a:xfrm>
          <a:prstGeom prst="rect">
            <a:avLst/>
          </a:prstGeom>
          <a:solidFill>
            <a:schemeClr val="dk2"/>
          </a:solidFill>
          <a:ln>
            <a:noFill/>
          </a:ln>
        </p:spPr>
        <p:txBody>
          <a:bodyPr spcFirstLastPara="1" wrap="square" lIns="182875" tIns="146300" rIns="182875" bIns="146300" anchor="t" anchorCtr="0">
            <a:noAutofit/>
          </a:bodyPr>
          <a:lstStyle/>
          <a:p>
            <a:pPr marL="0" marR="0" lvl="0" indent="0" algn="l" rtl="0">
              <a:spcBef>
                <a:spcPts val="0"/>
              </a:spcBef>
              <a:spcAft>
                <a:spcPts val="0"/>
              </a:spcAft>
              <a:buNone/>
            </a:pPr>
            <a:endParaRPr sz="2000">
              <a:solidFill>
                <a:srgbClr val="FFFFFF"/>
              </a:solidFill>
              <a:latin typeface="Quattrocento Sans"/>
              <a:ea typeface="Quattrocento Sans"/>
              <a:cs typeface="Quattrocento Sans"/>
              <a:sym typeface="Quattrocento Sans"/>
            </a:endParaRPr>
          </a:p>
        </p:txBody>
      </p:sp>
      <p:sp>
        <p:nvSpPr>
          <p:cNvPr id="696" name="Google Shape;696;p82"/>
          <p:cNvSpPr txBox="1">
            <a:spLocks noGrp="1"/>
          </p:cNvSpPr>
          <p:nvPr>
            <p:ph type="title"/>
          </p:nvPr>
        </p:nvSpPr>
        <p:spPr>
          <a:xfrm>
            <a:off x="588264" y="585788"/>
            <a:ext cx="2824862" cy="850900"/>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Clr>
                <a:schemeClr val="accent3"/>
              </a:buClr>
              <a:buSzPts val="3600"/>
              <a:buFont typeface="Quattrocento Sans"/>
              <a:buNone/>
              <a:defRPr>
                <a:solidFill>
                  <a:schemeClr val="accent3"/>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97" name="Google Shape;697;p82"/>
          <p:cNvSpPr txBox="1">
            <a:spLocks noGrp="1"/>
          </p:cNvSpPr>
          <p:nvPr>
            <p:ph type="body" idx="1"/>
          </p:nvPr>
        </p:nvSpPr>
        <p:spPr>
          <a:xfrm>
            <a:off x="7192963" y="1437685"/>
            <a:ext cx="3835400" cy="276999"/>
          </a:xfrm>
          <a:prstGeom prst="rect">
            <a:avLst/>
          </a:prstGeom>
          <a:noFill/>
          <a:ln>
            <a:noFill/>
          </a:ln>
        </p:spPr>
        <p:txBody>
          <a:bodyPr spcFirstLastPara="1" wrap="square" lIns="0" tIns="0" rIns="0" bIns="0" anchor="t" anchorCtr="0">
            <a:spAutoFit/>
          </a:bodyPr>
          <a:lstStyle>
            <a:lvl1pPr marL="457200" lvl="0" indent="-228600" algn="l">
              <a:lnSpc>
                <a:spcPct val="100000"/>
              </a:lnSpc>
              <a:spcBef>
                <a:spcPts val="360"/>
              </a:spcBef>
              <a:spcAft>
                <a:spcPts val="0"/>
              </a:spcAft>
              <a:buClr>
                <a:schemeClr val="dk1"/>
              </a:buClr>
              <a:buSzPts val="1620"/>
              <a:buNone/>
              <a:defRPr sz="1800">
                <a:latin typeface="Quattrocento Sans"/>
                <a:ea typeface="Quattrocento Sans"/>
                <a:cs typeface="Quattrocento Sans"/>
                <a:sym typeface="Quattrocento Sans"/>
              </a:defRPr>
            </a:lvl1pPr>
            <a:lvl2pPr marL="914400" lvl="1" indent="-228600" algn="l">
              <a:lnSpc>
                <a:spcPct val="100000"/>
              </a:lnSpc>
              <a:spcBef>
                <a:spcPts val="360"/>
              </a:spcBef>
              <a:spcAft>
                <a:spcPts val="0"/>
              </a:spcAft>
              <a:buClr>
                <a:schemeClr val="dk1"/>
              </a:buClr>
              <a:buSzPts val="1620"/>
              <a:buNone/>
              <a:defRPr sz="1800">
                <a:latin typeface="Quattrocento Sans"/>
                <a:ea typeface="Quattrocento Sans"/>
                <a:cs typeface="Quattrocento Sans"/>
                <a:sym typeface="Quattrocento Sans"/>
              </a:defRPr>
            </a:lvl2pPr>
            <a:lvl3pPr marL="1371600" lvl="2" indent="-228600" algn="l">
              <a:lnSpc>
                <a:spcPct val="100000"/>
              </a:lnSpc>
              <a:spcBef>
                <a:spcPts val="360"/>
              </a:spcBef>
              <a:spcAft>
                <a:spcPts val="0"/>
              </a:spcAft>
              <a:buClr>
                <a:schemeClr val="dk1"/>
              </a:buClr>
              <a:buSzPts val="1620"/>
              <a:buNone/>
              <a:defRPr sz="1800">
                <a:latin typeface="Quattrocento Sans"/>
                <a:ea typeface="Quattrocento Sans"/>
                <a:cs typeface="Quattrocento Sans"/>
                <a:sym typeface="Quattrocento Sans"/>
              </a:defRPr>
            </a:lvl3pPr>
            <a:lvl4pPr marL="1828800" lvl="3" indent="-228600" algn="l">
              <a:lnSpc>
                <a:spcPct val="100000"/>
              </a:lnSpc>
              <a:spcBef>
                <a:spcPts val="360"/>
              </a:spcBef>
              <a:spcAft>
                <a:spcPts val="0"/>
              </a:spcAft>
              <a:buClr>
                <a:schemeClr val="dk1"/>
              </a:buClr>
              <a:buSzPts val="1620"/>
              <a:buNone/>
              <a:defRPr sz="1800">
                <a:latin typeface="Quattrocento Sans"/>
                <a:ea typeface="Quattrocento Sans"/>
                <a:cs typeface="Quattrocento Sans"/>
                <a:sym typeface="Quattrocento Sans"/>
              </a:defRPr>
            </a:lvl4pPr>
            <a:lvl5pPr marL="2286000" lvl="4" indent="-228600" algn="l">
              <a:lnSpc>
                <a:spcPct val="100000"/>
              </a:lnSpc>
              <a:spcBef>
                <a:spcPts val="360"/>
              </a:spcBef>
              <a:spcAft>
                <a:spcPts val="0"/>
              </a:spcAft>
              <a:buClr>
                <a:schemeClr val="dk1"/>
              </a:buClr>
              <a:buSzPts val="1620"/>
              <a:buNone/>
              <a:defRPr sz="1800">
                <a:latin typeface="Quattrocento Sans"/>
                <a:ea typeface="Quattrocento Sans"/>
                <a:cs typeface="Quattrocento Sans"/>
                <a:sym typeface="Quattrocento Sans"/>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698" name="Google Shape;698;p82"/>
          <p:cNvSpPr txBox="1">
            <a:spLocks noGrp="1"/>
          </p:cNvSpPr>
          <p:nvPr>
            <p:ph type="body" idx="2"/>
          </p:nvPr>
        </p:nvSpPr>
        <p:spPr>
          <a:xfrm>
            <a:off x="7192963" y="1802269"/>
            <a:ext cx="3835400" cy="215444"/>
          </a:xfrm>
          <a:prstGeom prst="rect">
            <a:avLst/>
          </a:prstGeom>
          <a:noFill/>
          <a:ln>
            <a:noFill/>
          </a:ln>
        </p:spPr>
        <p:txBody>
          <a:bodyPr spcFirstLastPara="1" wrap="square" lIns="0" tIns="0" rIns="0" bIns="0" anchor="t" anchorCtr="0">
            <a:spAutoFit/>
          </a:bodyPr>
          <a:lstStyle>
            <a:lvl1pPr marL="457200" lvl="0" indent="-228600" algn="l">
              <a:lnSpc>
                <a:spcPct val="100000"/>
              </a:lnSpc>
              <a:spcBef>
                <a:spcPts val="280"/>
              </a:spcBef>
              <a:spcAft>
                <a:spcPts val="0"/>
              </a:spcAft>
              <a:buClr>
                <a:schemeClr val="dk1"/>
              </a:buClr>
              <a:buSzPts val="1260"/>
              <a:buNone/>
              <a:defRPr sz="1400"/>
            </a:lvl1pPr>
            <a:lvl2pPr marL="914400" lvl="1" indent="-228600" algn="l">
              <a:lnSpc>
                <a:spcPct val="100000"/>
              </a:lnSpc>
              <a:spcBef>
                <a:spcPts val="280"/>
              </a:spcBef>
              <a:spcAft>
                <a:spcPts val="0"/>
              </a:spcAft>
              <a:buClr>
                <a:schemeClr val="dk1"/>
              </a:buClr>
              <a:buSzPts val="1260"/>
              <a:buNone/>
              <a:defRPr sz="1400"/>
            </a:lvl2pPr>
            <a:lvl3pPr marL="1371600" lvl="2" indent="-228600" algn="l">
              <a:lnSpc>
                <a:spcPct val="100000"/>
              </a:lnSpc>
              <a:spcBef>
                <a:spcPts val="280"/>
              </a:spcBef>
              <a:spcAft>
                <a:spcPts val="0"/>
              </a:spcAft>
              <a:buClr>
                <a:schemeClr val="dk1"/>
              </a:buClr>
              <a:buSzPts val="1260"/>
              <a:buNone/>
              <a:defRPr sz="1400"/>
            </a:lvl3pPr>
            <a:lvl4pPr marL="1828800" lvl="3" indent="-228600" algn="l">
              <a:lnSpc>
                <a:spcPct val="100000"/>
              </a:lnSpc>
              <a:spcBef>
                <a:spcPts val="280"/>
              </a:spcBef>
              <a:spcAft>
                <a:spcPts val="0"/>
              </a:spcAft>
              <a:buClr>
                <a:schemeClr val="dk1"/>
              </a:buClr>
              <a:buSzPts val="1260"/>
              <a:buNone/>
              <a:defRPr sz="1400"/>
            </a:lvl4pPr>
            <a:lvl5pPr marL="2286000" lvl="4" indent="-228600" algn="l">
              <a:lnSpc>
                <a:spcPct val="100000"/>
              </a:lnSpc>
              <a:spcBef>
                <a:spcPts val="280"/>
              </a:spcBef>
              <a:spcAft>
                <a:spcPts val="0"/>
              </a:spcAft>
              <a:buClr>
                <a:schemeClr val="dk1"/>
              </a:buClr>
              <a:buSzPts val="1260"/>
              <a:buNone/>
              <a:defRPr sz="1400"/>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699" name="Google Shape;699;p82"/>
          <p:cNvSpPr txBox="1">
            <a:spLocks noGrp="1"/>
          </p:cNvSpPr>
          <p:nvPr>
            <p:ph type="body" idx="3"/>
          </p:nvPr>
        </p:nvSpPr>
        <p:spPr>
          <a:xfrm>
            <a:off x="7192963" y="2200939"/>
            <a:ext cx="3835399" cy="1150185"/>
          </a:xfrm>
          <a:prstGeom prst="rect">
            <a:avLst/>
          </a:prstGeom>
          <a:noFill/>
          <a:ln>
            <a:noFill/>
          </a:ln>
        </p:spPr>
        <p:txBody>
          <a:bodyPr spcFirstLastPara="1" wrap="square" lIns="0" tIns="0" rIns="0" bIns="0" anchor="t" anchorCtr="0">
            <a:spAutoFit/>
          </a:bodyPr>
          <a:lstStyle>
            <a:lvl1pPr marL="457200" marR="0" lvl="0" indent="-228600" algn="l">
              <a:lnSpc>
                <a:spcPct val="100000"/>
              </a:lnSpc>
              <a:spcBef>
                <a:spcPts val="240"/>
              </a:spcBef>
              <a:spcAft>
                <a:spcPts val="0"/>
              </a:spcAft>
              <a:buClr>
                <a:schemeClr val="accent6"/>
              </a:buClr>
              <a:buSzPts val="1080"/>
              <a:buFont typeface="Noto Sans Symbols"/>
              <a:buNone/>
              <a:defRPr sz="1200">
                <a:solidFill>
                  <a:schemeClr val="accent6"/>
                </a:solidFill>
              </a:defRPr>
            </a:lvl1pPr>
            <a:lvl2pPr marL="914400" lvl="1" indent="-228600" algn="l">
              <a:lnSpc>
                <a:spcPct val="100000"/>
              </a:lnSpc>
              <a:spcBef>
                <a:spcPts val="400"/>
              </a:spcBef>
              <a:spcAft>
                <a:spcPts val="0"/>
              </a:spcAft>
              <a:buClr>
                <a:schemeClr val="dk1"/>
              </a:buClr>
              <a:buSzPts val="1800"/>
              <a:buNone/>
              <a:defRPr/>
            </a:lvl2pPr>
            <a:lvl3pPr marL="1371600" lvl="2" indent="-228600" algn="l">
              <a:lnSpc>
                <a:spcPct val="100000"/>
              </a:lnSpc>
              <a:spcBef>
                <a:spcPts val="320"/>
              </a:spcBef>
              <a:spcAft>
                <a:spcPts val="0"/>
              </a:spcAft>
              <a:buClr>
                <a:schemeClr val="dk1"/>
              </a:buClr>
              <a:buSzPts val="1440"/>
              <a:buNone/>
              <a:defRPr/>
            </a:lvl3pPr>
            <a:lvl4pPr marL="1828800" lvl="3" indent="-228600" algn="l">
              <a:lnSpc>
                <a:spcPct val="100000"/>
              </a:lnSpc>
              <a:spcBef>
                <a:spcPts val="280"/>
              </a:spcBef>
              <a:spcAft>
                <a:spcPts val="0"/>
              </a:spcAft>
              <a:buClr>
                <a:schemeClr val="dk1"/>
              </a:buClr>
              <a:buSzPts val="1260"/>
              <a:buNone/>
              <a:defRPr/>
            </a:lvl4pPr>
            <a:lvl5pPr marL="2286000" lvl="4" indent="-228600" algn="l">
              <a:lnSpc>
                <a:spcPct val="100000"/>
              </a:lnSpc>
              <a:spcBef>
                <a:spcPts val="280"/>
              </a:spcBef>
              <a:spcAft>
                <a:spcPts val="0"/>
              </a:spcAft>
              <a:buClr>
                <a:schemeClr val="dk1"/>
              </a:buClr>
              <a:buSzPts val="1260"/>
              <a:buNone/>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00" name="Google Shape;700;p82"/>
          <p:cNvSpPr txBox="1">
            <a:spLocks noGrp="1"/>
          </p:cNvSpPr>
          <p:nvPr>
            <p:ph type="body" idx="4"/>
          </p:nvPr>
        </p:nvSpPr>
        <p:spPr>
          <a:xfrm>
            <a:off x="7192963" y="4292600"/>
            <a:ext cx="3835400" cy="276999"/>
          </a:xfrm>
          <a:prstGeom prst="rect">
            <a:avLst/>
          </a:prstGeom>
          <a:noFill/>
          <a:ln>
            <a:noFill/>
          </a:ln>
        </p:spPr>
        <p:txBody>
          <a:bodyPr spcFirstLastPara="1" wrap="square" lIns="0" tIns="0" rIns="0" bIns="0" anchor="t" anchorCtr="0">
            <a:spAutoFit/>
          </a:bodyPr>
          <a:lstStyle>
            <a:lvl1pPr marL="457200" lvl="0" indent="-228600" algn="l">
              <a:lnSpc>
                <a:spcPct val="100000"/>
              </a:lnSpc>
              <a:spcBef>
                <a:spcPts val="360"/>
              </a:spcBef>
              <a:spcAft>
                <a:spcPts val="0"/>
              </a:spcAft>
              <a:buClr>
                <a:schemeClr val="dk1"/>
              </a:buClr>
              <a:buSzPts val="1620"/>
              <a:buNone/>
              <a:defRPr sz="1800">
                <a:latin typeface="Quattrocento Sans"/>
                <a:ea typeface="Quattrocento Sans"/>
                <a:cs typeface="Quattrocento Sans"/>
                <a:sym typeface="Quattrocento Sans"/>
              </a:defRPr>
            </a:lvl1pPr>
            <a:lvl2pPr marL="914400" lvl="1" indent="-228600" algn="l">
              <a:lnSpc>
                <a:spcPct val="100000"/>
              </a:lnSpc>
              <a:spcBef>
                <a:spcPts val="360"/>
              </a:spcBef>
              <a:spcAft>
                <a:spcPts val="0"/>
              </a:spcAft>
              <a:buClr>
                <a:schemeClr val="dk1"/>
              </a:buClr>
              <a:buSzPts val="1620"/>
              <a:buNone/>
              <a:defRPr sz="1800">
                <a:latin typeface="Quattrocento Sans"/>
                <a:ea typeface="Quattrocento Sans"/>
                <a:cs typeface="Quattrocento Sans"/>
                <a:sym typeface="Quattrocento Sans"/>
              </a:defRPr>
            </a:lvl2pPr>
            <a:lvl3pPr marL="1371600" lvl="2" indent="-228600" algn="l">
              <a:lnSpc>
                <a:spcPct val="100000"/>
              </a:lnSpc>
              <a:spcBef>
                <a:spcPts val="360"/>
              </a:spcBef>
              <a:spcAft>
                <a:spcPts val="0"/>
              </a:spcAft>
              <a:buClr>
                <a:schemeClr val="dk1"/>
              </a:buClr>
              <a:buSzPts val="1620"/>
              <a:buNone/>
              <a:defRPr sz="1800">
                <a:latin typeface="Quattrocento Sans"/>
                <a:ea typeface="Quattrocento Sans"/>
                <a:cs typeface="Quattrocento Sans"/>
                <a:sym typeface="Quattrocento Sans"/>
              </a:defRPr>
            </a:lvl3pPr>
            <a:lvl4pPr marL="1828800" lvl="3" indent="-228600" algn="l">
              <a:lnSpc>
                <a:spcPct val="100000"/>
              </a:lnSpc>
              <a:spcBef>
                <a:spcPts val="360"/>
              </a:spcBef>
              <a:spcAft>
                <a:spcPts val="0"/>
              </a:spcAft>
              <a:buClr>
                <a:schemeClr val="dk1"/>
              </a:buClr>
              <a:buSzPts val="1620"/>
              <a:buNone/>
              <a:defRPr sz="1800">
                <a:latin typeface="Quattrocento Sans"/>
                <a:ea typeface="Quattrocento Sans"/>
                <a:cs typeface="Quattrocento Sans"/>
                <a:sym typeface="Quattrocento Sans"/>
              </a:defRPr>
            </a:lvl4pPr>
            <a:lvl5pPr marL="2286000" lvl="4" indent="-228600" algn="l">
              <a:lnSpc>
                <a:spcPct val="100000"/>
              </a:lnSpc>
              <a:spcBef>
                <a:spcPts val="360"/>
              </a:spcBef>
              <a:spcAft>
                <a:spcPts val="0"/>
              </a:spcAft>
              <a:buClr>
                <a:schemeClr val="dk1"/>
              </a:buClr>
              <a:buSzPts val="1620"/>
              <a:buNone/>
              <a:defRPr sz="1800">
                <a:latin typeface="Quattrocento Sans"/>
                <a:ea typeface="Quattrocento Sans"/>
                <a:cs typeface="Quattrocento Sans"/>
                <a:sym typeface="Quattrocento Sans"/>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01" name="Google Shape;701;p82"/>
          <p:cNvSpPr txBox="1">
            <a:spLocks noGrp="1"/>
          </p:cNvSpPr>
          <p:nvPr>
            <p:ph type="body" idx="5"/>
          </p:nvPr>
        </p:nvSpPr>
        <p:spPr>
          <a:xfrm>
            <a:off x="7192963" y="4657184"/>
            <a:ext cx="3835400" cy="215444"/>
          </a:xfrm>
          <a:prstGeom prst="rect">
            <a:avLst/>
          </a:prstGeom>
          <a:noFill/>
          <a:ln>
            <a:noFill/>
          </a:ln>
        </p:spPr>
        <p:txBody>
          <a:bodyPr spcFirstLastPara="1" wrap="square" lIns="0" tIns="0" rIns="0" bIns="0" anchor="t" anchorCtr="0">
            <a:spAutoFit/>
          </a:bodyPr>
          <a:lstStyle>
            <a:lvl1pPr marL="457200" lvl="0" indent="-228600" algn="l">
              <a:lnSpc>
                <a:spcPct val="100000"/>
              </a:lnSpc>
              <a:spcBef>
                <a:spcPts val="280"/>
              </a:spcBef>
              <a:spcAft>
                <a:spcPts val="0"/>
              </a:spcAft>
              <a:buClr>
                <a:schemeClr val="dk1"/>
              </a:buClr>
              <a:buSzPts val="1260"/>
              <a:buNone/>
              <a:defRPr sz="1400"/>
            </a:lvl1pPr>
            <a:lvl2pPr marL="914400" lvl="1" indent="-228600" algn="l">
              <a:lnSpc>
                <a:spcPct val="100000"/>
              </a:lnSpc>
              <a:spcBef>
                <a:spcPts val="280"/>
              </a:spcBef>
              <a:spcAft>
                <a:spcPts val="0"/>
              </a:spcAft>
              <a:buClr>
                <a:schemeClr val="dk1"/>
              </a:buClr>
              <a:buSzPts val="1260"/>
              <a:buNone/>
              <a:defRPr sz="1400"/>
            </a:lvl2pPr>
            <a:lvl3pPr marL="1371600" lvl="2" indent="-228600" algn="l">
              <a:lnSpc>
                <a:spcPct val="100000"/>
              </a:lnSpc>
              <a:spcBef>
                <a:spcPts val="280"/>
              </a:spcBef>
              <a:spcAft>
                <a:spcPts val="0"/>
              </a:spcAft>
              <a:buClr>
                <a:schemeClr val="dk1"/>
              </a:buClr>
              <a:buSzPts val="1260"/>
              <a:buNone/>
              <a:defRPr sz="1400"/>
            </a:lvl3pPr>
            <a:lvl4pPr marL="1828800" lvl="3" indent="-228600" algn="l">
              <a:lnSpc>
                <a:spcPct val="100000"/>
              </a:lnSpc>
              <a:spcBef>
                <a:spcPts val="280"/>
              </a:spcBef>
              <a:spcAft>
                <a:spcPts val="0"/>
              </a:spcAft>
              <a:buClr>
                <a:schemeClr val="dk1"/>
              </a:buClr>
              <a:buSzPts val="1260"/>
              <a:buNone/>
              <a:defRPr sz="1400"/>
            </a:lvl4pPr>
            <a:lvl5pPr marL="2286000" lvl="4" indent="-228600" algn="l">
              <a:lnSpc>
                <a:spcPct val="100000"/>
              </a:lnSpc>
              <a:spcBef>
                <a:spcPts val="280"/>
              </a:spcBef>
              <a:spcAft>
                <a:spcPts val="0"/>
              </a:spcAft>
              <a:buClr>
                <a:schemeClr val="dk1"/>
              </a:buClr>
              <a:buSzPts val="1260"/>
              <a:buNone/>
              <a:defRPr sz="1400"/>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02" name="Google Shape;702;p82"/>
          <p:cNvSpPr txBox="1">
            <a:spLocks noGrp="1"/>
          </p:cNvSpPr>
          <p:nvPr>
            <p:ph type="body" idx="6"/>
          </p:nvPr>
        </p:nvSpPr>
        <p:spPr>
          <a:xfrm>
            <a:off x="7192963" y="5055854"/>
            <a:ext cx="3835400" cy="1213183"/>
          </a:xfrm>
          <a:prstGeom prst="rect">
            <a:avLst/>
          </a:prstGeom>
          <a:noFill/>
          <a:ln>
            <a:noFill/>
          </a:ln>
        </p:spPr>
        <p:txBody>
          <a:bodyPr spcFirstLastPara="1" wrap="square" lIns="0" tIns="0" rIns="0" bIns="0" anchor="t" anchorCtr="0">
            <a:spAutoFit/>
          </a:bodyPr>
          <a:lstStyle>
            <a:lvl1pPr marL="457200" marR="0" lvl="0" indent="-228600" algn="l">
              <a:lnSpc>
                <a:spcPct val="100000"/>
              </a:lnSpc>
              <a:spcBef>
                <a:spcPts val="240"/>
              </a:spcBef>
              <a:spcAft>
                <a:spcPts val="0"/>
              </a:spcAft>
              <a:buClr>
                <a:schemeClr val="accent6"/>
              </a:buClr>
              <a:buSzPts val="1080"/>
              <a:buFont typeface="Noto Sans Symbols"/>
              <a:buNone/>
              <a:defRPr sz="1200">
                <a:solidFill>
                  <a:schemeClr val="accent6"/>
                </a:solidFill>
              </a:defRPr>
            </a:lvl1pPr>
            <a:lvl2pPr marL="914400" lvl="1" indent="-228600" algn="l">
              <a:lnSpc>
                <a:spcPct val="100000"/>
              </a:lnSpc>
              <a:spcBef>
                <a:spcPts val="400"/>
              </a:spcBef>
              <a:spcAft>
                <a:spcPts val="0"/>
              </a:spcAft>
              <a:buClr>
                <a:schemeClr val="dk1"/>
              </a:buClr>
              <a:buSzPts val="1800"/>
              <a:buNone/>
              <a:defRPr/>
            </a:lvl2pPr>
            <a:lvl3pPr marL="1371600" lvl="2" indent="-228600" algn="l">
              <a:lnSpc>
                <a:spcPct val="100000"/>
              </a:lnSpc>
              <a:spcBef>
                <a:spcPts val="320"/>
              </a:spcBef>
              <a:spcAft>
                <a:spcPts val="0"/>
              </a:spcAft>
              <a:buClr>
                <a:schemeClr val="dk1"/>
              </a:buClr>
              <a:buSzPts val="1440"/>
              <a:buNone/>
              <a:defRPr/>
            </a:lvl3pPr>
            <a:lvl4pPr marL="1828800" lvl="3" indent="-228600" algn="l">
              <a:lnSpc>
                <a:spcPct val="100000"/>
              </a:lnSpc>
              <a:spcBef>
                <a:spcPts val="280"/>
              </a:spcBef>
              <a:spcAft>
                <a:spcPts val="0"/>
              </a:spcAft>
              <a:buClr>
                <a:schemeClr val="dk1"/>
              </a:buClr>
              <a:buSzPts val="1260"/>
              <a:buNone/>
              <a:defRPr/>
            </a:lvl4pPr>
            <a:lvl5pPr marL="2286000" lvl="4" indent="-228600" algn="l">
              <a:lnSpc>
                <a:spcPct val="100000"/>
              </a:lnSpc>
              <a:spcBef>
                <a:spcPts val="280"/>
              </a:spcBef>
              <a:spcAft>
                <a:spcPts val="0"/>
              </a:spcAft>
              <a:buClr>
                <a:schemeClr val="dk1"/>
              </a:buClr>
              <a:buSzPts val="1260"/>
              <a:buNone/>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03" name="Google Shape;703;p82"/>
          <p:cNvSpPr>
            <a:spLocks noGrp="1"/>
          </p:cNvSpPr>
          <p:nvPr>
            <p:ph type="pic" idx="7"/>
          </p:nvPr>
        </p:nvSpPr>
        <p:spPr>
          <a:xfrm>
            <a:off x="5314950" y="1436687"/>
            <a:ext cx="1576800" cy="1576800"/>
          </a:xfrm>
          <a:prstGeom prst="ellipse">
            <a:avLst/>
          </a:prstGeom>
          <a:noFill/>
          <a:ln>
            <a:noFill/>
          </a:ln>
        </p:spPr>
      </p:sp>
      <p:sp>
        <p:nvSpPr>
          <p:cNvPr id="704" name="Google Shape;704;p82"/>
          <p:cNvSpPr>
            <a:spLocks noGrp="1"/>
          </p:cNvSpPr>
          <p:nvPr>
            <p:ph type="pic" idx="8"/>
          </p:nvPr>
        </p:nvSpPr>
        <p:spPr>
          <a:xfrm>
            <a:off x="5314950" y="4293096"/>
            <a:ext cx="1576800" cy="1576800"/>
          </a:xfrm>
          <a:prstGeom prst="ellipse">
            <a:avLst/>
          </a:prstGeom>
          <a:noFill/>
          <a:ln>
            <a:noFill/>
          </a:ln>
        </p:spPr>
      </p:sp>
    </p:spTree>
  </p:cSld>
  <p:clrMapOvr>
    <a:masterClrMapping/>
  </p:clrMapOvr>
  <p:transition>
    <p:fade/>
  </p:transition>
  <p:extLst>
    <p:ext uri="{DCECCB84-F9BA-43D5-87BE-67443E8EF086}">
      <p15:sldGuideLst xmlns:p15="http://schemas.microsoft.com/office/powerpoint/2012/main">
        <p15:guide id="1" pos="2150">
          <p15:clr>
            <a:srgbClr val="A4A3A4"/>
          </p15:clr>
        </p15:guide>
        <p15:guide id="2" pos="2561">
          <p15:clr>
            <a:srgbClr val="A4A3A4"/>
          </p15:clr>
        </p15:guide>
        <p15:guide id="3" pos="2744">
          <p15:clr>
            <a:srgbClr val="A4A3A4"/>
          </p15:clr>
        </p15:guide>
        <p15:guide id="4" pos="3161">
          <p15:clr>
            <a:srgbClr val="A4A3A4"/>
          </p15:clr>
        </p15:guide>
        <p15:guide id="5" pos="3348">
          <p15:clr>
            <a:srgbClr val="A4A3A4"/>
          </p15:clr>
        </p15:guide>
        <p15:guide id="6" pos="4342">
          <p15:clr>
            <a:srgbClr val="A4A3A4"/>
          </p15:clr>
        </p15:guide>
        <p15:guide id="7" pos="4531">
          <p15:clr>
            <a:srgbClr val="A4A3A4"/>
          </p15:clr>
        </p15:guide>
        <p15:guide id="8" orient="horz" pos="905">
          <p15:clr>
            <a:srgbClr val="5ACBF0"/>
          </p15:clr>
        </p15:guide>
        <p15:guide id="9" orient="horz" pos="288">
          <p15:clr>
            <a:srgbClr val="5ACBF0"/>
          </p15:clr>
        </p15:guide>
        <p15:guide id="10" orient="horz" pos="2704">
          <p15:clr>
            <a:srgbClr val="5ACBF0"/>
          </p15:clr>
        </p15:guide>
        <p15:guide id="11" pos="6947">
          <p15:clr>
            <a:srgbClr val="FBAE40"/>
          </p15:clr>
        </p15:guide>
      </p15:sldGuideLst>
    </p:ext>
  </p:extLst>
</p:sldLayout>
</file>

<file path=ppt/slideLayouts/slideLayout82.xml><?xml version="1.0" encoding="utf-8"?>
<p:sldLayout xmlns:a="http://schemas.openxmlformats.org/drawingml/2006/main" xmlns:r="http://schemas.openxmlformats.org/officeDocument/2006/relationships" xmlns:p="http://schemas.openxmlformats.org/presentationml/2006/main" matchingName="3_4-column">
  <p:cSld name="3_4-column">
    <p:spTree>
      <p:nvGrpSpPr>
        <p:cNvPr id="1" name="Shape 705"/>
        <p:cNvGrpSpPr/>
        <p:nvPr/>
      </p:nvGrpSpPr>
      <p:grpSpPr>
        <a:xfrm>
          <a:off x="0" y="0"/>
          <a:ext cx="0" cy="0"/>
          <a:chOff x="0" y="0"/>
          <a:chExt cx="0" cy="0"/>
        </a:xfrm>
      </p:grpSpPr>
      <p:sp>
        <p:nvSpPr>
          <p:cNvPr id="706" name="Google Shape;706;p83"/>
          <p:cNvSpPr/>
          <p:nvPr/>
        </p:nvSpPr>
        <p:spPr>
          <a:xfrm>
            <a:off x="1" y="0"/>
            <a:ext cx="12192000" cy="1439693"/>
          </a:xfrm>
          <a:prstGeom prst="rect">
            <a:avLst/>
          </a:prstGeom>
          <a:solidFill>
            <a:schemeClr val="dk2"/>
          </a:solidFill>
          <a:ln>
            <a:noFill/>
          </a:ln>
        </p:spPr>
        <p:txBody>
          <a:bodyPr spcFirstLastPara="1" wrap="square" lIns="182875" tIns="146300" rIns="182875" bIns="146300" anchor="t" anchorCtr="0">
            <a:noAutofit/>
          </a:bodyPr>
          <a:lstStyle/>
          <a:p>
            <a:pPr marL="0" marR="0" lvl="0" indent="0" algn="l" rtl="0">
              <a:spcBef>
                <a:spcPts val="0"/>
              </a:spcBef>
              <a:spcAft>
                <a:spcPts val="0"/>
              </a:spcAft>
              <a:buNone/>
            </a:pPr>
            <a:endParaRPr sz="2000">
              <a:solidFill>
                <a:srgbClr val="FFFFFF"/>
              </a:solidFill>
              <a:latin typeface="Quattrocento Sans"/>
              <a:ea typeface="Quattrocento Sans"/>
              <a:cs typeface="Quattrocento Sans"/>
              <a:sym typeface="Quattrocento Sans"/>
            </a:endParaRPr>
          </a:p>
        </p:txBody>
      </p:sp>
      <p:sp>
        <p:nvSpPr>
          <p:cNvPr id="707" name="Google Shape;707;p83"/>
          <p:cNvSpPr txBox="1">
            <a:spLocks noGrp="1"/>
          </p:cNvSpPr>
          <p:nvPr>
            <p:ph type="title"/>
          </p:nvPr>
        </p:nvSpPr>
        <p:spPr>
          <a:xfrm>
            <a:off x="588263" y="457200"/>
            <a:ext cx="11018520" cy="553998"/>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Clr>
                <a:schemeClr val="accent3"/>
              </a:buClr>
              <a:buSzPts val="3600"/>
              <a:buFont typeface="Quattrocento Sans"/>
              <a:buNone/>
              <a:defRPr>
                <a:solidFill>
                  <a:schemeClr val="accent3"/>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8" name="Google Shape;708;p83"/>
          <p:cNvSpPr txBox="1">
            <a:spLocks noGrp="1"/>
          </p:cNvSpPr>
          <p:nvPr>
            <p:ph type="body" idx="1"/>
          </p:nvPr>
        </p:nvSpPr>
        <p:spPr>
          <a:xfrm>
            <a:off x="601664" y="4408341"/>
            <a:ext cx="2520950" cy="276999"/>
          </a:xfrm>
          <a:prstGeom prst="rect">
            <a:avLst/>
          </a:prstGeom>
          <a:noFill/>
          <a:ln>
            <a:noFill/>
          </a:ln>
        </p:spPr>
        <p:txBody>
          <a:bodyPr spcFirstLastPara="1" wrap="square" lIns="0" tIns="0" rIns="0" bIns="0" anchor="t" anchorCtr="0">
            <a:spAutoFit/>
          </a:bodyPr>
          <a:lstStyle>
            <a:lvl1pPr marL="457200" lvl="0" indent="-228600" algn="l">
              <a:lnSpc>
                <a:spcPct val="100000"/>
              </a:lnSpc>
              <a:spcBef>
                <a:spcPts val="360"/>
              </a:spcBef>
              <a:spcAft>
                <a:spcPts val="0"/>
              </a:spcAft>
              <a:buClr>
                <a:schemeClr val="dk1"/>
              </a:buClr>
              <a:buSzPts val="1620"/>
              <a:buNone/>
              <a:defRPr sz="1800">
                <a:latin typeface="Quattrocento Sans"/>
                <a:ea typeface="Quattrocento Sans"/>
                <a:cs typeface="Quattrocento Sans"/>
                <a:sym typeface="Quattrocento Sans"/>
              </a:defRPr>
            </a:lvl1pPr>
            <a:lvl2pPr marL="914400" lvl="1" indent="-228600" algn="l">
              <a:lnSpc>
                <a:spcPct val="100000"/>
              </a:lnSpc>
              <a:spcBef>
                <a:spcPts val="360"/>
              </a:spcBef>
              <a:spcAft>
                <a:spcPts val="0"/>
              </a:spcAft>
              <a:buClr>
                <a:schemeClr val="dk1"/>
              </a:buClr>
              <a:buSzPts val="1620"/>
              <a:buNone/>
              <a:defRPr sz="1800">
                <a:latin typeface="Quattrocento Sans"/>
                <a:ea typeface="Quattrocento Sans"/>
                <a:cs typeface="Quattrocento Sans"/>
                <a:sym typeface="Quattrocento Sans"/>
              </a:defRPr>
            </a:lvl2pPr>
            <a:lvl3pPr marL="1371600" lvl="2" indent="-228600" algn="l">
              <a:lnSpc>
                <a:spcPct val="100000"/>
              </a:lnSpc>
              <a:spcBef>
                <a:spcPts val="360"/>
              </a:spcBef>
              <a:spcAft>
                <a:spcPts val="0"/>
              </a:spcAft>
              <a:buClr>
                <a:schemeClr val="dk1"/>
              </a:buClr>
              <a:buSzPts val="1620"/>
              <a:buNone/>
              <a:defRPr sz="1800">
                <a:latin typeface="Quattrocento Sans"/>
                <a:ea typeface="Quattrocento Sans"/>
                <a:cs typeface="Quattrocento Sans"/>
                <a:sym typeface="Quattrocento Sans"/>
              </a:defRPr>
            </a:lvl3pPr>
            <a:lvl4pPr marL="1828800" lvl="3" indent="-228600" algn="l">
              <a:lnSpc>
                <a:spcPct val="100000"/>
              </a:lnSpc>
              <a:spcBef>
                <a:spcPts val="360"/>
              </a:spcBef>
              <a:spcAft>
                <a:spcPts val="0"/>
              </a:spcAft>
              <a:buClr>
                <a:schemeClr val="dk1"/>
              </a:buClr>
              <a:buSzPts val="1620"/>
              <a:buNone/>
              <a:defRPr sz="1800">
                <a:latin typeface="Quattrocento Sans"/>
                <a:ea typeface="Quattrocento Sans"/>
                <a:cs typeface="Quattrocento Sans"/>
                <a:sym typeface="Quattrocento Sans"/>
              </a:defRPr>
            </a:lvl4pPr>
            <a:lvl5pPr marL="2286000" lvl="4" indent="-228600" algn="l">
              <a:lnSpc>
                <a:spcPct val="100000"/>
              </a:lnSpc>
              <a:spcBef>
                <a:spcPts val="360"/>
              </a:spcBef>
              <a:spcAft>
                <a:spcPts val="0"/>
              </a:spcAft>
              <a:buClr>
                <a:schemeClr val="dk1"/>
              </a:buClr>
              <a:buSzPts val="1620"/>
              <a:buNone/>
              <a:defRPr sz="1800">
                <a:latin typeface="Quattrocento Sans"/>
                <a:ea typeface="Quattrocento Sans"/>
                <a:cs typeface="Quattrocento Sans"/>
                <a:sym typeface="Quattrocento Sans"/>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09" name="Google Shape;709;p83"/>
          <p:cNvSpPr txBox="1">
            <a:spLocks noGrp="1"/>
          </p:cNvSpPr>
          <p:nvPr>
            <p:ph type="body" idx="2"/>
          </p:nvPr>
        </p:nvSpPr>
        <p:spPr>
          <a:xfrm>
            <a:off x="601664" y="4772925"/>
            <a:ext cx="2520950" cy="215444"/>
          </a:xfrm>
          <a:prstGeom prst="rect">
            <a:avLst/>
          </a:prstGeom>
          <a:noFill/>
          <a:ln>
            <a:noFill/>
          </a:ln>
        </p:spPr>
        <p:txBody>
          <a:bodyPr spcFirstLastPara="1" wrap="square" lIns="0" tIns="0" rIns="0" bIns="0" anchor="t" anchorCtr="0">
            <a:spAutoFit/>
          </a:bodyPr>
          <a:lstStyle>
            <a:lvl1pPr marL="457200" lvl="0" indent="-228600" algn="l">
              <a:lnSpc>
                <a:spcPct val="100000"/>
              </a:lnSpc>
              <a:spcBef>
                <a:spcPts val="280"/>
              </a:spcBef>
              <a:spcAft>
                <a:spcPts val="0"/>
              </a:spcAft>
              <a:buClr>
                <a:schemeClr val="dk1"/>
              </a:buClr>
              <a:buSzPts val="1260"/>
              <a:buNone/>
              <a:defRPr sz="1400"/>
            </a:lvl1pPr>
            <a:lvl2pPr marL="914400" lvl="1" indent="-228600" algn="l">
              <a:lnSpc>
                <a:spcPct val="100000"/>
              </a:lnSpc>
              <a:spcBef>
                <a:spcPts val="280"/>
              </a:spcBef>
              <a:spcAft>
                <a:spcPts val="0"/>
              </a:spcAft>
              <a:buClr>
                <a:schemeClr val="dk1"/>
              </a:buClr>
              <a:buSzPts val="1260"/>
              <a:buNone/>
              <a:defRPr sz="1400"/>
            </a:lvl2pPr>
            <a:lvl3pPr marL="1371600" lvl="2" indent="-228600" algn="l">
              <a:lnSpc>
                <a:spcPct val="100000"/>
              </a:lnSpc>
              <a:spcBef>
                <a:spcPts val="280"/>
              </a:spcBef>
              <a:spcAft>
                <a:spcPts val="0"/>
              </a:spcAft>
              <a:buClr>
                <a:schemeClr val="dk1"/>
              </a:buClr>
              <a:buSzPts val="1260"/>
              <a:buNone/>
              <a:defRPr sz="1400"/>
            </a:lvl3pPr>
            <a:lvl4pPr marL="1828800" lvl="3" indent="-228600" algn="l">
              <a:lnSpc>
                <a:spcPct val="100000"/>
              </a:lnSpc>
              <a:spcBef>
                <a:spcPts val="280"/>
              </a:spcBef>
              <a:spcAft>
                <a:spcPts val="0"/>
              </a:spcAft>
              <a:buClr>
                <a:schemeClr val="dk1"/>
              </a:buClr>
              <a:buSzPts val="1260"/>
              <a:buNone/>
              <a:defRPr sz="1400"/>
            </a:lvl4pPr>
            <a:lvl5pPr marL="2286000" lvl="4" indent="-228600" algn="l">
              <a:lnSpc>
                <a:spcPct val="100000"/>
              </a:lnSpc>
              <a:spcBef>
                <a:spcPts val="280"/>
              </a:spcBef>
              <a:spcAft>
                <a:spcPts val="0"/>
              </a:spcAft>
              <a:buClr>
                <a:schemeClr val="dk1"/>
              </a:buClr>
              <a:buSzPts val="1260"/>
              <a:buNone/>
              <a:defRPr sz="1400"/>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10" name="Google Shape;710;p83"/>
          <p:cNvSpPr txBox="1">
            <a:spLocks noGrp="1"/>
          </p:cNvSpPr>
          <p:nvPr>
            <p:ph type="body" idx="3"/>
          </p:nvPr>
        </p:nvSpPr>
        <p:spPr>
          <a:xfrm>
            <a:off x="601664" y="5171595"/>
            <a:ext cx="2520950" cy="923330"/>
          </a:xfrm>
          <a:prstGeom prst="rect">
            <a:avLst/>
          </a:prstGeom>
          <a:noFill/>
          <a:ln>
            <a:noFill/>
          </a:ln>
        </p:spPr>
        <p:txBody>
          <a:bodyPr spcFirstLastPara="1" wrap="square" lIns="0" tIns="0" rIns="0" bIns="0" anchor="t" anchorCtr="0">
            <a:spAutoFit/>
          </a:bodyPr>
          <a:lstStyle>
            <a:lvl1pPr marL="457200" marR="0" lvl="0" indent="-228600" algn="l">
              <a:lnSpc>
                <a:spcPct val="100000"/>
              </a:lnSpc>
              <a:spcBef>
                <a:spcPts val="240"/>
              </a:spcBef>
              <a:spcAft>
                <a:spcPts val="0"/>
              </a:spcAft>
              <a:buClr>
                <a:schemeClr val="accent6"/>
              </a:buClr>
              <a:buSzPts val="1080"/>
              <a:buFont typeface="Noto Sans Symbols"/>
              <a:buNone/>
              <a:defRPr sz="1200">
                <a:solidFill>
                  <a:schemeClr val="accent6"/>
                </a:solidFill>
              </a:defRPr>
            </a:lvl1pPr>
            <a:lvl2pPr marL="914400" lvl="1" indent="-228600" algn="l">
              <a:lnSpc>
                <a:spcPct val="100000"/>
              </a:lnSpc>
              <a:spcBef>
                <a:spcPts val="400"/>
              </a:spcBef>
              <a:spcAft>
                <a:spcPts val="0"/>
              </a:spcAft>
              <a:buClr>
                <a:schemeClr val="dk1"/>
              </a:buClr>
              <a:buSzPts val="1800"/>
              <a:buNone/>
              <a:defRPr/>
            </a:lvl2pPr>
            <a:lvl3pPr marL="1371600" lvl="2" indent="-228600" algn="l">
              <a:lnSpc>
                <a:spcPct val="100000"/>
              </a:lnSpc>
              <a:spcBef>
                <a:spcPts val="320"/>
              </a:spcBef>
              <a:spcAft>
                <a:spcPts val="0"/>
              </a:spcAft>
              <a:buClr>
                <a:schemeClr val="dk1"/>
              </a:buClr>
              <a:buSzPts val="1440"/>
              <a:buNone/>
              <a:defRPr/>
            </a:lvl3pPr>
            <a:lvl4pPr marL="1828800" lvl="3" indent="-228600" algn="l">
              <a:lnSpc>
                <a:spcPct val="100000"/>
              </a:lnSpc>
              <a:spcBef>
                <a:spcPts val="280"/>
              </a:spcBef>
              <a:spcAft>
                <a:spcPts val="0"/>
              </a:spcAft>
              <a:buClr>
                <a:schemeClr val="dk1"/>
              </a:buClr>
              <a:buSzPts val="1260"/>
              <a:buNone/>
              <a:defRPr/>
            </a:lvl4pPr>
            <a:lvl5pPr marL="2286000" lvl="4" indent="-228600" algn="l">
              <a:lnSpc>
                <a:spcPct val="100000"/>
              </a:lnSpc>
              <a:spcBef>
                <a:spcPts val="280"/>
              </a:spcBef>
              <a:spcAft>
                <a:spcPts val="0"/>
              </a:spcAft>
              <a:buClr>
                <a:schemeClr val="dk1"/>
              </a:buClr>
              <a:buSzPts val="1260"/>
              <a:buNone/>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11" name="Google Shape;711;p83"/>
          <p:cNvSpPr txBox="1">
            <a:spLocks noGrp="1"/>
          </p:cNvSpPr>
          <p:nvPr>
            <p:ph type="body" idx="4"/>
          </p:nvPr>
        </p:nvSpPr>
        <p:spPr>
          <a:xfrm>
            <a:off x="3413125" y="4400550"/>
            <a:ext cx="2520950" cy="276999"/>
          </a:xfrm>
          <a:prstGeom prst="rect">
            <a:avLst/>
          </a:prstGeom>
          <a:noFill/>
          <a:ln>
            <a:noFill/>
          </a:ln>
        </p:spPr>
        <p:txBody>
          <a:bodyPr spcFirstLastPara="1" wrap="square" lIns="0" tIns="0" rIns="0" bIns="0" anchor="t" anchorCtr="0">
            <a:spAutoFit/>
          </a:bodyPr>
          <a:lstStyle>
            <a:lvl1pPr marL="457200" lvl="0" indent="-228600" algn="l">
              <a:lnSpc>
                <a:spcPct val="100000"/>
              </a:lnSpc>
              <a:spcBef>
                <a:spcPts val="360"/>
              </a:spcBef>
              <a:spcAft>
                <a:spcPts val="0"/>
              </a:spcAft>
              <a:buClr>
                <a:schemeClr val="dk1"/>
              </a:buClr>
              <a:buSzPts val="1620"/>
              <a:buNone/>
              <a:defRPr sz="1800">
                <a:latin typeface="Quattrocento Sans"/>
                <a:ea typeface="Quattrocento Sans"/>
                <a:cs typeface="Quattrocento Sans"/>
                <a:sym typeface="Quattrocento Sans"/>
              </a:defRPr>
            </a:lvl1pPr>
            <a:lvl2pPr marL="914400" lvl="1" indent="-228600" algn="l">
              <a:lnSpc>
                <a:spcPct val="100000"/>
              </a:lnSpc>
              <a:spcBef>
                <a:spcPts val="360"/>
              </a:spcBef>
              <a:spcAft>
                <a:spcPts val="0"/>
              </a:spcAft>
              <a:buClr>
                <a:schemeClr val="dk1"/>
              </a:buClr>
              <a:buSzPts val="1620"/>
              <a:buNone/>
              <a:defRPr sz="1800">
                <a:latin typeface="Quattrocento Sans"/>
                <a:ea typeface="Quattrocento Sans"/>
                <a:cs typeface="Quattrocento Sans"/>
                <a:sym typeface="Quattrocento Sans"/>
              </a:defRPr>
            </a:lvl2pPr>
            <a:lvl3pPr marL="1371600" lvl="2" indent="-228600" algn="l">
              <a:lnSpc>
                <a:spcPct val="100000"/>
              </a:lnSpc>
              <a:spcBef>
                <a:spcPts val="360"/>
              </a:spcBef>
              <a:spcAft>
                <a:spcPts val="0"/>
              </a:spcAft>
              <a:buClr>
                <a:schemeClr val="dk1"/>
              </a:buClr>
              <a:buSzPts val="1620"/>
              <a:buNone/>
              <a:defRPr sz="1800">
                <a:latin typeface="Quattrocento Sans"/>
                <a:ea typeface="Quattrocento Sans"/>
                <a:cs typeface="Quattrocento Sans"/>
                <a:sym typeface="Quattrocento Sans"/>
              </a:defRPr>
            </a:lvl3pPr>
            <a:lvl4pPr marL="1828800" lvl="3" indent="-228600" algn="l">
              <a:lnSpc>
                <a:spcPct val="100000"/>
              </a:lnSpc>
              <a:spcBef>
                <a:spcPts val="360"/>
              </a:spcBef>
              <a:spcAft>
                <a:spcPts val="0"/>
              </a:spcAft>
              <a:buClr>
                <a:schemeClr val="dk1"/>
              </a:buClr>
              <a:buSzPts val="1620"/>
              <a:buNone/>
              <a:defRPr sz="1800">
                <a:latin typeface="Quattrocento Sans"/>
                <a:ea typeface="Quattrocento Sans"/>
                <a:cs typeface="Quattrocento Sans"/>
                <a:sym typeface="Quattrocento Sans"/>
              </a:defRPr>
            </a:lvl4pPr>
            <a:lvl5pPr marL="2286000" lvl="4" indent="-228600" algn="l">
              <a:lnSpc>
                <a:spcPct val="100000"/>
              </a:lnSpc>
              <a:spcBef>
                <a:spcPts val="360"/>
              </a:spcBef>
              <a:spcAft>
                <a:spcPts val="0"/>
              </a:spcAft>
              <a:buClr>
                <a:schemeClr val="dk1"/>
              </a:buClr>
              <a:buSzPts val="1620"/>
              <a:buNone/>
              <a:defRPr sz="1800">
                <a:latin typeface="Quattrocento Sans"/>
                <a:ea typeface="Quattrocento Sans"/>
                <a:cs typeface="Quattrocento Sans"/>
                <a:sym typeface="Quattrocento Sans"/>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12" name="Google Shape;712;p83"/>
          <p:cNvSpPr txBox="1">
            <a:spLocks noGrp="1"/>
          </p:cNvSpPr>
          <p:nvPr>
            <p:ph type="body" idx="5"/>
          </p:nvPr>
        </p:nvSpPr>
        <p:spPr>
          <a:xfrm>
            <a:off x="3413125" y="4765134"/>
            <a:ext cx="2520950" cy="215444"/>
          </a:xfrm>
          <a:prstGeom prst="rect">
            <a:avLst/>
          </a:prstGeom>
          <a:noFill/>
          <a:ln>
            <a:noFill/>
          </a:ln>
        </p:spPr>
        <p:txBody>
          <a:bodyPr spcFirstLastPara="1" wrap="square" lIns="0" tIns="0" rIns="0" bIns="0" anchor="t" anchorCtr="0">
            <a:spAutoFit/>
          </a:bodyPr>
          <a:lstStyle>
            <a:lvl1pPr marL="457200" lvl="0" indent="-228600" algn="l">
              <a:lnSpc>
                <a:spcPct val="100000"/>
              </a:lnSpc>
              <a:spcBef>
                <a:spcPts val="280"/>
              </a:spcBef>
              <a:spcAft>
                <a:spcPts val="0"/>
              </a:spcAft>
              <a:buClr>
                <a:schemeClr val="dk1"/>
              </a:buClr>
              <a:buSzPts val="1260"/>
              <a:buNone/>
              <a:defRPr sz="1400"/>
            </a:lvl1pPr>
            <a:lvl2pPr marL="914400" lvl="1" indent="-228600" algn="l">
              <a:lnSpc>
                <a:spcPct val="100000"/>
              </a:lnSpc>
              <a:spcBef>
                <a:spcPts val="280"/>
              </a:spcBef>
              <a:spcAft>
                <a:spcPts val="0"/>
              </a:spcAft>
              <a:buClr>
                <a:schemeClr val="dk1"/>
              </a:buClr>
              <a:buSzPts val="1260"/>
              <a:buNone/>
              <a:defRPr sz="1400"/>
            </a:lvl2pPr>
            <a:lvl3pPr marL="1371600" lvl="2" indent="-228600" algn="l">
              <a:lnSpc>
                <a:spcPct val="100000"/>
              </a:lnSpc>
              <a:spcBef>
                <a:spcPts val="280"/>
              </a:spcBef>
              <a:spcAft>
                <a:spcPts val="0"/>
              </a:spcAft>
              <a:buClr>
                <a:schemeClr val="dk1"/>
              </a:buClr>
              <a:buSzPts val="1260"/>
              <a:buNone/>
              <a:defRPr sz="1400"/>
            </a:lvl3pPr>
            <a:lvl4pPr marL="1828800" lvl="3" indent="-228600" algn="l">
              <a:lnSpc>
                <a:spcPct val="100000"/>
              </a:lnSpc>
              <a:spcBef>
                <a:spcPts val="280"/>
              </a:spcBef>
              <a:spcAft>
                <a:spcPts val="0"/>
              </a:spcAft>
              <a:buClr>
                <a:schemeClr val="dk1"/>
              </a:buClr>
              <a:buSzPts val="1260"/>
              <a:buNone/>
              <a:defRPr sz="1400"/>
            </a:lvl4pPr>
            <a:lvl5pPr marL="2286000" lvl="4" indent="-228600" algn="l">
              <a:lnSpc>
                <a:spcPct val="100000"/>
              </a:lnSpc>
              <a:spcBef>
                <a:spcPts val="280"/>
              </a:spcBef>
              <a:spcAft>
                <a:spcPts val="0"/>
              </a:spcAft>
              <a:buClr>
                <a:schemeClr val="dk1"/>
              </a:buClr>
              <a:buSzPts val="1260"/>
              <a:buNone/>
              <a:defRPr sz="1400"/>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13" name="Google Shape;713;p83"/>
          <p:cNvSpPr txBox="1">
            <a:spLocks noGrp="1"/>
          </p:cNvSpPr>
          <p:nvPr>
            <p:ph type="body" idx="6"/>
          </p:nvPr>
        </p:nvSpPr>
        <p:spPr>
          <a:xfrm>
            <a:off x="3413125" y="5163804"/>
            <a:ext cx="2520950" cy="923330"/>
          </a:xfrm>
          <a:prstGeom prst="rect">
            <a:avLst/>
          </a:prstGeom>
          <a:noFill/>
          <a:ln>
            <a:noFill/>
          </a:ln>
        </p:spPr>
        <p:txBody>
          <a:bodyPr spcFirstLastPara="1" wrap="square" lIns="0" tIns="0" rIns="0" bIns="0" anchor="t" anchorCtr="0">
            <a:spAutoFit/>
          </a:bodyPr>
          <a:lstStyle>
            <a:lvl1pPr marL="457200" marR="0" lvl="0" indent="-228600" algn="l">
              <a:lnSpc>
                <a:spcPct val="100000"/>
              </a:lnSpc>
              <a:spcBef>
                <a:spcPts val="240"/>
              </a:spcBef>
              <a:spcAft>
                <a:spcPts val="0"/>
              </a:spcAft>
              <a:buClr>
                <a:schemeClr val="accent6"/>
              </a:buClr>
              <a:buSzPts val="1080"/>
              <a:buFont typeface="Noto Sans Symbols"/>
              <a:buNone/>
              <a:defRPr sz="1200">
                <a:solidFill>
                  <a:schemeClr val="accent6"/>
                </a:solidFill>
              </a:defRPr>
            </a:lvl1pPr>
            <a:lvl2pPr marL="914400" lvl="1" indent="-228600" algn="l">
              <a:lnSpc>
                <a:spcPct val="100000"/>
              </a:lnSpc>
              <a:spcBef>
                <a:spcPts val="400"/>
              </a:spcBef>
              <a:spcAft>
                <a:spcPts val="0"/>
              </a:spcAft>
              <a:buClr>
                <a:schemeClr val="dk1"/>
              </a:buClr>
              <a:buSzPts val="1800"/>
              <a:buNone/>
              <a:defRPr/>
            </a:lvl2pPr>
            <a:lvl3pPr marL="1371600" lvl="2" indent="-228600" algn="l">
              <a:lnSpc>
                <a:spcPct val="100000"/>
              </a:lnSpc>
              <a:spcBef>
                <a:spcPts val="320"/>
              </a:spcBef>
              <a:spcAft>
                <a:spcPts val="0"/>
              </a:spcAft>
              <a:buClr>
                <a:schemeClr val="dk1"/>
              </a:buClr>
              <a:buSzPts val="1440"/>
              <a:buNone/>
              <a:defRPr/>
            </a:lvl3pPr>
            <a:lvl4pPr marL="1828800" lvl="3" indent="-228600" algn="l">
              <a:lnSpc>
                <a:spcPct val="100000"/>
              </a:lnSpc>
              <a:spcBef>
                <a:spcPts val="280"/>
              </a:spcBef>
              <a:spcAft>
                <a:spcPts val="0"/>
              </a:spcAft>
              <a:buClr>
                <a:schemeClr val="dk1"/>
              </a:buClr>
              <a:buSzPts val="1260"/>
              <a:buNone/>
              <a:defRPr/>
            </a:lvl4pPr>
            <a:lvl5pPr marL="2286000" lvl="4" indent="-228600" algn="l">
              <a:lnSpc>
                <a:spcPct val="100000"/>
              </a:lnSpc>
              <a:spcBef>
                <a:spcPts val="280"/>
              </a:spcBef>
              <a:spcAft>
                <a:spcPts val="0"/>
              </a:spcAft>
              <a:buClr>
                <a:schemeClr val="dk1"/>
              </a:buClr>
              <a:buSzPts val="1260"/>
              <a:buNone/>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14" name="Google Shape;714;p83"/>
          <p:cNvSpPr txBox="1">
            <a:spLocks noGrp="1"/>
          </p:cNvSpPr>
          <p:nvPr>
            <p:ph type="body" idx="7"/>
          </p:nvPr>
        </p:nvSpPr>
        <p:spPr>
          <a:xfrm>
            <a:off x="6256338" y="4400550"/>
            <a:ext cx="2520950" cy="276999"/>
          </a:xfrm>
          <a:prstGeom prst="rect">
            <a:avLst/>
          </a:prstGeom>
          <a:noFill/>
          <a:ln>
            <a:noFill/>
          </a:ln>
        </p:spPr>
        <p:txBody>
          <a:bodyPr spcFirstLastPara="1" wrap="square" lIns="0" tIns="0" rIns="0" bIns="0" anchor="t" anchorCtr="0">
            <a:spAutoFit/>
          </a:bodyPr>
          <a:lstStyle>
            <a:lvl1pPr marL="457200" lvl="0" indent="-228600" algn="l">
              <a:lnSpc>
                <a:spcPct val="100000"/>
              </a:lnSpc>
              <a:spcBef>
                <a:spcPts val="360"/>
              </a:spcBef>
              <a:spcAft>
                <a:spcPts val="0"/>
              </a:spcAft>
              <a:buClr>
                <a:schemeClr val="dk1"/>
              </a:buClr>
              <a:buSzPts val="1620"/>
              <a:buNone/>
              <a:defRPr sz="1800">
                <a:latin typeface="Quattrocento Sans"/>
                <a:ea typeface="Quattrocento Sans"/>
                <a:cs typeface="Quattrocento Sans"/>
                <a:sym typeface="Quattrocento Sans"/>
              </a:defRPr>
            </a:lvl1pPr>
            <a:lvl2pPr marL="914400" lvl="1" indent="-228600" algn="l">
              <a:lnSpc>
                <a:spcPct val="100000"/>
              </a:lnSpc>
              <a:spcBef>
                <a:spcPts val="360"/>
              </a:spcBef>
              <a:spcAft>
                <a:spcPts val="0"/>
              </a:spcAft>
              <a:buClr>
                <a:schemeClr val="dk1"/>
              </a:buClr>
              <a:buSzPts val="1620"/>
              <a:buNone/>
              <a:defRPr sz="1800">
                <a:latin typeface="Quattrocento Sans"/>
                <a:ea typeface="Quattrocento Sans"/>
                <a:cs typeface="Quattrocento Sans"/>
                <a:sym typeface="Quattrocento Sans"/>
              </a:defRPr>
            </a:lvl2pPr>
            <a:lvl3pPr marL="1371600" lvl="2" indent="-228600" algn="l">
              <a:lnSpc>
                <a:spcPct val="100000"/>
              </a:lnSpc>
              <a:spcBef>
                <a:spcPts val="360"/>
              </a:spcBef>
              <a:spcAft>
                <a:spcPts val="0"/>
              </a:spcAft>
              <a:buClr>
                <a:schemeClr val="dk1"/>
              </a:buClr>
              <a:buSzPts val="1620"/>
              <a:buNone/>
              <a:defRPr sz="1800">
                <a:latin typeface="Quattrocento Sans"/>
                <a:ea typeface="Quattrocento Sans"/>
                <a:cs typeface="Quattrocento Sans"/>
                <a:sym typeface="Quattrocento Sans"/>
              </a:defRPr>
            </a:lvl3pPr>
            <a:lvl4pPr marL="1828800" lvl="3" indent="-228600" algn="l">
              <a:lnSpc>
                <a:spcPct val="100000"/>
              </a:lnSpc>
              <a:spcBef>
                <a:spcPts val="360"/>
              </a:spcBef>
              <a:spcAft>
                <a:spcPts val="0"/>
              </a:spcAft>
              <a:buClr>
                <a:schemeClr val="dk1"/>
              </a:buClr>
              <a:buSzPts val="1620"/>
              <a:buNone/>
              <a:defRPr sz="1800">
                <a:latin typeface="Quattrocento Sans"/>
                <a:ea typeface="Quattrocento Sans"/>
                <a:cs typeface="Quattrocento Sans"/>
                <a:sym typeface="Quattrocento Sans"/>
              </a:defRPr>
            </a:lvl4pPr>
            <a:lvl5pPr marL="2286000" lvl="4" indent="-228600" algn="l">
              <a:lnSpc>
                <a:spcPct val="100000"/>
              </a:lnSpc>
              <a:spcBef>
                <a:spcPts val="360"/>
              </a:spcBef>
              <a:spcAft>
                <a:spcPts val="0"/>
              </a:spcAft>
              <a:buClr>
                <a:schemeClr val="dk1"/>
              </a:buClr>
              <a:buSzPts val="1620"/>
              <a:buNone/>
              <a:defRPr sz="1800">
                <a:latin typeface="Quattrocento Sans"/>
                <a:ea typeface="Quattrocento Sans"/>
                <a:cs typeface="Quattrocento Sans"/>
                <a:sym typeface="Quattrocento Sans"/>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15" name="Google Shape;715;p83"/>
          <p:cNvSpPr txBox="1">
            <a:spLocks noGrp="1"/>
          </p:cNvSpPr>
          <p:nvPr>
            <p:ph type="body" idx="8"/>
          </p:nvPr>
        </p:nvSpPr>
        <p:spPr>
          <a:xfrm>
            <a:off x="6256338" y="4765134"/>
            <a:ext cx="2520950" cy="215444"/>
          </a:xfrm>
          <a:prstGeom prst="rect">
            <a:avLst/>
          </a:prstGeom>
          <a:noFill/>
          <a:ln>
            <a:noFill/>
          </a:ln>
        </p:spPr>
        <p:txBody>
          <a:bodyPr spcFirstLastPara="1" wrap="square" lIns="0" tIns="0" rIns="0" bIns="0" anchor="t" anchorCtr="0">
            <a:spAutoFit/>
          </a:bodyPr>
          <a:lstStyle>
            <a:lvl1pPr marL="457200" lvl="0" indent="-228600" algn="l">
              <a:lnSpc>
                <a:spcPct val="100000"/>
              </a:lnSpc>
              <a:spcBef>
                <a:spcPts val="280"/>
              </a:spcBef>
              <a:spcAft>
                <a:spcPts val="0"/>
              </a:spcAft>
              <a:buClr>
                <a:schemeClr val="dk1"/>
              </a:buClr>
              <a:buSzPts val="1260"/>
              <a:buNone/>
              <a:defRPr sz="1400"/>
            </a:lvl1pPr>
            <a:lvl2pPr marL="914400" lvl="1" indent="-228600" algn="l">
              <a:lnSpc>
                <a:spcPct val="100000"/>
              </a:lnSpc>
              <a:spcBef>
                <a:spcPts val="280"/>
              </a:spcBef>
              <a:spcAft>
                <a:spcPts val="0"/>
              </a:spcAft>
              <a:buClr>
                <a:schemeClr val="dk1"/>
              </a:buClr>
              <a:buSzPts val="1260"/>
              <a:buNone/>
              <a:defRPr sz="1400"/>
            </a:lvl2pPr>
            <a:lvl3pPr marL="1371600" lvl="2" indent="-228600" algn="l">
              <a:lnSpc>
                <a:spcPct val="100000"/>
              </a:lnSpc>
              <a:spcBef>
                <a:spcPts val="280"/>
              </a:spcBef>
              <a:spcAft>
                <a:spcPts val="0"/>
              </a:spcAft>
              <a:buClr>
                <a:schemeClr val="dk1"/>
              </a:buClr>
              <a:buSzPts val="1260"/>
              <a:buNone/>
              <a:defRPr sz="1400"/>
            </a:lvl3pPr>
            <a:lvl4pPr marL="1828800" lvl="3" indent="-228600" algn="l">
              <a:lnSpc>
                <a:spcPct val="100000"/>
              </a:lnSpc>
              <a:spcBef>
                <a:spcPts val="280"/>
              </a:spcBef>
              <a:spcAft>
                <a:spcPts val="0"/>
              </a:spcAft>
              <a:buClr>
                <a:schemeClr val="dk1"/>
              </a:buClr>
              <a:buSzPts val="1260"/>
              <a:buNone/>
              <a:defRPr sz="1400"/>
            </a:lvl4pPr>
            <a:lvl5pPr marL="2286000" lvl="4" indent="-228600" algn="l">
              <a:lnSpc>
                <a:spcPct val="100000"/>
              </a:lnSpc>
              <a:spcBef>
                <a:spcPts val="280"/>
              </a:spcBef>
              <a:spcAft>
                <a:spcPts val="0"/>
              </a:spcAft>
              <a:buClr>
                <a:schemeClr val="dk1"/>
              </a:buClr>
              <a:buSzPts val="1260"/>
              <a:buNone/>
              <a:defRPr sz="1400"/>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16" name="Google Shape;716;p83"/>
          <p:cNvSpPr txBox="1">
            <a:spLocks noGrp="1"/>
          </p:cNvSpPr>
          <p:nvPr>
            <p:ph type="body" idx="9"/>
          </p:nvPr>
        </p:nvSpPr>
        <p:spPr>
          <a:xfrm>
            <a:off x="6256338" y="5163804"/>
            <a:ext cx="2520950" cy="923330"/>
          </a:xfrm>
          <a:prstGeom prst="rect">
            <a:avLst/>
          </a:prstGeom>
          <a:noFill/>
          <a:ln>
            <a:noFill/>
          </a:ln>
        </p:spPr>
        <p:txBody>
          <a:bodyPr spcFirstLastPara="1" wrap="square" lIns="0" tIns="0" rIns="0" bIns="0" anchor="t" anchorCtr="0">
            <a:spAutoFit/>
          </a:bodyPr>
          <a:lstStyle>
            <a:lvl1pPr marL="457200" marR="0" lvl="0" indent="-228600" algn="l">
              <a:lnSpc>
                <a:spcPct val="100000"/>
              </a:lnSpc>
              <a:spcBef>
                <a:spcPts val="240"/>
              </a:spcBef>
              <a:spcAft>
                <a:spcPts val="0"/>
              </a:spcAft>
              <a:buClr>
                <a:schemeClr val="accent6"/>
              </a:buClr>
              <a:buSzPts val="1080"/>
              <a:buFont typeface="Noto Sans Symbols"/>
              <a:buNone/>
              <a:defRPr sz="1200">
                <a:solidFill>
                  <a:schemeClr val="accent6"/>
                </a:solidFill>
              </a:defRPr>
            </a:lvl1pPr>
            <a:lvl2pPr marL="914400" lvl="1" indent="-228600" algn="l">
              <a:lnSpc>
                <a:spcPct val="100000"/>
              </a:lnSpc>
              <a:spcBef>
                <a:spcPts val="400"/>
              </a:spcBef>
              <a:spcAft>
                <a:spcPts val="0"/>
              </a:spcAft>
              <a:buClr>
                <a:schemeClr val="dk1"/>
              </a:buClr>
              <a:buSzPts val="1800"/>
              <a:buNone/>
              <a:defRPr/>
            </a:lvl2pPr>
            <a:lvl3pPr marL="1371600" lvl="2" indent="-228600" algn="l">
              <a:lnSpc>
                <a:spcPct val="100000"/>
              </a:lnSpc>
              <a:spcBef>
                <a:spcPts val="320"/>
              </a:spcBef>
              <a:spcAft>
                <a:spcPts val="0"/>
              </a:spcAft>
              <a:buClr>
                <a:schemeClr val="dk1"/>
              </a:buClr>
              <a:buSzPts val="1440"/>
              <a:buNone/>
              <a:defRPr/>
            </a:lvl3pPr>
            <a:lvl4pPr marL="1828800" lvl="3" indent="-228600" algn="l">
              <a:lnSpc>
                <a:spcPct val="100000"/>
              </a:lnSpc>
              <a:spcBef>
                <a:spcPts val="280"/>
              </a:spcBef>
              <a:spcAft>
                <a:spcPts val="0"/>
              </a:spcAft>
              <a:buClr>
                <a:schemeClr val="dk1"/>
              </a:buClr>
              <a:buSzPts val="1260"/>
              <a:buNone/>
              <a:defRPr/>
            </a:lvl4pPr>
            <a:lvl5pPr marL="2286000" lvl="4" indent="-228600" algn="l">
              <a:lnSpc>
                <a:spcPct val="100000"/>
              </a:lnSpc>
              <a:spcBef>
                <a:spcPts val="280"/>
              </a:spcBef>
              <a:spcAft>
                <a:spcPts val="0"/>
              </a:spcAft>
              <a:buClr>
                <a:schemeClr val="dk1"/>
              </a:buClr>
              <a:buSzPts val="1260"/>
              <a:buNone/>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17" name="Google Shape;717;p83"/>
          <p:cNvSpPr txBox="1">
            <a:spLocks noGrp="1"/>
          </p:cNvSpPr>
          <p:nvPr>
            <p:ph type="body" idx="13"/>
          </p:nvPr>
        </p:nvSpPr>
        <p:spPr>
          <a:xfrm>
            <a:off x="9070975" y="4400550"/>
            <a:ext cx="2520950" cy="276999"/>
          </a:xfrm>
          <a:prstGeom prst="rect">
            <a:avLst/>
          </a:prstGeom>
          <a:noFill/>
          <a:ln>
            <a:noFill/>
          </a:ln>
        </p:spPr>
        <p:txBody>
          <a:bodyPr spcFirstLastPara="1" wrap="square" lIns="0" tIns="0" rIns="0" bIns="0" anchor="t" anchorCtr="0">
            <a:spAutoFit/>
          </a:bodyPr>
          <a:lstStyle>
            <a:lvl1pPr marL="457200" lvl="0" indent="-228600" algn="l">
              <a:lnSpc>
                <a:spcPct val="100000"/>
              </a:lnSpc>
              <a:spcBef>
                <a:spcPts val="360"/>
              </a:spcBef>
              <a:spcAft>
                <a:spcPts val="0"/>
              </a:spcAft>
              <a:buClr>
                <a:schemeClr val="dk1"/>
              </a:buClr>
              <a:buSzPts val="1620"/>
              <a:buNone/>
              <a:defRPr sz="1800">
                <a:latin typeface="Quattrocento Sans"/>
                <a:ea typeface="Quattrocento Sans"/>
                <a:cs typeface="Quattrocento Sans"/>
                <a:sym typeface="Quattrocento Sans"/>
              </a:defRPr>
            </a:lvl1pPr>
            <a:lvl2pPr marL="914400" lvl="1" indent="-228600" algn="l">
              <a:lnSpc>
                <a:spcPct val="100000"/>
              </a:lnSpc>
              <a:spcBef>
                <a:spcPts val="360"/>
              </a:spcBef>
              <a:spcAft>
                <a:spcPts val="0"/>
              </a:spcAft>
              <a:buClr>
                <a:schemeClr val="dk1"/>
              </a:buClr>
              <a:buSzPts val="1620"/>
              <a:buNone/>
              <a:defRPr sz="1800">
                <a:latin typeface="Quattrocento Sans"/>
                <a:ea typeface="Quattrocento Sans"/>
                <a:cs typeface="Quattrocento Sans"/>
                <a:sym typeface="Quattrocento Sans"/>
              </a:defRPr>
            </a:lvl2pPr>
            <a:lvl3pPr marL="1371600" lvl="2" indent="-228600" algn="l">
              <a:lnSpc>
                <a:spcPct val="100000"/>
              </a:lnSpc>
              <a:spcBef>
                <a:spcPts val="360"/>
              </a:spcBef>
              <a:spcAft>
                <a:spcPts val="0"/>
              </a:spcAft>
              <a:buClr>
                <a:schemeClr val="dk1"/>
              </a:buClr>
              <a:buSzPts val="1620"/>
              <a:buNone/>
              <a:defRPr sz="1800">
                <a:latin typeface="Quattrocento Sans"/>
                <a:ea typeface="Quattrocento Sans"/>
                <a:cs typeface="Quattrocento Sans"/>
                <a:sym typeface="Quattrocento Sans"/>
              </a:defRPr>
            </a:lvl3pPr>
            <a:lvl4pPr marL="1828800" lvl="3" indent="-228600" algn="l">
              <a:lnSpc>
                <a:spcPct val="100000"/>
              </a:lnSpc>
              <a:spcBef>
                <a:spcPts val="360"/>
              </a:spcBef>
              <a:spcAft>
                <a:spcPts val="0"/>
              </a:spcAft>
              <a:buClr>
                <a:schemeClr val="dk1"/>
              </a:buClr>
              <a:buSzPts val="1620"/>
              <a:buNone/>
              <a:defRPr sz="1800">
                <a:latin typeface="Quattrocento Sans"/>
                <a:ea typeface="Quattrocento Sans"/>
                <a:cs typeface="Quattrocento Sans"/>
                <a:sym typeface="Quattrocento Sans"/>
              </a:defRPr>
            </a:lvl4pPr>
            <a:lvl5pPr marL="2286000" lvl="4" indent="-228600" algn="l">
              <a:lnSpc>
                <a:spcPct val="100000"/>
              </a:lnSpc>
              <a:spcBef>
                <a:spcPts val="360"/>
              </a:spcBef>
              <a:spcAft>
                <a:spcPts val="0"/>
              </a:spcAft>
              <a:buClr>
                <a:schemeClr val="dk1"/>
              </a:buClr>
              <a:buSzPts val="1620"/>
              <a:buNone/>
              <a:defRPr sz="1800">
                <a:latin typeface="Quattrocento Sans"/>
                <a:ea typeface="Quattrocento Sans"/>
                <a:cs typeface="Quattrocento Sans"/>
                <a:sym typeface="Quattrocento Sans"/>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18" name="Google Shape;718;p83"/>
          <p:cNvSpPr txBox="1">
            <a:spLocks noGrp="1"/>
          </p:cNvSpPr>
          <p:nvPr>
            <p:ph type="body" idx="14"/>
          </p:nvPr>
        </p:nvSpPr>
        <p:spPr>
          <a:xfrm>
            <a:off x="9070975" y="4765134"/>
            <a:ext cx="2520950" cy="215444"/>
          </a:xfrm>
          <a:prstGeom prst="rect">
            <a:avLst/>
          </a:prstGeom>
          <a:noFill/>
          <a:ln>
            <a:noFill/>
          </a:ln>
        </p:spPr>
        <p:txBody>
          <a:bodyPr spcFirstLastPara="1" wrap="square" lIns="0" tIns="0" rIns="0" bIns="0" anchor="t" anchorCtr="0">
            <a:spAutoFit/>
          </a:bodyPr>
          <a:lstStyle>
            <a:lvl1pPr marL="457200" lvl="0" indent="-228600" algn="l">
              <a:lnSpc>
                <a:spcPct val="100000"/>
              </a:lnSpc>
              <a:spcBef>
                <a:spcPts val="280"/>
              </a:spcBef>
              <a:spcAft>
                <a:spcPts val="0"/>
              </a:spcAft>
              <a:buClr>
                <a:schemeClr val="dk1"/>
              </a:buClr>
              <a:buSzPts val="1260"/>
              <a:buNone/>
              <a:defRPr sz="1400"/>
            </a:lvl1pPr>
            <a:lvl2pPr marL="914400" lvl="1" indent="-228600" algn="l">
              <a:lnSpc>
                <a:spcPct val="100000"/>
              </a:lnSpc>
              <a:spcBef>
                <a:spcPts val="280"/>
              </a:spcBef>
              <a:spcAft>
                <a:spcPts val="0"/>
              </a:spcAft>
              <a:buClr>
                <a:schemeClr val="dk1"/>
              </a:buClr>
              <a:buSzPts val="1260"/>
              <a:buNone/>
              <a:defRPr sz="1400"/>
            </a:lvl2pPr>
            <a:lvl3pPr marL="1371600" lvl="2" indent="-228600" algn="l">
              <a:lnSpc>
                <a:spcPct val="100000"/>
              </a:lnSpc>
              <a:spcBef>
                <a:spcPts val="280"/>
              </a:spcBef>
              <a:spcAft>
                <a:spcPts val="0"/>
              </a:spcAft>
              <a:buClr>
                <a:schemeClr val="dk1"/>
              </a:buClr>
              <a:buSzPts val="1260"/>
              <a:buNone/>
              <a:defRPr sz="1400"/>
            </a:lvl3pPr>
            <a:lvl4pPr marL="1828800" lvl="3" indent="-228600" algn="l">
              <a:lnSpc>
                <a:spcPct val="100000"/>
              </a:lnSpc>
              <a:spcBef>
                <a:spcPts val="280"/>
              </a:spcBef>
              <a:spcAft>
                <a:spcPts val="0"/>
              </a:spcAft>
              <a:buClr>
                <a:schemeClr val="dk1"/>
              </a:buClr>
              <a:buSzPts val="1260"/>
              <a:buNone/>
              <a:defRPr sz="1400"/>
            </a:lvl4pPr>
            <a:lvl5pPr marL="2286000" lvl="4" indent="-228600" algn="l">
              <a:lnSpc>
                <a:spcPct val="100000"/>
              </a:lnSpc>
              <a:spcBef>
                <a:spcPts val="280"/>
              </a:spcBef>
              <a:spcAft>
                <a:spcPts val="0"/>
              </a:spcAft>
              <a:buClr>
                <a:schemeClr val="dk1"/>
              </a:buClr>
              <a:buSzPts val="1260"/>
              <a:buNone/>
              <a:defRPr sz="1400"/>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19" name="Google Shape;719;p83"/>
          <p:cNvSpPr txBox="1">
            <a:spLocks noGrp="1"/>
          </p:cNvSpPr>
          <p:nvPr>
            <p:ph type="body" idx="15"/>
          </p:nvPr>
        </p:nvSpPr>
        <p:spPr>
          <a:xfrm>
            <a:off x="9070975" y="5163804"/>
            <a:ext cx="2520950" cy="923330"/>
          </a:xfrm>
          <a:prstGeom prst="rect">
            <a:avLst/>
          </a:prstGeom>
          <a:noFill/>
          <a:ln>
            <a:noFill/>
          </a:ln>
        </p:spPr>
        <p:txBody>
          <a:bodyPr spcFirstLastPara="1" wrap="square" lIns="0" tIns="0" rIns="0" bIns="0" anchor="t" anchorCtr="0">
            <a:spAutoFit/>
          </a:bodyPr>
          <a:lstStyle>
            <a:lvl1pPr marL="457200" marR="0" lvl="0" indent="-228600" algn="l">
              <a:lnSpc>
                <a:spcPct val="100000"/>
              </a:lnSpc>
              <a:spcBef>
                <a:spcPts val="240"/>
              </a:spcBef>
              <a:spcAft>
                <a:spcPts val="0"/>
              </a:spcAft>
              <a:buClr>
                <a:schemeClr val="accent6"/>
              </a:buClr>
              <a:buSzPts val="1080"/>
              <a:buFont typeface="Noto Sans Symbols"/>
              <a:buNone/>
              <a:defRPr sz="1200">
                <a:solidFill>
                  <a:schemeClr val="accent6"/>
                </a:solidFill>
              </a:defRPr>
            </a:lvl1pPr>
            <a:lvl2pPr marL="914400" lvl="1" indent="-228600" algn="l">
              <a:lnSpc>
                <a:spcPct val="100000"/>
              </a:lnSpc>
              <a:spcBef>
                <a:spcPts val="400"/>
              </a:spcBef>
              <a:spcAft>
                <a:spcPts val="0"/>
              </a:spcAft>
              <a:buClr>
                <a:schemeClr val="dk1"/>
              </a:buClr>
              <a:buSzPts val="1800"/>
              <a:buNone/>
              <a:defRPr/>
            </a:lvl2pPr>
            <a:lvl3pPr marL="1371600" lvl="2" indent="-228600" algn="l">
              <a:lnSpc>
                <a:spcPct val="100000"/>
              </a:lnSpc>
              <a:spcBef>
                <a:spcPts val="320"/>
              </a:spcBef>
              <a:spcAft>
                <a:spcPts val="0"/>
              </a:spcAft>
              <a:buClr>
                <a:schemeClr val="dk1"/>
              </a:buClr>
              <a:buSzPts val="1440"/>
              <a:buNone/>
              <a:defRPr/>
            </a:lvl3pPr>
            <a:lvl4pPr marL="1828800" lvl="3" indent="-228600" algn="l">
              <a:lnSpc>
                <a:spcPct val="100000"/>
              </a:lnSpc>
              <a:spcBef>
                <a:spcPts val="280"/>
              </a:spcBef>
              <a:spcAft>
                <a:spcPts val="0"/>
              </a:spcAft>
              <a:buClr>
                <a:schemeClr val="dk1"/>
              </a:buClr>
              <a:buSzPts val="1260"/>
              <a:buNone/>
              <a:defRPr/>
            </a:lvl4pPr>
            <a:lvl5pPr marL="2286000" lvl="4" indent="-228600" algn="l">
              <a:lnSpc>
                <a:spcPct val="100000"/>
              </a:lnSpc>
              <a:spcBef>
                <a:spcPts val="280"/>
              </a:spcBef>
              <a:spcAft>
                <a:spcPts val="0"/>
              </a:spcAft>
              <a:buClr>
                <a:schemeClr val="dk1"/>
              </a:buClr>
              <a:buSzPts val="1260"/>
              <a:buNone/>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20" name="Google Shape;720;p83"/>
          <p:cNvSpPr>
            <a:spLocks noGrp="1"/>
          </p:cNvSpPr>
          <p:nvPr>
            <p:ph type="pic" idx="16"/>
          </p:nvPr>
        </p:nvSpPr>
        <p:spPr>
          <a:xfrm>
            <a:off x="774200" y="1785409"/>
            <a:ext cx="2160000" cy="2160000"/>
          </a:xfrm>
          <a:prstGeom prst="ellipse">
            <a:avLst/>
          </a:prstGeom>
          <a:noFill/>
          <a:ln>
            <a:noFill/>
          </a:ln>
        </p:spPr>
      </p:sp>
      <p:sp>
        <p:nvSpPr>
          <p:cNvPr id="721" name="Google Shape;721;p83"/>
          <p:cNvSpPr>
            <a:spLocks noGrp="1"/>
          </p:cNvSpPr>
          <p:nvPr>
            <p:ph type="pic" idx="17"/>
          </p:nvPr>
        </p:nvSpPr>
        <p:spPr>
          <a:xfrm>
            <a:off x="3603125" y="1785409"/>
            <a:ext cx="2160000" cy="2160000"/>
          </a:xfrm>
          <a:prstGeom prst="ellipse">
            <a:avLst/>
          </a:prstGeom>
          <a:noFill/>
          <a:ln>
            <a:noFill/>
          </a:ln>
        </p:spPr>
      </p:sp>
      <p:sp>
        <p:nvSpPr>
          <p:cNvPr id="722" name="Google Shape;722;p83"/>
          <p:cNvSpPr>
            <a:spLocks noGrp="1"/>
          </p:cNvSpPr>
          <p:nvPr>
            <p:ph type="pic" idx="18"/>
          </p:nvPr>
        </p:nvSpPr>
        <p:spPr>
          <a:xfrm>
            <a:off x="6428875" y="1785409"/>
            <a:ext cx="2160000" cy="2160000"/>
          </a:xfrm>
          <a:prstGeom prst="ellipse">
            <a:avLst/>
          </a:prstGeom>
          <a:noFill/>
          <a:ln>
            <a:noFill/>
          </a:ln>
        </p:spPr>
      </p:sp>
      <p:sp>
        <p:nvSpPr>
          <p:cNvPr id="723" name="Google Shape;723;p83"/>
          <p:cNvSpPr>
            <a:spLocks noGrp="1"/>
          </p:cNvSpPr>
          <p:nvPr>
            <p:ph type="pic" idx="19"/>
          </p:nvPr>
        </p:nvSpPr>
        <p:spPr>
          <a:xfrm>
            <a:off x="9260975" y="1785409"/>
            <a:ext cx="2160000" cy="2160000"/>
          </a:xfrm>
          <a:prstGeom prst="ellipse">
            <a:avLst/>
          </a:prstGeom>
          <a:noFill/>
          <a:ln>
            <a:noFill/>
          </a:ln>
        </p:spPr>
      </p:sp>
    </p:spTree>
  </p:cSld>
  <p:clrMapOvr>
    <a:masterClrMapping/>
  </p:clrMapOvr>
  <p:transition>
    <p:fade/>
  </p:transition>
  <p:extLst>
    <p:ext uri="{DCECCB84-F9BA-43D5-87BE-67443E8EF086}">
      <p15:sldGuideLst xmlns:p15="http://schemas.microsoft.com/office/powerpoint/2012/main">
        <p15:guide id="1" pos="369">
          <p15:clr>
            <a:srgbClr val="F26B43"/>
          </p15:clr>
        </p15:guide>
        <p15:guide id="2" orient="horz" pos="366">
          <p15:clr>
            <a:srgbClr val="F26B43"/>
          </p15:clr>
        </p15:guide>
        <p15:guide id="3" pos="7311">
          <p15:clr>
            <a:srgbClr val="F26B43"/>
          </p15:clr>
        </p15:guide>
        <p15:guide id="4" orient="horz" pos="3951">
          <p15:clr>
            <a:srgbClr val="F26B43"/>
          </p15:clr>
        </p15:guide>
        <p15:guide id="5" pos="1967">
          <p15:clr>
            <a:srgbClr val="A4A3A4"/>
          </p15:clr>
        </p15:guide>
        <p15:guide id="6" pos="2150">
          <p15:clr>
            <a:srgbClr val="A4A3A4"/>
          </p15:clr>
        </p15:guide>
        <p15:guide id="7" pos="3749">
          <p15:clr>
            <a:srgbClr val="A4A3A4"/>
          </p15:clr>
        </p15:guide>
        <p15:guide id="8" pos="3932">
          <p15:clr>
            <a:srgbClr val="A4A3A4"/>
          </p15:clr>
        </p15:guide>
        <p15:guide id="9" pos="5529">
          <p15:clr>
            <a:srgbClr val="A4A3A4"/>
          </p15:clr>
        </p15:guide>
        <p15:guide id="10" pos="5714">
          <p15:clr>
            <a:srgbClr val="A4A3A4"/>
          </p15:clr>
        </p15:guide>
        <p15:guide id="11" pos="3840">
          <p15:clr>
            <a:srgbClr val="F26B43"/>
          </p15:clr>
        </p15:guide>
        <p15:guide id="12" pos="5576">
          <p15:clr>
            <a:srgbClr val="F26B43"/>
          </p15:clr>
        </p15:guide>
        <p15:guide id="13" pos="2105">
          <p15:clr>
            <a:srgbClr val="F26B43"/>
          </p15:clr>
        </p15:guide>
        <p15:guide id="14" orient="horz" pos="2772">
          <p15:clr>
            <a:srgbClr val="FBAE40"/>
          </p15:clr>
        </p15:guide>
      </p15:sldGuideLst>
    </p:ext>
  </p:extLst>
</p:sldLayout>
</file>

<file path=ppt/slideLayouts/slideLayout83.xml><?xml version="1.0" encoding="utf-8"?>
<p:sldLayout xmlns:a="http://schemas.openxmlformats.org/drawingml/2006/main" xmlns:r="http://schemas.openxmlformats.org/officeDocument/2006/relationships" xmlns:p="http://schemas.openxmlformats.org/presentationml/2006/main" matchingName="Profile Slide">
  <p:cSld name="Profile Slide">
    <p:bg>
      <p:bgPr>
        <a:solidFill>
          <a:schemeClr val="dk2"/>
        </a:solidFill>
        <a:effectLst/>
      </p:bgPr>
    </p:bg>
    <p:spTree>
      <p:nvGrpSpPr>
        <p:cNvPr id="1" name="Shape 724"/>
        <p:cNvGrpSpPr/>
        <p:nvPr/>
      </p:nvGrpSpPr>
      <p:grpSpPr>
        <a:xfrm>
          <a:off x="0" y="0"/>
          <a:ext cx="0" cy="0"/>
          <a:chOff x="0" y="0"/>
          <a:chExt cx="0" cy="0"/>
        </a:xfrm>
      </p:grpSpPr>
      <p:sp>
        <p:nvSpPr>
          <p:cNvPr id="725" name="Google Shape;725;p84"/>
          <p:cNvSpPr>
            <a:spLocks noGrp="1"/>
          </p:cNvSpPr>
          <p:nvPr>
            <p:ph type="pic" idx="2"/>
          </p:nvPr>
        </p:nvSpPr>
        <p:spPr>
          <a:xfrm>
            <a:off x="0" y="0"/>
            <a:ext cx="4065588" cy="6858000"/>
          </a:xfrm>
          <a:prstGeom prst="rect">
            <a:avLst/>
          </a:prstGeom>
          <a:noFill/>
          <a:ln>
            <a:noFill/>
          </a:ln>
        </p:spPr>
      </p:sp>
      <p:sp>
        <p:nvSpPr>
          <p:cNvPr id="726" name="Google Shape;726;p84"/>
          <p:cNvSpPr txBox="1">
            <a:spLocks noGrp="1"/>
          </p:cNvSpPr>
          <p:nvPr>
            <p:ph type="body" idx="1"/>
          </p:nvPr>
        </p:nvSpPr>
        <p:spPr>
          <a:xfrm>
            <a:off x="5016500" y="1125538"/>
            <a:ext cx="5832475" cy="371513"/>
          </a:xfrm>
          <a:prstGeom prst="rect">
            <a:avLst/>
          </a:prstGeom>
          <a:noFill/>
          <a:ln>
            <a:noFill/>
          </a:ln>
        </p:spPr>
        <p:txBody>
          <a:bodyPr spcFirstLastPara="1" wrap="square" lIns="90000" tIns="46800" rIns="90000" bIns="46800" anchor="t" anchorCtr="0">
            <a:spAutoFit/>
          </a:bodyPr>
          <a:lstStyle>
            <a:lvl1pPr marL="457200" lvl="0" indent="-228600" algn="l">
              <a:lnSpc>
                <a:spcPct val="100000"/>
              </a:lnSpc>
              <a:spcBef>
                <a:spcPts val="360"/>
              </a:spcBef>
              <a:spcAft>
                <a:spcPts val="0"/>
              </a:spcAft>
              <a:buClr>
                <a:schemeClr val="accent3"/>
              </a:buClr>
              <a:buSzPts val="1620"/>
              <a:buNone/>
              <a:defRPr sz="1800">
                <a:solidFill>
                  <a:schemeClr val="accent3"/>
                </a:solidFill>
                <a:latin typeface="Quattrocento Sans"/>
                <a:ea typeface="Quattrocento Sans"/>
                <a:cs typeface="Quattrocento Sans"/>
                <a:sym typeface="Quattrocento Sans"/>
              </a:defRPr>
            </a:lvl1pPr>
            <a:lvl2pPr marL="914400" lvl="1" indent="-228600" algn="l">
              <a:lnSpc>
                <a:spcPct val="100000"/>
              </a:lnSpc>
              <a:spcBef>
                <a:spcPts val="400"/>
              </a:spcBef>
              <a:spcAft>
                <a:spcPts val="0"/>
              </a:spcAft>
              <a:buClr>
                <a:schemeClr val="lt1"/>
              </a:buClr>
              <a:buSzPts val="1800"/>
              <a:buNone/>
              <a:defRPr/>
            </a:lvl2pPr>
            <a:lvl3pPr marL="1371600" lvl="2" indent="-228600" algn="l">
              <a:lnSpc>
                <a:spcPct val="100000"/>
              </a:lnSpc>
              <a:spcBef>
                <a:spcPts val="320"/>
              </a:spcBef>
              <a:spcAft>
                <a:spcPts val="0"/>
              </a:spcAft>
              <a:buClr>
                <a:schemeClr val="lt1"/>
              </a:buClr>
              <a:buSzPts val="1440"/>
              <a:buNone/>
              <a:defRPr/>
            </a:lvl3pPr>
            <a:lvl4pPr marL="1828800" lvl="3" indent="-228600" algn="l">
              <a:lnSpc>
                <a:spcPct val="100000"/>
              </a:lnSpc>
              <a:spcBef>
                <a:spcPts val="280"/>
              </a:spcBef>
              <a:spcAft>
                <a:spcPts val="0"/>
              </a:spcAft>
              <a:buClr>
                <a:schemeClr val="lt1"/>
              </a:buClr>
              <a:buSzPts val="1260"/>
              <a:buNone/>
              <a:defRPr/>
            </a:lvl4pPr>
            <a:lvl5pPr marL="2286000" lvl="4" indent="-228600" algn="l">
              <a:lnSpc>
                <a:spcPct val="100000"/>
              </a:lnSpc>
              <a:spcBef>
                <a:spcPts val="280"/>
              </a:spcBef>
              <a:spcAft>
                <a:spcPts val="0"/>
              </a:spcAft>
              <a:buClr>
                <a:schemeClr val="lt1"/>
              </a:buClr>
              <a:buSzPts val="1260"/>
              <a:buNone/>
              <a:defRPr/>
            </a:lvl5pPr>
            <a:lvl6pPr marL="2743200" lvl="5" indent="-342900" algn="l">
              <a:spcBef>
                <a:spcPts val="360"/>
              </a:spcBef>
              <a:spcAft>
                <a:spcPts val="0"/>
              </a:spcAft>
              <a:buClr>
                <a:schemeClr val="lt1"/>
              </a:buClr>
              <a:buSzPts val="1800"/>
              <a:buChar char="•"/>
              <a:defRPr/>
            </a:lvl6pPr>
            <a:lvl7pPr marL="3200400" lvl="6" indent="-342900" algn="l">
              <a:spcBef>
                <a:spcPts val="360"/>
              </a:spcBef>
              <a:spcAft>
                <a:spcPts val="0"/>
              </a:spcAft>
              <a:buClr>
                <a:schemeClr val="lt1"/>
              </a:buClr>
              <a:buSzPts val="1800"/>
              <a:buChar char="•"/>
              <a:defRPr/>
            </a:lvl7pPr>
            <a:lvl8pPr marL="3657600" lvl="7" indent="-342900" algn="l">
              <a:spcBef>
                <a:spcPts val="360"/>
              </a:spcBef>
              <a:spcAft>
                <a:spcPts val="0"/>
              </a:spcAft>
              <a:buClr>
                <a:schemeClr val="lt1"/>
              </a:buClr>
              <a:buSzPts val="1800"/>
              <a:buChar char="•"/>
              <a:defRPr/>
            </a:lvl8pPr>
            <a:lvl9pPr marL="4114800" lvl="8" indent="-342900" algn="l">
              <a:spcBef>
                <a:spcPts val="360"/>
              </a:spcBef>
              <a:spcAft>
                <a:spcPts val="0"/>
              </a:spcAft>
              <a:buClr>
                <a:schemeClr val="lt1"/>
              </a:buClr>
              <a:buSzPts val="1800"/>
              <a:buChar char="•"/>
              <a:defRPr/>
            </a:lvl9pPr>
          </a:lstStyle>
          <a:p>
            <a:endParaRPr/>
          </a:p>
        </p:txBody>
      </p:sp>
      <p:sp>
        <p:nvSpPr>
          <p:cNvPr id="727" name="Google Shape;727;p84"/>
          <p:cNvSpPr txBox="1">
            <a:spLocks noGrp="1"/>
          </p:cNvSpPr>
          <p:nvPr>
            <p:ph type="body" idx="3"/>
          </p:nvPr>
        </p:nvSpPr>
        <p:spPr>
          <a:xfrm>
            <a:off x="5016500" y="1518666"/>
            <a:ext cx="5832475" cy="309958"/>
          </a:xfrm>
          <a:prstGeom prst="rect">
            <a:avLst/>
          </a:prstGeom>
          <a:noFill/>
          <a:ln>
            <a:noFill/>
          </a:ln>
        </p:spPr>
        <p:txBody>
          <a:bodyPr spcFirstLastPara="1" wrap="square" lIns="90000" tIns="46800" rIns="90000" bIns="46800" anchor="t" anchorCtr="0">
            <a:spAutoFit/>
          </a:bodyPr>
          <a:lstStyle>
            <a:lvl1pPr marL="457200" lvl="0" indent="-228600" algn="l">
              <a:lnSpc>
                <a:spcPct val="100000"/>
              </a:lnSpc>
              <a:spcBef>
                <a:spcPts val="280"/>
              </a:spcBef>
              <a:spcAft>
                <a:spcPts val="0"/>
              </a:spcAft>
              <a:buClr>
                <a:schemeClr val="lt1"/>
              </a:buClr>
              <a:buSzPts val="1260"/>
              <a:buNone/>
              <a:defRPr sz="1400">
                <a:solidFill>
                  <a:schemeClr val="lt1"/>
                </a:solidFill>
              </a:defRPr>
            </a:lvl1pPr>
            <a:lvl2pPr marL="914400" lvl="1" indent="-331469" algn="l">
              <a:lnSpc>
                <a:spcPct val="100000"/>
              </a:lnSpc>
              <a:spcBef>
                <a:spcPts val="360"/>
              </a:spcBef>
              <a:spcAft>
                <a:spcPts val="0"/>
              </a:spcAft>
              <a:buClr>
                <a:schemeClr val="lt1"/>
              </a:buClr>
              <a:buSzPts val="1620"/>
              <a:buChar char="·"/>
              <a:defRPr/>
            </a:lvl2pPr>
            <a:lvl3pPr marL="1371600" lvl="2" indent="-331469" algn="l">
              <a:lnSpc>
                <a:spcPct val="100000"/>
              </a:lnSpc>
              <a:spcBef>
                <a:spcPts val="360"/>
              </a:spcBef>
              <a:spcAft>
                <a:spcPts val="0"/>
              </a:spcAft>
              <a:buClr>
                <a:schemeClr val="lt1"/>
              </a:buClr>
              <a:buSzPts val="1620"/>
              <a:buChar char="·"/>
              <a:defRPr/>
            </a:lvl3pPr>
            <a:lvl4pPr marL="1828800" lvl="3" indent="-331469" algn="l">
              <a:lnSpc>
                <a:spcPct val="100000"/>
              </a:lnSpc>
              <a:spcBef>
                <a:spcPts val="360"/>
              </a:spcBef>
              <a:spcAft>
                <a:spcPts val="0"/>
              </a:spcAft>
              <a:buClr>
                <a:schemeClr val="lt1"/>
              </a:buClr>
              <a:buSzPts val="1620"/>
              <a:buChar char="·"/>
              <a:defRPr/>
            </a:lvl4pPr>
            <a:lvl5pPr marL="2286000" lvl="4" indent="-331470" algn="l">
              <a:lnSpc>
                <a:spcPct val="100000"/>
              </a:lnSpc>
              <a:spcBef>
                <a:spcPts val="360"/>
              </a:spcBef>
              <a:spcAft>
                <a:spcPts val="0"/>
              </a:spcAft>
              <a:buClr>
                <a:schemeClr val="lt1"/>
              </a:buClr>
              <a:buSzPts val="1620"/>
              <a:buChar char="·"/>
              <a:defRPr/>
            </a:lvl5pPr>
            <a:lvl6pPr marL="2743200" lvl="5" indent="-342900" algn="l">
              <a:spcBef>
                <a:spcPts val="360"/>
              </a:spcBef>
              <a:spcAft>
                <a:spcPts val="0"/>
              </a:spcAft>
              <a:buClr>
                <a:schemeClr val="lt1"/>
              </a:buClr>
              <a:buSzPts val="1800"/>
              <a:buChar char="•"/>
              <a:defRPr/>
            </a:lvl6pPr>
            <a:lvl7pPr marL="3200400" lvl="6" indent="-342900" algn="l">
              <a:spcBef>
                <a:spcPts val="360"/>
              </a:spcBef>
              <a:spcAft>
                <a:spcPts val="0"/>
              </a:spcAft>
              <a:buClr>
                <a:schemeClr val="lt1"/>
              </a:buClr>
              <a:buSzPts val="1800"/>
              <a:buChar char="•"/>
              <a:defRPr/>
            </a:lvl7pPr>
            <a:lvl8pPr marL="3657600" lvl="7" indent="-342900" algn="l">
              <a:spcBef>
                <a:spcPts val="360"/>
              </a:spcBef>
              <a:spcAft>
                <a:spcPts val="0"/>
              </a:spcAft>
              <a:buClr>
                <a:schemeClr val="lt1"/>
              </a:buClr>
              <a:buSzPts val="1800"/>
              <a:buChar char="•"/>
              <a:defRPr/>
            </a:lvl8pPr>
            <a:lvl9pPr marL="4114800" lvl="8" indent="-342900" algn="l">
              <a:spcBef>
                <a:spcPts val="360"/>
              </a:spcBef>
              <a:spcAft>
                <a:spcPts val="0"/>
              </a:spcAft>
              <a:buClr>
                <a:schemeClr val="lt1"/>
              </a:buClr>
              <a:buSzPts val="1800"/>
              <a:buChar char="•"/>
              <a:defRPr/>
            </a:lvl9pPr>
          </a:lstStyle>
          <a:p>
            <a:endParaRPr/>
          </a:p>
        </p:txBody>
      </p:sp>
      <p:sp>
        <p:nvSpPr>
          <p:cNvPr id="728" name="Google Shape;728;p84"/>
          <p:cNvSpPr txBox="1">
            <a:spLocks noGrp="1"/>
          </p:cNvSpPr>
          <p:nvPr>
            <p:ph type="body" idx="4"/>
          </p:nvPr>
        </p:nvSpPr>
        <p:spPr>
          <a:xfrm>
            <a:off x="5016500" y="2614613"/>
            <a:ext cx="5832475" cy="956288"/>
          </a:xfrm>
          <a:prstGeom prst="rect">
            <a:avLst/>
          </a:prstGeom>
          <a:noFill/>
          <a:ln>
            <a:noFill/>
          </a:ln>
        </p:spPr>
        <p:txBody>
          <a:bodyPr spcFirstLastPara="1" wrap="square" lIns="90000" tIns="46800" rIns="90000" bIns="46800" anchor="t" anchorCtr="0">
            <a:spAutoFit/>
          </a:bodyPr>
          <a:lstStyle>
            <a:lvl1pPr marL="457200" lvl="0" indent="-228600" algn="l">
              <a:lnSpc>
                <a:spcPct val="100000"/>
              </a:lnSpc>
              <a:spcBef>
                <a:spcPts val="280"/>
              </a:spcBef>
              <a:spcAft>
                <a:spcPts val="0"/>
              </a:spcAft>
              <a:buClr>
                <a:schemeClr val="lt1"/>
              </a:buClr>
              <a:buSzPts val="1260"/>
              <a:buNone/>
              <a:defRPr sz="1400">
                <a:solidFill>
                  <a:schemeClr val="lt1"/>
                </a:solidFill>
              </a:defRPr>
            </a:lvl1pPr>
            <a:lvl2pPr marL="914400" lvl="1" indent="-331469" algn="l">
              <a:lnSpc>
                <a:spcPct val="100000"/>
              </a:lnSpc>
              <a:spcBef>
                <a:spcPts val="360"/>
              </a:spcBef>
              <a:spcAft>
                <a:spcPts val="0"/>
              </a:spcAft>
              <a:buClr>
                <a:schemeClr val="lt1"/>
              </a:buClr>
              <a:buSzPts val="1620"/>
              <a:buChar char="·"/>
              <a:defRPr/>
            </a:lvl2pPr>
            <a:lvl3pPr marL="1371600" lvl="2" indent="-331469" algn="l">
              <a:lnSpc>
                <a:spcPct val="100000"/>
              </a:lnSpc>
              <a:spcBef>
                <a:spcPts val="360"/>
              </a:spcBef>
              <a:spcAft>
                <a:spcPts val="0"/>
              </a:spcAft>
              <a:buClr>
                <a:schemeClr val="lt1"/>
              </a:buClr>
              <a:buSzPts val="1620"/>
              <a:buChar char="·"/>
              <a:defRPr/>
            </a:lvl3pPr>
            <a:lvl4pPr marL="1828800" lvl="3" indent="-331469" algn="l">
              <a:lnSpc>
                <a:spcPct val="100000"/>
              </a:lnSpc>
              <a:spcBef>
                <a:spcPts val="360"/>
              </a:spcBef>
              <a:spcAft>
                <a:spcPts val="0"/>
              </a:spcAft>
              <a:buClr>
                <a:schemeClr val="lt1"/>
              </a:buClr>
              <a:buSzPts val="1620"/>
              <a:buChar char="·"/>
              <a:defRPr/>
            </a:lvl4pPr>
            <a:lvl5pPr marL="2286000" lvl="4" indent="-331470" algn="l">
              <a:lnSpc>
                <a:spcPct val="100000"/>
              </a:lnSpc>
              <a:spcBef>
                <a:spcPts val="360"/>
              </a:spcBef>
              <a:spcAft>
                <a:spcPts val="0"/>
              </a:spcAft>
              <a:buClr>
                <a:schemeClr val="lt1"/>
              </a:buClr>
              <a:buSzPts val="1620"/>
              <a:buChar char="·"/>
              <a:defRPr/>
            </a:lvl5pPr>
            <a:lvl6pPr marL="2743200" lvl="5" indent="-342900" algn="l">
              <a:spcBef>
                <a:spcPts val="360"/>
              </a:spcBef>
              <a:spcAft>
                <a:spcPts val="0"/>
              </a:spcAft>
              <a:buClr>
                <a:schemeClr val="lt1"/>
              </a:buClr>
              <a:buSzPts val="1800"/>
              <a:buChar char="•"/>
              <a:defRPr/>
            </a:lvl6pPr>
            <a:lvl7pPr marL="3200400" lvl="6" indent="-342900" algn="l">
              <a:spcBef>
                <a:spcPts val="360"/>
              </a:spcBef>
              <a:spcAft>
                <a:spcPts val="0"/>
              </a:spcAft>
              <a:buClr>
                <a:schemeClr val="lt1"/>
              </a:buClr>
              <a:buSzPts val="1800"/>
              <a:buChar char="•"/>
              <a:defRPr/>
            </a:lvl7pPr>
            <a:lvl8pPr marL="3657600" lvl="7" indent="-342900" algn="l">
              <a:spcBef>
                <a:spcPts val="360"/>
              </a:spcBef>
              <a:spcAft>
                <a:spcPts val="0"/>
              </a:spcAft>
              <a:buClr>
                <a:schemeClr val="lt1"/>
              </a:buClr>
              <a:buSzPts val="1800"/>
              <a:buChar char="•"/>
              <a:defRPr/>
            </a:lvl8pPr>
            <a:lvl9pPr marL="4114800" lvl="8" indent="-342900" algn="l">
              <a:spcBef>
                <a:spcPts val="360"/>
              </a:spcBef>
              <a:spcAft>
                <a:spcPts val="0"/>
              </a:spcAft>
              <a:buClr>
                <a:schemeClr val="lt1"/>
              </a:buClr>
              <a:buSzPts val="1800"/>
              <a:buChar char="•"/>
              <a:defRPr/>
            </a:lvl9pPr>
          </a:lstStyle>
          <a:p>
            <a:endParaRPr/>
          </a:p>
        </p:txBody>
      </p:sp>
      <p:sp>
        <p:nvSpPr>
          <p:cNvPr id="729" name="Google Shape;729;p84"/>
          <p:cNvSpPr txBox="1">
            <a:spLocks noGrp="1"/>
          </p:cNvSpPr>
          <p:nvPr>
            <p:ph type="body" idx="5"/>
          </p:nvPr>
        </p:nvSpPr>
        <p:spPr>
          <a:xfrm>
            <a:off x="5018087" y="2093722"/>
            <a:ext cx="5832475" cy="371513"/>
          </a:xfrm>
          <a:prstGeom prst="rect">
            <a:avLst/>
          </a:prstGeom>
          <a:noFill/>
          <a:ln>
            <a:noFill/>
          </a:ln>
        </p:spPr>
        <p:txBody>
          <a:bodyPr spcFirstLastPara="1" wrap="square" lIns="90000" tIns="46800" rIns="90000" bIns="46800" anchor="t" anchorCtr="0">
            <a:spAutoFit/>
          </a:bodyPr>
          <a:lstStyle>
            <a:lvl1pPr marL="457200" lvl="0" indent="-228600" algn="l">
              <a:lnSpc>
                <a:spcPct val="100000"/>
              </a:lnSpc>
              <a:spcBef>
                <a:spcPts val="360"/>
              </a:spcBef>
              <a:spcAft>
                <a:spcPts val="0"/>
              </a:spcAft>
              <a:buClr>
                <a:schemeClr val="lt1"/>
              </a:buClr>
              <a:buSzPts val="1620"/>
              <a:buNone/>
              <a:defRPr sz="1800">
                <a:solidFill>
                  <a:schemeClr val="lt1"/>
                </a:solidFill>
                <a:latin typeface="Quattrocento Sans"/>
                <a:ea typeface="Quattrocento Sans"/>
                <a:cs typeface="Quattrocento Sans"/>
                <a:sym typeface="Quattrocento Sans"/>
              </a:defRPr>
            </a:lvl1pPr>
            <a:lvl2pPr marL="914400" lvl="1" indent="-331469" algn="l">
              <a:lnSpc>
                <a:spcPct val="100000"/>
              </a:lnSpc>
              <a:spcBef>
                <a:spcPts val="360"/>
              </a:spcBef>
              <a:spcAft>
                <a:spcPts val="0"/>
              </a:spcAft>
              <a:buClr>
                <a:schemeClr val="lt1"/>
              </a:buClr>
              <a:buSzPts val="1620"/>
              <a:buChar char="·"/>
              <a:defRPr/>
            </a:lvl2pPr>
            <a:lvl3pPr marL="1371600" lvl="2" indent="-331469" algn="l">
              <a:lnSpc>
                <a:spcPct val="100000"/>
              </a:lnSpc>
              <a:spcBef>
                <a:spcPts val="360"/>
              </a:spcBef>
              <a:spcAft>
                <a:spcPts val="0"/>
              </a:spcAft>
              <a:buClr>
                <a:schemeClr val="lt1"/>
              </a:buClr>
              <a:buSzPts val="1620"/>
              <a:buChar char="·"/>
              <a:defRPr/>
            </a:lvl3pPr>
            <a:lvl4pPr marL="1828800" lvl="3" indent="-331469" algn="l">
              <a:lnSpc>
                <a:spcPct val="100000"/>
              </a:lnSpc>
              <a:spcBef>
                <a:spcPts val="360"/>
              </a:spcBef>
              <a:spcAft>
                <a:spcPts val="0"/>
              </a:spcAft>
              <a:buClr>
                <a:schemeClr val="lt1"/>
              </a:buClr>
              <a:buSzPts val="1620"/>
              <a:buChar char="·"/>
              <a:defRPr/>
            </a:lvl4pPr>
            <a:lvl5pPr marL="2286000" lvl="4" indent="-331470" algn="l">
              <a:lnSpc>
                <a:spcPct val="100000"/>
              </a:lnSpc>
              <a:spcBef>
                <a:spcPts val="360"/>
              </a:spcBef>
              <a:spcAft>
                <a:spcPts val="0"/>
              </a:spcAft>
              <a:buClr>
                <a:schemeClr val="lt1"/>
              </a:buClr>
              <a:buSzPts val="1620"/>
              <a:buChar char="·"/>
              <a:defRPr/>
            </a:lvl5pPr>
            <a:lvl6pPr marL="2743200" lvl="5" indent="-342900" algn="l">
              <a:spcBef>
                <a:spcPts val="360"/>
              </a:spcBef>
              <a:spcAft>
                <a:spcPts val="0"/>
              </a:spcAft>
              <a:buClr>
                <a:schemeClr val="lt1"/>
              </a:buClr>
              <a:buSzPts val="1800"/>
              <a:buChar char="•"/>
              <a:defRPr/>
            </a:lvl6pPr>
            <a:lvl7pPr marL="3200400" lvl="6" indent="-342900" algn="l">
              <a:spcBef>
                <a:spcPts val="360"/>
              </a:spcBef>
              <a:spcAft>
                <a:spcPts val="0"/>
              </a:spcAft>
              <a:buClr>
                <a:schemeClr val="lt1"/>
              </a:buClr>
              <a:buSzPts val="1800"/>
              <a:buChar char="•"/>
              <a:defRPr/>
            </a:lvl7pPr>
            <a:lvl8pPr marL="3657600" lvl="7" indent="-342900" algn="l">
              <a:spcBef>
                <a:spcPts val="360"/>
              </a:spcBef>
              <a:spcAft>
                <a:spcPts val="0"/>
              </a:spcAft>
              <a:buClr>
                <a:schemeClr val="lt1"/>
              </a:buClr>
              <a:buSzPts val="1800"/>
              <a:buChar char="•"/>
              <a:defRPr/>
            </a:lvl8pPr>
            <a:lvl9pPr marL="4114800" lvl="8" indent="-342900" algn="l">
              <a:spcBef>
                <a:spcPts val="360"/>
              </a:spcBef>
              <a:spcAft>
                <a:spcPts val="0"/>
              </a:spcAft>
              <a:buClr>
                <a:schemeClr val="lt1"/>
              </a:buClr>
              <a:buSzPts val="1800"/>
              <a:buChar char="•"/>
              <a:defRPr/>
            </a:lvl9pPr>
          </a:lstStyle>
          <a:p>
            <a:endParaRPr/>
          </a:p>
        </p:txBody>
      </p:sp>
      <p:sp>
        <p:nvSpPr>
          <p:cNvPr id="730" name="Google Shape;730;p84"/>
          <p:cNvSpPr txBox="1">
            <a:spLocks noGrp="1"/>
          </p:cNvSpPr>
          <p:nvPr>
            <p:ph type="body" idx="6"/>
          </p:nvPr>
        </p:nvSpPr>
        <p:spPr>
          <a:xfrm>
            <a:off x="5018087" y="4426832"/>
            <a:ext cx="5832475" cy="371513"/>
          </a:xfrm>
          <a:prstGeom prst="rect">
            <a:avLst/>
          </a:prstGeom>
          <a:noFill/>
          <a:ln>
            <a:noFill/>
          </a:ln>
        </p:spPr>
        <p:txBody>
          <a:bodyPr spcFirstLastPara="1" wrap="square" lIns="90000" tIns="46800" rIns="90000" bIns="46800" anchor="t" anchorCtr="0">
            <a:spAutoFit/>
          </a:bodyPr>
          <a:lstStyle>
            <a:lvl1pPr marL="457200" lvl="0" indent="-228600" algn="l">
              <a:lnSpc>
                <a:spcPct val="100000"/>
              </a:lnSpc>
              <a:spcBef>
                <a:spcPts val="360"/>
              </a:spcBef>
              <a:spcAft>
                <a:spcPts val="0"/>
              </a:spcAft>
              <a:buClr>
                <a:schemeClr val="lt1"/>
              </a:buClr>
              <a:buSzPts val="1620"/>
              <a:buNone/>
              <a:defRPr sz="1800">
                <a:solidFill>
                  <a:schemeClr val="lt1"/>
                </a:solidFill>
                <a:latin typeface="Quattrocento Sans"/>
                <a:ea typeface="Quattrocento Sans"/>
                <a:cs typeface="Quattrocento Sans"/>
                <a:sym typeface="Quattrocento Sans"/>
              </a:defRPr>
            </a:lvl1pPr>
            <a:lvl2pPr marL="914400" lvl="1" indent="-331469" algn="l">
              <a:lnSpc>
                <a:spcPct val="100000"/>
              </a:lnSpc>
              <a:spcBef>
                <a:spcPts val="360"/>
              </a:spcBef>
              <a:spcAft>
                <a:spcPts val="0"/>
              </a:spcAft>
              <a:buClr>
                <a:schemeClr val="lt1"/>
              </a:buClr>
              <a:buSzPts val="1620"/>
              <a:buChar char="·"/>
              <a:defRPr/>
            </a:lvl2pPr>
            <a:lvl3pPr marL="1371600" lvl="2" indent="-331469" algn="l">
              <a:lnSpc>
                <a:spcPct val="100000"/>
              </a:lnSpc>
              <a:spcBef>
                <a:spcPts val="360"/>
              </a:spcBef>
              <a:spcAft>
                <a:spcPts val="0"/>
              </a:spcAft>
              <a:buClr>
                <a:schemeClr val="lt1"/>
              </a:buClr>
              <a:buSzPts val="1620"/>
              <a:buChar char="·"/>
              <a:defRPr/>
            </a:lvl3pPr>
            <a:lvl4pPr marL="1828800" lvl="3" indent="-331469" algn="l">
              <a:lnSpc>
                <a:spcPct val="100000"/>
              </a:lnSpc>
              <a:spcBef>
                <a:spcPts val="360"/>
              </a:spcBef>
              <a:spcAft>
                <a:spcPts val="0"/>
              </a:spcAft>
              <a:buClr>
                <a:schemeClr val="lt1"/>
              </a:buClr>
              <a:buSzPts val="1620"/>
              <a:buChar char="·"/>
              <a:defRPr/>
            </a:lvl4pPr>
            <a:lvl5pPr marL="2286000" lvl="4" indent="-331470" algn="l">
              <a:lnSpc>
                <a:spcPct val="100000"/>
              </a:lnSpc>
              <a:spcBef>
                <a:spcPts val="360"/>
              </a:spcBef>
              <a:spcAft>
                <a:spcPts val="0"/>
              </a:spcAft>
              <a:buClr>
                <a:schemeClr val="lt1"/>
              </a:buClr>
              <a:buSzPts val="1620"/>
              <a:buChar char="·"/>
              <a:defRPr/>
            </a:lvl5pPr>
            <a:lvl6pPr marL="2743200" lvl="5" indent="-342900" algn="l">
              <a:spcBef>
                <a:spcPts val="360"/>
              </a:spcBef>
              <a:spcAft>
                <a:spcPts val="0"/>
              </a:spcAft>
              <a:buClr>
                <a:schemeClr val="lt1"/>
              </a:buClr>
              <a:buSzPts val="1800"/>
              <a:buChar char="•"/>
              <a:defRPr/>
            </a:lvl6pPr>
            <a:lvl7pPr marL="3200400" lvl="6" indent="-342900" algn="l">
              <a:spcBef>
                <a:spcPts val="360"/>
              </a:spcBef>
              <a:spcAft>
                <a:spcPts val="0"/>
              </a:spcAft>
              <a:buClr>
                <a:schemeClr val="lt1"/>
              </a:buClr>
              <a:buSzPts val="1800"/>
              <a:buChar char="•"/>
              <a:defRPr/>
            </a:lvl7pPr>
            <a:lvl8pPr marL="3657600" lvl="7" indent="-342900" algn="l">
              <a:spcBef>
                <a:spcPts val="360"/>
              </a:spcBef>
              <a:spcAft>
                <a:spcPts val="0"/>
              </a:spcAft>
              <a:buClr>
                <a:schemeClr val="lt1"/>
              </a:buClr>
              <a:buSzPts val="1800"/>
              <a:buChar char="•"/>
              <a:defRPr/>
            </a:lvl8pPr>
            <a:lvl9pPr marL="4114800" lvl="8" indent="-342900" algn="l">
              <a:spcBef>
                <a:spcPts val="360"/>
              </a:spcBef>
              <a:spcAft>
                <a:spcPts val="0"/>
              </a:spcAft>
              <a:buClr>
                <a:schemeClr val="lt1"/>
              </a:buClr>
              <a:buSzPts val="1800"/>
              <a:buChar char="•"/>
              <a:defRPr/>
            </a:lvl9pPr>
          </a:lstStyle>
          <a:p>
            <a:endParaRPr/>
          </a:p>
        </p:txBody>
      </p:sp>
      <p:sp>
        <p:nvSpPr>
          <p:cNvPr id="731" name="Google Shape;731;p84"/>
          <p:cNvSpPr txBox="1">
            <a:spLocks noGrp="1"/>
          </p:cNvSpPr>
          <p:nvPr>
            <p:ph type="body" idx="7"/>
          </p:nvPr>
        </p:nvSpPr>
        <p:spPr>
          <a:xfrm>
            <a:off x="5016500" y="4864164"/>
            <a:ext cx="1649476" cy="827022"/>
          </a:xfrm>
          <a:prstGeom prst="rect">
            <a:avLst/>
          </a:prstGeom>
          <a:noFill/>
          <a:ln>
            <a:noFill/>
          </a:ln>
        </p:spPr>
        <p:txBody>
          <a:bodyPr spcFirstLastPara="1" wrap="square" lIns="90000" tIns="46800" rIns="90000" bIns="46800" anchor="t" anchorCtr="0">
            <a:spAutoFit/>
          </a:bodyPr>
          <a:lstStyle>
            <a:lvl1pPr marL="457200" lvl="0" indent="-317500" algn="l">
              <a:lnSpc>
                <a:spcPct val="100000"/>
              </a:lnSpc>
              <a:spcBef>
                <a:spcPts val="280"/>
              </a:spcBef>
              <a:spcAft>
                <a:spcPts val="0"/>
              </a:spcAft>
              <a:buClr>
                <a:schemeClr val="lt1"/>
              </a:buClr>
              <a:buSzPts val="1400"/>
              <a:buChar char="·"/>
              <a:defRPr sz="1400">
                <a:solidFill>
                  <a:schemeClr val="lt1"/>
                </a:solidFill>
              </a:defRPr>
            </a:lvl1pPr>
            <a:lvl2pPr marL="914400" lvl="1" indent="-331469" algn="l">
              <a:lnSpc>
                <a:spcPct val="100000"/>
              </a:lnSpc>
              <a:spcBef>
                <a:spcPts val="360"/>
              </a:spcBef>
              <a:spcAft>
                <a:spcPts val="0"/>
              </a:spcAft>
              <a:buClr>
                <a:schemeClr val="lt1"/>
              </a:buClr>
              <a:buSzPts val="1620"/>
              <a:buChar char="·"/>
              <a:defRPr/>
            </a:lvl2pPr>
            <a:lvl3pPr marL="1371600" lvl="2" indent="-331469" algn="l">
              <a:lnSpc>
                <a:spcPct val="100000"/>
              </a:lnSpc>
              <a:spcBef>
                <a:spcPts val="360"/>
              </a:spcBef>
              <a:spcAft>
                <a:spcPts val="0"/>
              </a:spcAft>
              <a:buClr>
                <a:schemeClr val="lt1"/>
              </a:buClr>
              <a:buSzPts val="1620"/>
              <a:buChar char="·"/>
              <a:defRPr/>
            </a:lvl3pPr>
            <a:lvl4pPr marL="1828800" lvl="3" indent="-331469" algn="l">
              <a:lnSpc>
                <a:spcPct val="100000"/>
              </a:lnSpc>
              <a:spcBef>
                <a:spcPts val="360"/>
              </a:spcBef>
              <a:spcAft>
                <a:spcPts val="0"/>
              </a:spcAft>
              <a:buClr>
                <a:schemeClr val="lt1"/>
              </a:buClr>
              <a:buSzPts val="1620"/>
              <a:buChar char="·"/>
              <a:defRPr/>
            </a:lvl4pPr>
            <a:lvl5pPr marL="2286000" lvl="4" indent="-331470" algn="l">
              <a:lnSpc>
                <a:spcPct val="100000"/>
              </a:lnSpc>
              <a:spcBef>
                <a:spcPts val="360"/>
              </a:spcBef>
              <a:spcAft>
                <a:spcPts val="0"/>
              </a:spcAft>
              <a:buClr>
                <a:schemeClr val="lt1"/>
              </a:buClr>
              <a:buSzPts val="1620"/>
              <a:buChar char="·"/>
              <a:defRPr/>
            </a:lvl5pPr>
            <a:lvl6pPr marL="2743200" lvl="5" indent="-342900" algn="l">
              <a:spcBef>
                <a:spcPts val="360"/>
              </a:spcBef>
              <a:spcAft>
                <a:spcPts val="0"/>
              </a:spcAft>
              <a:buClr>
                <a:schemeClr val="lt1"/>
              </a:buClr>
              <a:buSzPts val="1800"/>
              <a:buChar char="•"/>
              <a:defRPr/>
            </a:lvl6pPr>
            <a:lvl7pPr marL="3200400" lvl="6" indent="-342900" algn="l">
              <a:spcBef>
                <a:spcPts val="360"/>
              </a:spcBef>
              <a:spcAft>
                <a:spcPts val="0"/>
              </a:spcAft>
              <a:buClr>
                <a:schemeClr val="lt1"/>
              </a:buClr>
              <a:buSzPts val="1800"/>
              <a:buChar char="•"/>
              <a:defRPr/>
            </a:lvl7pPr>
            <a:lvl8pPr marL="3657600" lvl="7" indent="-342900" algn="l">
              <a:spcBef>
                <a:spcPts val="360"/>
              </a:spcBef>
              <a:spcAft>
                <a:spcPts val="0"/>
              </a:spcAft>
              <a:buClr>
                <a:schemeClr val="lt1"/>
              </a:buClr>
              <a:buSzPts val="1800"/>
              <a:buChar char="•"/>
              <a:defRPr/>
            </a:lvl8pPr>
            <a:lvl9pPr marL="4114800" lvl="8" indent="-342900" algn="l">
              <a:spcBef>
                <a:spcPts val="360"/>
              </a:spcBef>
              <a:spcAft>
                <a:spcPts val="0"/>
              </a:spcAft>
              <a:buClr>
                <a:schemeClr val="lt1"/>
              </a:buClr>
              <a:buSzPts val="1800"/>
              <a:buChar char="•"/>
              <a:defRPr/>
            </a:lvl9pPr>
          </a:lstStyle>
          <a:p>
            <a:endParaRPr/>
          </a:p>
        </p:txBody>
      </p:sp>
      <p:sp>
        <p:nvSpPr>
          <p:cNvPr id="732" name="Google Shape;732;p84"/>
          <p:cNvSpPr txBox="1">
            <a:spLocks noGrp="1"/>
          </p:cNvSpPr>
          <p:nvPr>
            <p:ph type="body" idx="8"/>
          </p:nvPr>
        </p:nvSpPr>
        <p:spPr>
          <a:xfrm>
            <a:off x="7104994" y="4864164"/>
            <a:ext cx="1649476" cy="827022"/>
          </a:xfrm>
          <a:prstGeom prst="rect">
            <a:avLst/>
          </a:prstGeom>
          <a:noFill/>
          <a:ln>
            <a:noFill/>
          </a:ln>
        </p:spPr>
        <p:txBody>
          <a:bodyPr spcFirstLastPara="1" wrap="square" lIns="90000" tIns="46800" rIns="90000" bIns="46800" anchor="t" anchorCtr="0">
            <a:spAutoFit/>
          </a:bodyPr>
          <a:lstStyle>
            <a:lvl1pPr marL="457200" lvl="0" indent="-317500" algn="l">
              <a:lnSpc>
                <a:spcPct val="100000"/>
              </a:lnSpc>
              <a:spcBef>
                <a:spcPts val="280"/>
              </a:spcBef>
              <a:spcAft>
                <a:spcPts val="0"/>
              </a:spcAft>
              <a:buClr>
                <a:schemeClr val="lt1"/>
              </a:buClr>
              <a:buSzPts val="1400"/>
              <a:buChar char="·"/>
              <a:defRPr sz="1400">
                <a:solidFill>
                  <a:schemeClr val="lt1"/>
                </a:solidFill>
              </a:defRPr>
            </a:lvl1pPr>
            <a:lvl2pPr marL="914400" lvl="1" indent="-331469" algn="l">
              <a:lnSpc>
                <a:spcPct val="100000"/>
              </a:lnSpc>
              <a:spcBef>
                <a:spcPts val="360"/>
              </a:spcBef>
              <a:spcAft>
                <a:spcPts val="0"/>
              </a:spcAft>
              <a:buClr>
                <a:schemeClr val="lt1"/>
              </a:buClr>
              <a:buSzPts val="1620"/>
              <a:buChar char="·"/>
              <a:defRPr/>
            </a:lvl2pPr>
            <a:lvl3pPr marL="1371600" lvl="2" indent="-331469" algn="l">
              <a:lnSpc>
                <a:spcPct val="100000"/>
              </a:lnSpc>
              <a:spcBef>
                <a:spcPts val="360"/>
              </a:spcBef>
              <a:spcAft>
                <a:spcPts val="0"/>
              </a:spcAft>
              <a:buClr>
                <a:schemeClr val="lt1"/>
              </a:buClr>
              <a:buSzPts val="1620"/>
              <a:buChar char="·"/>
              <a:defRPr/>
            </a:lvl3pPr>
            <a:lvl4pPr marL="1828800" lvl="3" indent="-331469" algn="l">
              <a:lnSpc>
                <a:spcPct val="100000"/>
              </a:lnSpc>
              <a:spcBef>
                <a:spcPts val="360"/>
              </a:spcBef>
              <a:spcAft>
                <a:spcPts val="0"/>
              </a:spcAft>
              <a:buClr>
                <a:schemeClr val="lt1"/>
              </a:buClr>
              <a:buSzPts val="1620"/>
              <a:buChar char="·"/>
              <a:defRPr/>
            </a:lvl4pPr>
            <a:lvl5pPr marL="2286000" lvl="4" indent="-331470" algn="l">
              <a:lnSpc>
                <a:spcPct val="100000"/>
              </a:lnSpc>
              <a:spcBef>
                <a:spcPts val="360"/>
              </a:spcBef>
              <a:spcAft>
                <a:spcPts val="0"/>
              </a:spcAft>
              <a:buClr>
                <a:schemeClr val="lt1"/>
              </a:buClr>
              <a:buSzPts val="1620"/>
              <a:buChar char="·"/>
              <a:defRPr/>
            </a:lvl5pPr>
            <a:lvl6pPr marL="2743200" lvl="5" indent="-342900" algn="l">
              <a:spcBef>
                <a:spcPts val="360"/>
              </a:spcBef>
              <a:spcAft>
                <a:spcPts val="0"/>
              </a:spcAft>
              <a:buClr>
                <a:schemeClr val="lt1"/>
              </a:buClr>
              <a:buSzPts val="1800"/>
              <a:buChar char="•"/>
              <a:defRPr/>
            </a:lvl6pPr>
            <a:lvl7pPr marL="3200400" lvl="6" indent="-342900" algn="l">
              <a:spcBef>
                <a:spcPts val="360"/>
              </a:spcBef>
              <a:spcAft>
                <a:spcPts val="0"/>
              </a:spcAft>
              <a:buClr>
                <a:schemeClr val="lt1"/>
              </a:buClr>
              <a:buSzPts val="1800"/>
              <a:buChar char="•"/>
              <a:defRPr/>
            </a:lvl7pPr>
            <a:lvl8pPr marL="3657600" lvl="7" indent="-342900" algn="l">
              <a:spcBef>
                <a:spcPts val="360"/>
              </a:spcBef>
              <a:spcAft>
                <a:spcPts val="0"/>
              </a:spcAft>
              <a:buClr>
                <a:schemeClr val="lt1"/>
              </a:buClr>
              <a:buSzPts val="1800"/>
              <a:buChar char="•"/>
              <a:defRPr/>
            </a:lvl8pPr>
            <a:lvl9pPr marL="4114800" lvl="8" indent="-342900" algn="l">
              <a:spcBef>
                <a:spcPts val="360"/>
              </a:spcBef>
              <a:spcAft>
                <a:spcPts val="0"/>
              </a:spcAft>
              <a:buClr>
                <a:schemeClr val="lt1"/>
              </a:buClr>
              <a:buSzPts val="1800"/>
              <a:buChar char="•"/>
              <a:defRPr/>
            </a:lvl9pPr>
          </a:lstStyle>
          <a:p>
            <a:endParaRPr/>
          </a:p>
        </p:txBody>
      </p:sp>
      <p:sp>
        <p:nvSpPr>
          <p:cNvPr id="733" name="Google Shape;733;p84"/>
          <p:cNvSpPr txBox="1">
            <a:spLocks noGrp="1"/>
          </p:cNvSpPr>
          <p:nvPr>
            <p:ph type="body" idx="9"/>
          </p:nvPr>
        </p:nvSpPr>
        <p:spPr>
          <a:xfrm>
            <a:off x="9193488" y="4864164"/>
            <a:ext cx="1649476" cy="827022"/>
          </a:xfrm>
          <a:prstGeom prst="rect">
            <a:avLst/>
          </a:prstGeom>
          <a:noFill/>
          <a:ln>
            <a:noFill/>
          </a:ln>
        </p:spPr>
        <p:txBody>
          <a:bodyPr spcFirstLastPara="1" wrap="square" lIns="90000" tIns="46800" rIns="90000" bIns="46800" anchor="t" anchorCtr="0">
            <a:spAutoFit/>
          </a:bodyPr>
          <a:lstStyle>
            <a:lvl1pPr marL="457200" lvl="0" indent="-317500" algn="l">
              <a:lnSpc>
                <a:spcPct val="100000"/>
              </a:lnSpc>
              <a:spcBef>
                <a:spcPts val="280"/>
              </a:spcBef>
              <a:spcAft>
                <a:spcPts val="0"/>
              </a:spcAft>
              <a:buClr>
                <a:schemeClr val="lt1"/>
              </a:buClr>
              <a:buSzPts val="1400"/>
              <a:buChar char="·"/>
              <a:defRPr sz="1400">
                <a:solidFill>
                  <a:schemeClr val="lt1"/>
                </a:solidFill>
              </a:defRPr>
            </a:lvl1pPr>
            <a:lvl2pPr marL="914400" lvl="1" indent="-331469" algn="l">
              <a:lnSpc>
                <a:spcPct val="100000"/>
              </a:lnSpc>
              <a:spcBef>
                <a:spcPts val="360"/>
              </a:spcBef>
              <a:spcAft>
                <a:spcPts val="0"/>
              </a:spcAft>
              <a:buClr>
                <a:schemeClr val="lt1"/>
              </a:buClr>
              <a:buSzPts val="1620"/>
              <a:buChar char="·"/>
              <a:defRPr/>
            </a:lvl2pPr>
            <a:lvl3pPr marL="1371600" lvl="2" indent="-331469" algn="l">
              <a:lnSpc>
                <a:spcPct val="100000"/>
              </a:lnSpc>
              <a:spcBef>
                <a:spcPts val="360"/>
              </a:spcBef>
              <a:spcAft>
                <a:spcPts val="0"/>
              </a:spcAft>
              <a:buClr>
                <a:schemeClr val="lt1"/>
              </a:buClr>
              <a:buSzPts val="1620"/>
              <a:buChar char="·"/>
              <a:defRPr/>
            </a:lvl3pPr>
            <a:lvl4pPr marL="1828800" lvl="3" indent="-331469" algn="l">
              <a:lnSpc>
                <a:spcPct val="100000"/>
              </a:lnSpc>
              <a:spcBef>
                <a:spcPts val="360"/>
              </a:spcBef>
              <a:spcAft>
                <a:spcPts val="0"/>
              </a:spcAft>
              <a:buClr>
                <a:schemeClr val="lt1"/>
              </a:buClr>
              <a:buSzPts val="1620"/>
              <a:buChar char="·"/>
              <a:defRPr/>
            </a:lvl4pPr>
            <a:lvl5pPr marL="2286000" lvl="4" indent="-331470" algn="l">
              <a:lnSpc>
                <a:spcPct val="100000"/>
              </a:lnSpc>
              <a:spcBef>
                <a:spcPts val="360"/>
              </a:spcBef>
              <a:spcAft>
                <a:spcPts val="0"/>
              </a:spcAft>
              <a:buClr>
                <a:schemeClr val="lt1"/>
              </a:buClr>
              <a:buSzPts val="1620"/>
              <a:buChar char="·"/>
              <a:defRPr/>
            </a:lvl5pPr>
            <a:lvl6pPr marL="2743200" lvl="5" indent="-342900" algn="l">
              <a:spcBef>
                <a:spcPts val="360"/>
              </a:spcBef>
              <a:spcAft>
                <a:spcPts val="0"/>
              </a:spcAft>
              <a:buClr>
                <a:schemeClr val="lt1"/>
              </a:buClr>
              <a:buSzPts val="1800"/>
              <a:buChar char="•"/>
              <a:defRPr/>
            </a:lvl6pPr>
            <a:lvl7pPr marL="3200400" lvl="6" indent="-342900" algn="l">
              <a:spcBef>
                <a:spcPts val="360"/>
              </a:spcBef>
              <a:spcAft>
                <a:spcPts val="0"/>
              </a:spcAft>
              <a:buClr>
                <a:schemeClr val="lt1"/>
              </a:buClr>
              <a:buSzPts val="1800"/>
              <a:buChar char="•"/>
              <a:defRPr/>
            </a:lvl7pPr>
            <a:lvl8pPr marL="3657600" lvl="7" indent="-342900" algn="l">
              <a:spcBef>
                <a:spcPts val="360"/>
              </a:spcBef>
              <a:spcAft>
                <a:spcPts val="0"/>
              </a:spcAft>
              <a:buClr>
                <a:schemeClr val="lt1"/>
              </a:buClr>
              <a:buSzPts val="1800"/>
              <a:buChar char="•"/>
              <a:defRPr/>
            </a:lvl8pPr>
            <a:lvl9pPr marL="4114800" lvl="8" indent="-342900" algn="l">
              <a:spcBef>
                <a:spcPts val="360"/>
              </a:spcBef>
              <a:spcAft>
                <a:spcPts val="0"/>
              </a:spcAft>
              <a:buClr>
                <a:schemeClr val="lt1"/>
              </a:buClr>
              <a:buSzPts val="1800"/>
              <a:buChar char="•"/>
              <a:defRPr/>
            </a:lvl9pPr>
          </a:lstStyle>
          <a:p>
            <a:endParaRPr/>
          </a:p>
        </p:txBody>
      </p:sp>
    </p:spTree>
  </p:cSld>
  <p:clrMapOvr>
    <a:masterClrMapping/>
  </p:clrMapOvr>
  <p:transition>
    <p:fade/>
  </p:transition>
  <p:extLst>
    <p:ext uri="{DCECCB84-F9BA-43D5-87BE-67443E8EF086}">
      <p15:sldGuideLst xmlns:p15="http://schemas.microsoft.com/office/powerpoint/2012/main">
        <p15:guide id="1" pos="369">
          <p15:clr>
            <a:srgbClr val="F26B43"/>
          </p15:clr>
        </p15:guide>
        <p15:guide id="2" orient="horz" pos="366">
          <p15:clr>
            <a:srgbClr val="F26B43"/>
          </p15:clr>
        </p15:guide>
        <p15:guide id="3" pos="7311">
          <p15:clr>
            <a:srgbClr val="F26B43"/>
          </p15:clr>
        </p15:guide>
        <p15:guide id="4" orient="horz" pos="3951">
          <p15:clr>
            <a:srgbClr val="F26B43"/>
          </p15:clr>
        </p15:guide>
        <p15:guide id="5" pos="2561">
          <p15:clr>
            <a:srgbClr val="A4A3A4"/>
          </p15:clr>
        </p15:guide>
        <p15:guide id="6" pos="2744">
          <p15:clr>
            <a:srgbClr val="A4A3A4"/>
          </p15:clr>
        </p15:guide>
        <p15:guide id="7" pos="4937">
          <p15:clr>
            <a:srgbClr val="A4A3A4"/>
          </p15:clr>
        </p15:guide>
        <p15:guide id="8" pos="5120">
          <p15:clr>
            <a:srgbClr val="A4A3A4"/>
          </p15:clr>
        </p15:guide>
        <p15:guide id="9" pos="2682">
          <p15:clr>
            <a:srgbClr val="F26B43"/>
          </p15:clr>
        </p15:guide>
        <p15:guide id="10" pos="4998">
          <p15:clr>
            <a:srgbClr val="F26B43"/>
          </p15:clr>
        </p15:guide>
        <p15:guide id="11" pos="3160">
          <p15:clr>
            <a:srgbClr val="FBAE40"/>
          </p15:clr>
        </p15:guide>
        <p15:guide id="12" orient="horz" pos="709">
          <p15:clr>
            <a:srgbClr val="FBAE40"/>
          </p15:clr>
        </p15:guide>
        <p15:guide id="13" pos="6834">
          <p15:clr>
            <a:srgbClr val="FBAE40"/>
          </p15:clr>
        </p15:guide>
      </p15:sldGuideLst>
    </p:ext>
  </p:extLst>
</p:sldLayout>
</file>

<file path=ppt/slideLayouts/slideLayout84.xml><?xml version="1.0" encoding="utf-8"?>
<p:sldLayout xmlns:a="http://schemas.openxmlformats.org/drawingml/2006/main" xmlns:r="http://schemas.openxmlformats.org/officeDocument/2006/relationships" xmlns:p="http://schemas.openxmlformats.org/presentationml/2006/main" matchingName="Profile Slide 2">
  <p:cSld name="Profile Slide 2">
    <p:bg>
      <p:bgPr>
        <a:solidFill>
          <a:schemeClr val="lt1"/>
        </a:solidFill>
        <a:effectLst/>
      </p:bgPr>
    </p:bg>
    <p:spTree>
      <p:nvGrpSpPr>
        <p:cNvPr id="1" name="Shape 734"/>
        <p:cNvGrpSpPr/>
        <p:nvPr/>
      </p:nvGrpSpPr>
      <p:grpSpPr>
        <a:xfrm>
          <a:off x="0" y="0"/>
          <a:ext cx="0" cy="0"/>
          <a:chOff x="0" y="0"/>
          <a:chExt cx="0" cy="0"/>
        </a:xfrm>
      </p:grpSpPr>
      <p:sp>
        <p:nvSpPr>
          <p:cNvPr id="735" name="Google Shape;735;p85"/>
          <p:cNvSpPr>
            <a:spLocks noGrp="1"/>
          </p:cNvSpPr>
          <p:nvPr>
            <p:ph type="pic" idx="2"/>
          </p:nvPr>
        </p:nvSpPr>
        <p:spPr>
          <a:xfrm>
            <a:off x="0" y="0"/>
            <a:ext cx="4065588" cy="6858000"/>
          </a:xfrm>
          <a:prstGeom prst="rect">
            <a:avLst/>
          </a:prstGeom>
          <a:noFill/>
          <a:ln>
            <a:noFill/>
          </a:ln>
        </p:spPr>
      </p:sp>
      <p:sp>
        <p:nvSpPr>
          <p:cNvPr id="736" name="Google Shape;736;p85"/>
          <p:cNvSpPr txBox="1">
            <a:spLocks noGrp="1"/>
          </p:cNvSpPr>
          <p:nvPr>
            <p:ph type="body" idx="1"/>
          </p:nvPr>
        </p:nvSpPr>
        <p:spPr>
          <a:xfrm>
            <a:off x="5016500" y="1125538"/>
            <a:ext cx="5832475" cy="371513"/>
          </a:xfrm>
          <a:prstGeom prst="rect">
            <a:avLst/>
          </a:prstGeom>
          <a:noFill/>
          <a:ln>
            <a:noFill/>
          </a:ln>
        </p:spPr>
        <p:txBody>
          <a:bodyPr spcFirstLastPara="1" wrap="square" lIns="90000" tIns="46800" rIns="90000" bIns="46800" anchor="t" anchorCtr="0">
            <a:spAutoFit/>
          </a:bodyPr>
          <a:lstStyle>
            <a:lvl1pPr marL="457200" lvl="0" indent="-228600" algn="l">
              <a:lnSpc>
                <a:spcPct val="100000"/>
              </a:lnSpc>
              <a:spcBef>
                <a:spcPts val="360"/>
              </a:spcBef>
              <a:spcAft>
                <a:spcPts val="0"/>
              </a:spcAft>
              <a:buClr>
                <a:schemeClr val="dk1"/>
              </a:buClr>
              <a:buSzPts val="1620"/>
              <a:buNone/>
              <a:defRPr sz="1800">
                <a:solidFill>
                  <a:schemeClr val="dk1"/>
                </a:solidFill>
                <a:latin typeface="Quattrocento Sans"/>
                <a:ea typeface="Quattrocento Sans"/>
                <a:cs typeface="Quattrocento Sans"/>
                <a:sym typeface="Quattrocento Sans"/>
              </a:defRPr>
            </a:lvl1pPr>
            <a:lvl2pPr marL="914400" lvl="1" indent="-228600" algn="l">
              <a:lnSpc>
                <a:spcPct val="100000"/>
              </a:lnSpc>
              <a:spcBef>
                <a:spcPts val="400"/>
              </a:spcBef>
              <a:spcAft>
                <a:spcPts val="0"/>
              </a:spcAft>
              <a:buClr>
                <a:schemeClr val="dk1"/>
              </a:buClr>
              <a:buSzPts val="1800"/>
              <a:buNone/>
              <a:defRPr/>
            </a:lvl2pPr>
            <a:lvl3pPr marL="1371600" lvl="2" indent="-228600" algn="l">
              <a:lnSpc>
                <a:spcPct val="100000"/>
              </a:lnSpc>
              <a:spcBef>
                <a:spcPts val="320"/>
              </a:spcBef>
              <a:spcAft>
                <a:spcPts val="0"/>
              </a:spcAft>
              <a:buClr>
                <a:schemeClr val="dk1"/>
              </a:buClr>
              <a:buSzPts val="1440"/>
              <a:buNone/>
              <a:defRPr/>
            </a:lvl3pPr>
            <a:lvl4pPr marL="1828800" lvl="3" indent="-228600" algn="l">
              <a:lnSpc>
                <a:spcPct val="100000"/>
              </a:lnSpc>
              <a:spcBef>
                <a:spcPts val="280"/>
              </a:spcBef>
              <a:spcAft>
                <a:spcPts val="0"/>
              </a:spcAft>
              <a:buClr>
                <a:schemeClr val="dk1"/>
              </a:buClr>
              <a:buSzPts val="1260"/>
              <a:buNone/>
              <a:defRPr/>
            </a:lvl4pPr>
            <a:lvl5pPr marL="2286000" lvl="4" indent="-228600" algn="l">
              <a:lnSpc>
                <a:spcPct val="100000"/>
              </a:lnSpc>
              <a:spcBef>
                <a:spcPts val="280"/>
              </a:spcBef>
              <a:spcAft>
                <a:spcPts val="0"/>
              </a:spcAft>
              <a:buClr>
                <a:schemeClr val="dk1"/>
              </a:buClr>
              <a:buSzPts val="1260"/>
              <a:buNone/>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37" name="Google Shape;737;p85"/>
          <p:cNvSpPr txBox="1">
            <a:spLocks noGrp="1"/>
          </p:cNvSpPr>
          <p:nvPr>
            <p:ph type="body" idx="3"/>
          </p:nvPr>
        </p:nvSpPr>
        <p:spPr>
          <a:xfrm>
            <a:off x="5016500" y="1518666"/>
            <a:ext cx="5832475" cy="309958"/>
          </a:xfrm>
          <a:prstGeom prst="rect">
            <a:avLst/>
          </a:prstGeom>
          <a:noFill/>
          <a:ln>
            <a:noFill/>
          </a:ln>
        </p:spPr>
        <p:txBody>
          <a:bodyPr spcFirstLastPara="1" wrap="square" lIns="90000" tIns="46800" rIns="90000" bIns="46800" anchor="t" anchorCtr="0">
            <a:spAutoFit/>
          </a:bodyPr>
          <a:lstStyle>
            <a:lvl1pPr marL="457200" lvl="0" indent="-228600" algn="l">
              <a:lnSpc>
                <a:spcPct val="100000"/>
              </a:lnSpc>
              <a:spcBef>
                <a:spcPts val="280"/>
              </a:spcBef>
              <a:spcAft>
                <a:spcPts val="0"/>
              </a:spcAft>
              <a:buClr>
                <a:schemeClr val="accent6"/>
              </a:buClr>
              <a:buSzPts val="1260"/>
              <a:buNone/>
              <a:defRPr sz="1400">
                <a:solidFill>
                  <a:schemeClr val="accent6"/>
                </a:solidFill>
              </a:defRPr>
            </a:lvl1pPr>
            <a:lvl2pPr marL="914400" lvl="1" indent="-331469" algn="l">
              <a:lnSpc>
                <a:spcPct val="100000"/>
              </a:lnSpc>
              <a:spcBef>
                <a:spcPts val="360"/>
              </a:spcBef>
              <a:spcAft>
                <a:spcPts val="0"/>
              </a:spcAft>
              <a:buClr>
                <a:schemeClr val="dk1"/>
              </a:buClr>
              <a:buSzPts val="1620"/>
              <a:buChar char="·"/>
              <a:defRPr/>
            </a:lvl2pPr>
            <a:lvl3pPr marL="1371600" lvl="2" indent="-331469" algn="l">
              <a:lnSpc>
                <a:spcPct val="100000"/>
              </a:lnSpc>
              <a:spcBef>
                <a:spcPts val="360"/>
              </a:spcBef>
              <a:spcAft>
                <a:spcPts val="0"/>
              </a:spcAft>
              <a:buClr>
                <a:schemeClr val="dk1"/>
              </a:buClr>
              <a:buSzPts val="1620"/>
              <a:buChar char="·"/>
              <a:defRPr/>
            </a:lvl3pPr>
            <a:lvl4pPr marL="1828800" lvl="3" indent="-331469" algn="l">
              <a:lnSpc>
                <a:spcPct val="100000"/>
              </a:lnSpc>
              <a:spcBef>
                <a:spcPts val="360"/>
              </a:spcBef>
              <a:spcAft>
                <a:spcPts val="0"/>
              </a:spcAft>
              <a:buClr>
                <a:schemeClr val="dk1"/>
              </a:buClr>
              <a:buSzPts val="1620"/>
              <a:buChar char="·"/>
              <a:defRPr/>
            </a:lvl4pPr>
            <a:lvl5pPr marL="2286000" lvl="4" indent="-331470" algn="l">
              <a:lnSpc>
                <a:spcPct val="100000"/>
              </a:lnSpc>
              <a:spcBef>
                <a:spcPts val="360"/>
              </a:spcBef>
              <a:spcAft>
                <a:spcPts val="0"/>
              </a:spcAft>
              <a:buClr>
                <a:schemeClr val="dk1"/>
              </a:buClr>
              <a:buSzPts val="162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38" name="Google Shape;738;p85"/>
          <p:cNvSpPr txBox="1">
            <a:spLocks noGrp="1"/>
          </p:cNvSpPr>
          <p:nvPr>
            <p:ph type="body" idx="4"/>
          </p:nvPr>
        </p:nvSpPr>
        <p:spPr>
          <a:xfrm>
            <a:off x="5016500" y="2614613"/>
            <a:ext cx="5832475" cy="956288"/>
          </a:xfrm>
          <a:prstGeom prst="rect">
            <a:avLst/>
          </a:prstGeom>
          <a:noFill/>
          <a:ln>
            <a:noFill/>
          </a:ln>
        </p:spPr>
        <p:txBody>
          <a:bodyPr spcFirstLastPara="1" wrap="square" lIns="90000" tIns="46800" rIns="90000" bIns="46800" anchor="t" anchorCtr="0">
            <a:spAutoFit/>
          </a:bodyPr>
          <a:lstStyle>
            <a:lvl1pPr marL="457200" lvl="0" indent="-228600" algn="l">
              <a:lnSpc>
                <a:spcPct val="100000"/>
              </a:lnSpc>
              <a:spcBef>
                <a:spcPts val="280"/>
              </a:spcBef>
              <a:spcAft>
                <a:spcPts val="0"/>
              </a:spcAft>
              <a:buClr>
                <a:schemeClr val="accent6"/>
              </a:buClr>
              <a:buSzPts val="1260"/>
              <a:buNone/>
              <a:defRPr sz="1400">
                <a:solidFill>
                  <a:schemeClr val="accent6"/>
                </a:solidFill>
              </a:defRPr>
            </a:lvl1pPr>
            <a:lvl2pPr marL="914400" lvl="1" indent="-331469" algn="l">
              <a:lnSpc>
                <a:spcPct val="100000"/>
              </a:lnSpc>
              <a:spcBef>
                <a:spcPts val="360"/>
              </a:spcBef>
              <a:spcAft>
                <a:spcPts val="0"/>
              </a:spcAft>
              <a:buClr>
                <a:schemeClr val="dk1"/>
              </a:buClr>
              <a:buSzPts val="1620"/>
              <a:buChar char="·"/>
              <a:defRPr/>
            </a:lvl2pPr>
            <a:lvl3pPr marL="1371600" lvl="2" indent="-331469" algn="l">
              <a:lnSpc>
                <a:spcPct val="100000"/>
              </a:lnSpc>
              <a:spcBef>
                <a:spcPts val="360"/>
              </a:spcBef>
              <a:spcAft>
                <a:spcPts val="0"/>
              </a:spcAft>
              <a:buClr>
                <a:schemeClr val="dk1"/>
              </a:buClr>
              <a:buSzPts val="1620"/>
              <a:buChar char="·"/>
              <a:defRPr/>
            </a:lvl3pPr>
            <a:lvl4pPr marL="1828800" lvl="3" indent="-331469" algn="l">
              <a:lnSpc>
                <a:spcPct val="100000"/>
              </a:lnSpc>
              <a:spcBef>
                <a:spcPts val="360"/>
              </a:spcBef>
              <a:spcAft>
                <a:spcPts val="0"/>
              </a:spcAft>
              <a:buClr>
                <a:schemeClr val="dk1"/>
              </a:buClr>
              <a:buSzPts val="1620"/>
              <a:buChar char="·"/>
              <a:defRPr/>
            </a:lvl4pPr>
            <a:lvl5pPr marL="2286000" lvl="4" indent="-331470" algn="l">
              <a:lnSpc>
                <a:spcPct val="100000"/>
              </a:lnSpc>
              <a:spcBef>
                <a:spcPts val="360"/>
              </a:spcBef>
              <a:spcAft>
                <a:spcPts val="0"/>
              </a:spcAft>
              <a:buClr>
                <a:schemeClr val="dk1"/>
              </a:buClr>
              <a:buSzPts val="162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39" name="Google Shape;739;p85"/>
          <p:cNvSpPr txBox="1">
            <a:spLocks noGrp="1"/>
          </p:cNvSpPr>
          <p:nvPr>
            <p:ph type="body" idx="5"/>
          </p:nvPr>
        </p:nvSpPr>
        <p:spPr>
          <a:xfrm>
            <a:off x="5018087" y="2093722"/>
            <a:ext cx="5832475" cy="371513"/>
          </a:xfrm>
          <a:prstGeom prst="rect">
            <a:avLst/>
          </a:prstGeom>
          <a:noFill/>
          <a:ln>
            <a:noFill/>
          </a:ln>
        </p:spPr>
        <p:txBody>
          <a:bodyPr spcFirstLastPara="1" wrap="square" lIns="90000" tIns="46800" rIns="90000" bIns="46800" anchor="t" anchorCtr="0">
            <a:spAutoFit/>
          </a:bodyPr>
          <a:lstStyle>
            <a:lvl1pPr marL="457200" lvl="0" indent="-228600" algn="l">
              <a:lnSpc>
                <a:spcPct val="100000"/>
              </a:lnSpc>
              <a:spcBef>
                <a:spcPts val="360"/>
              </a:spcBef>
              <a:spcAft>
                <a:spcPts val="0"/>
              </a:spcAft>
              <a:buClr>
                <a:schemeClr val="accent6"/>
              </a:buClr>
              <a:buSzPts val="1620"/>
              <a:buNone/>
              <a:defRPr sz="1800">
                <a:solidFill>
                  <a:schemeClr val="accent6"/>
                </a:solidFill>
                <a:latin typeface="Quattrocento Sans"/>
                <a:ea typeface="Quattrocento Sans"/>
                <a:cs typeface="Quattrocento Sans"/>
                <a:sym typeface="Quattrocento Sans"/>
              </a:defRPr>
            </a:lvl1pPr>
            <a:lvl2pPr marL="914400" lvl="1" indent="-331469" algn="l">
              <a:lnSpc>
                <a:spcPct val="100000"/>
              </a:lnSpc>
              <a:spcBef>
                <a:spcPts val="360"/>
              </a:spcBef>
              <a:spcAft>
                <a:spcPts val="0"/>
              </a:spcAft>
              <a:buClr>
                <a:schemeClr val="dk1"/>
              </a:buClr>
              <a:buSzPts val="1620"/>
              <a:buChar char="·"/>
              <a:defRPr/>
            </a:lvl2pPr>
            <a:lvl3pPr marL="1371600" lvl="2" indent="-331469" algn="l">
              <a:lnSpc>
                <a:spcPct val="100000"/>
              </a:lnSpc>
              <a:spcBef>
                <a:spcPts val="360"/>
              </a:spcBef>
              <a:spcAft>
                <a:spcPts val="0"/>
              </a:spcAft>
              <a:buClr>
                <a:schemeClr val="dk1"/>
              </a:buClr>
              <a:buSzPts val="1620"/>
              <a:buChar char="·"/>
              <a:defRPr/>
            </a:lvl3pPr>
            <a:lvl4pPr marL="1828800" lvl="3" indent="-331469" algn="l">
              <a:lnSpc>
                <a:spcPct val="100000"/>
              </a:lnSpc>
              <a:spcBef>
                <a:spcPts val="360"/>
              </a:spcBef>
              <a:spcAft>
                <a:spcPts val="0"/>
              </a:spcAft>
              <a:buClr>
                <a:schemeClr val="dk1"/>
              </a:buClr>
              <a:buSzPts val="1620"/>
              <a:buChar char="·"/>
              <a:defRPr/>
            </a:lvl4pPr>
            <a:lvl5pPr marL="2286000" lvl="4" indent="-331470" algn="l">
              <a:lnSpc>
                <a:spcPct val="100000"/>
              </a:lnSpc>
              <a:spcBef>
                <a:spcPts val="360"/>
              </a:spcBef>
              <a:spcAft>
                <a:spcPts val="0"/>
              </a:spcAft>
              <a:buClr>
                <a:schemeClr val="dk1"/>
              </a:buClr>
              <a:buSzPts val="162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40" name="Google Shape;740;p85"/>
          <p:cNvSpPr txBox="1">
            <a:spLocks noGrp="1"/>
          </p:cNvSpPr>
          <p:nvPr>
            <p:ph type="body" idx="6"/>
          </p:nvPr>
        </p:nvSpPr>
        <p:spPr>
          <a:xfrm>
            <a:off x="5018087" y="4426832"/>
            <a:ext cx="5832475" cy="371513"/>
          </a:xfrm>
          <a:prstGeom prst="rect">
            <a:avLst/>
          </a:prstGeom>
          <a:noFill/>
          <a:ln>
            <a:noFill/>
          </a:ln>
        </p:spPr>
        <p:txBody>
          <a:bodyPr spcFirstLastPara="1" wrap="square" lIns="90000" tIns="46800" rIns="90000" bIns="46800" anchor="t" anchorCtr="0">
            <a:spAutoFit/>
          </a:bodyPr>
          <a:lstStyle>
            <a:lvl1pPr marL="457200" lvl="0" indent="-228600" algn="l">
              <a:lnSpc>
                <a:spcPct val="100000"/>
              </a:lnSpc>
              <a:spcBef>
                <a:spcPts val="360"/>
              </a:spcBef>
              <a:spcAft>
                <a:spcPts val="0"/>
              </a:spcAft>
              <a:buClr>
                <a:schemeClr val="accent6"/>
              </a:buClr>
              <a:buSzPts val="1620"/>
              <a:buNone/>
              <a:defRPr sz="1800">
                <a:solidFill>
                  <a:schemeClr val="accent6"/>
                </a:solidFill>
                <a:latin typeface="Quattrocento Sans"/>
                <a:ea typeface="Quattrocento Sans"/>
                <a:cs typeface="Quattrocento Sans"/>
                <a:sym typeface="Quattrocento Sans"/>
              </a:defRPr>
            </a:lvl1pPr>
            <a:lvl2pPr marL="914400" lvl="1" indent="-331469" algn="l">
              <a:lnSpc>
                <a:spcPct val="100000"/>
              </a:lnSpc>
              <a:spcBef>
                <a:spcPts val="360"/>
              </a:spcBef>
              <a:spcAft>
                <a:spcPts val="0"/>
              </a:spcAft>
              <a:buClr>
                <a:schemeClr val="dk1"/>
              </a:buClr>
              <a:buSzPts val="1620"/>
              <a:buChar char="·"/>
              <a:defRPr/>
            </a:lvl2pPr>
            <a:lvl3pPr marL="1371600" lvl="2" indent="-331469" algn="l">
              <a:lnSpc>
                <a:spcPct val="100000"/>
              </a:lnSpc>
              <a:spcBef>
                <a:spcPts val="360"/>
              </a:spcBef>
              <a:spcAft>
                <a:spcPts val="0"/>
              </a:spcAft>
              <a:buClr>
                <a:schemeClr val="dk1"/>
              </a:buClr>
              <a:buSzPts val="1620"/>
              <a:buChar char="·"/>
              <a:defRPr/>
            </a:lvl3pPr>
            <a:lvl4pPr marL="1828800" lvl="3" indent="-331469" algn="l">
              <a:lnSpc>
                <a:spcPct val="100000"/>
              </a:lnSpc>
              <a:spcBef>
                <a:spcPts val="360"/>
              </a:spcBef>
              <a:spcAft>
                <a:spcPts val="0"/>
              </a:spcAft>
              <a:buClr>
                <a:schemeClr val="dk1"/>
              </a:buClr>
              <a:buSzPts val="1620"/>
              <a:buChar char="·"/>
              <a:defRPr/>
            </a:lvl4pPr>
            <a:lvl5pPr marL="2286000" lvl="4" indent="-331470" algn="l">
              <a:lnSpc>
                <a:spcPct val="100000"/>
              </a:lnSpc>
              <a:spcBef>
                <a:spcPts val="360"/>
              </a:spcBef>
              <a:spcAft>
                <a:spcPts val="0"/>
              </a:spcAft>
              <a:buClr>
                <a:schemeClr val="dk1"/>
              </a:buClr>
              <a:buSzPts val="162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41" name="Google Shape;741;p85"/>
          <p:cNvSpPr txBox="1">
            <a:spLocks noGrp="1"/>
          </p:cNvSpPr>
          <p:nvPr>
            <p:ph type="body" idx="7"/>
          </p:nvPr>
        </p:nvSpPr>
        <p:spPr>
          <a:xfrm>
            <a:off x="5016500" y="4864164"/>
            <a:ext cx="1649476" cy="827022"/>
          </a:xfrm>
          <a:prstGeom prst="rect">
            <a:avLst/>
          </a:prstGeom>
          <a:noFill/>
          <a:ln>
            <a:noFill/>
          </a:ln>
        </p:spPr>
        <p:txBody>
          <a:bodyPr spcFirstLastPara="1" wrap="square" lIns="90000" tIns="46800" rIns="90000" bIns="46800" anchor="t" anchorCtr="0">
            <a:spAutoFit/>
          </a:bodyPr>
          <a:lstStyle>
            <a:lvl1pPr marL="457200" lvl="0" indent="-317500" algn="l">
              <a:lnSpc>
                <a:spcPct val="100000"/>
              </a:lnSpc>
              <a:spcBef>
                <a:spcPts val="280"/>
              </a:spcBef>
              <a:spcAft>
                <a:spcPts val="0"/>
              </a:spcAft>
              <a:buClr>
                <a:schemeClr val="accent6"/>
              </a:buClr>
              <a:buSzPts val="1400"/>
              <a:buChar char="·"/>
              <a:defRPr sz="1400">
                <a:solidFill>
                  <a:schemeClr val="accent6"/>
                </a:solidFill>
              </a:defRPr>
            </a:lvl1pPr>
            <a:lvl2pPr marL="914400" lvl="1" indent="-331469" algn="l">
              <a:lnSpc>
                <a:spcPct val="100000"/>
              </a:lnSpc>
              <a:spcBef>
                <a:spcPts val="360"/>
              </a:spcBef>
              <a:spcAft>
                <a:spcPts val="0"/>
              </a:spcAft>
              <a:buClr>
                <a:schemeClr val="dk1"/>
              </a:buClr>
              <a:buSzPts val="1620"/>
              <a:buChar char="·"/>
              <a:defRPr/>
            </a:lvl2pPr>
            <a:lvl3pPr marL="1371600" lvl="2" indent="-331469" algn="l">
              <a:lnSpc>
                <a:spcPct val="100000"/>
              </a:lnSpc>
              <a:spcBef>
                <a:spcPts val="360"/>
              </a:spcBef>
              <a:spcAft>
                <a:spcPts val="0"/>
              </a:spcAft>
              <a:buClr>
                <a:schemeClr val="dk1"/>
              </a:buClr>
              <a:buSzPts val="1620"/>
              <a:buChar char="·"/>
              <a:defRPr/>
            </a:lvl3pPr>
            <a:lvl4pPr marL="1828800" lvl="3" indent="-331469" algn="l">
              <a:lnSpc>
                <a:spcPct val="100000"/>
              </a:lnSpc>
              <a:spcBef>
                <a:spcPts val="360"/>
              </a:spcBef>
              <a:spcAft>
                <a:spcPts val="0"/>
              </a:spcAft>
              <a:buClr>
                <a:schemeClr val="dk1"/>
              </a:buClr>
              <a:buSzPts val="1620"/>
              <a:buChar char="·"/>
              <a:defRPr/>
            </a:lvl4pPr>
            <a:lvl5pPr marL="2286000" lvl="4" indent="-331470" algn="l">
              <a:lnSpc>
                <a:spcPct val="100000"/>
              </a:lnSpc>
              <a:spcBef>
                <a:spcPts val="360"/>
              </a:spcBef>
              <a:spcAft>
                <a:spcPts val="0"/>
              </a:spcAft>
              <a:buClr>
                <a:schemeClr val="dk1"/>
              </a:buClr>
              <a:buSzPts val="162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42" name="Google Shape;742;p85"/>
          <p:cNvSpPr txBox="1">
            <a:spLocks noGrp="1"/>
          </p:cNvSpPr>
          <p:nvPr>
            <p:ph type="body" idx="8"/>
          </p:nvPr>
        </p:nvSpPr>
        <p:spPr>
          <a:xfrm>
            <a:off x="7104994" y="4864164"/>
            <a:ext cx="1649476" cy="827022"/>
          </a:xfrm>
          <a:prstGeom prst="rect">
            <a:avLst/>
          </a:prstGeom>
          <a:noFill/>
          <a:ln>
            <a:noFill/>
          </a:ln>
        </p:spPr>
        <p:txBody>
          <a:bodyPr spcFirstLastPara="1" wrap="square" lIns="90000" tIns="46800" rIns="90000" bIns="46800" anchor="t" anchorCtr="0">
            <a:spAutoFit/>
          </a:bodyPr>
          <a:lstStyle>
            <a:lvl1pPr marL="457200" lvl="0" indent="-317500" algn="l">
              <a:lnSpc>
                <a:spcPct val="100000"/>
              </a:lnSpc>
              <a:spcBef>
                <a:spcPts val="280"/>
              </a:spcBef>
              <a:spcAft>
                <a:spcPts val="0"/>
              </a:spcAft>
              <a:buClr>
                <a:schemeClr val="accent6"/>
              </a:buClr>
              <a:buSzPts val="1400"/>
              <a:buChar char="·"/>
              <a:defRPr sz="1400">
                <a:solidFill>
                  <a:schemeClr val="accent6"/>
                </a:solidFill>
              </a:defRPr>
            </a:lvl1pPr>
            <a:lvl2pPr marL="914400" lvl="1" indent="-331469" algn="l">
              <a:lnSpc>
                <a:spcPct val="100000"/>
              </a:lnSpc>
              <a:spcBef>
                <a:spcPts val="360"/>
              </a:spcBef>
              <a:spcAft>
                <a:spcPts val="0"/>
              </a:spcAft>
              <a:buClr>
                <a:schemeClr val="dk1"/>
              </a:buClr>
              <a:buSzPts val="1620"/>
              <a:buChar char="·"/>
              <a:defRPr/>
            </a:lvl2pPr>
            <a:lvl3pPr marL="1371600" lvl="2" indent="-331469" algn="l">
              <a:lnSpc>
                <a:spcPct val="100000"/>
              </a:lnSpc>
              <a:spcBef>
                <a:spcPts val="360"/>
              </a:spcBef>
              <a:spcAft>
                <a:spcPts val="0"/>
              </a:spcAft>
              <a:buClr>
                <a:schemeClr val="dk1"/>
              </a:buClr>
              <a:buSzPts val="1620"/>
              <a:buChar char="·"/>
              <a:defRPr/>
            </a:lvl3pPr>
            <a:lvl4pPr marL="1828800" lvl="3" indent="-331469" algn="l">
              <a:lnSpc>
                <a:spcPct val="100000"/>
              </a:lnSpc>
              <a:spcBef>
                <a:spcPts val="360"/>
              </a:spcBef>
              <a:spcAft>
                <a:spcPts val="0"/>
              </a:spcAft>
              <a:buClr>
                <a:schemeClr val="dk1"/>
              </a:buClr>
              <a:buSzPts val="1620"/>
              <a:buChar char="·"/>
              <a:defRPr/>
            </a:lvl4pPr>
            <a:lvl5pPr marL="2286000" lvl="4" indent="-331470" algn="l">
              <a:lnSpc>
                <a:spcPct val="100000"/>
              </a:lnSpc>
              <a:spcBef>
                <a:spcPts val="360"/>
              </a:spcBef>
              <a:spcAft>
                <a:spcPts val="0"/>
              </a:spcAft>
              <a:buClr>
                <a:schemeClr val="dk1"/>
              </a:buClr>
              <a:buSzPts val="162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43" name="Google Shape;743;p85"/>
          <p:cNvSpPr txBox="1">
            <a:spLocks noGrp="1"/>
          </p:cNvSpPr>
          <p:nvPr>
            <p:ph type="body" idx="9"/>
          </p:nvPr>
        </p:nvSpPr>
        <p:spPr>
          <a:xfrm>
            <a:off x="9193488" y="4864164"/>
            <a:ext cx="1649476" cy="827022"/>
          </a:xfrm>
          <a:prstGeom prst="rect">
            <a:avLst/>
          </a:prstGeom>
          <a:noFill/>
          <a:ln>
            <a:noFill/>
          </a:ln>
        </p:spPr>
        <p:txBody>
          <a:bodyPr spcFirstLastPara="1" wrap="square" lIns="90000" tIns="46800" rIns="90000" bIns="46800" anchor="t" anchorCtr="0">
            <a:spAutoFit/>
          </a:bodyPr>
          <a:lstStyle>
            <a:lvl1pPr marL="457200" lvl="0" indent="-317500" algn="l">
              <a:lnSpc>
                <a:spcPct val="100000"/>
              </a:lnSpc>
              <a:spcBef>
                <a:spcPts val="280"/>
              </a:spcBef>
              <a:spcAft>
                <a:spcPts val="0"/>
              </a:spcAft>
              <a:buClr>
                <a:schemeClr val="accent6"/>
              </a:buClr>
              <a:buSzPts val="1400"/>
              <a:buChar char="·"/>
              <a:defRPr sz="1400">
                <a:solidFill>
                  <a:schemeClr val="accent6"/>
                </a:solidFill>
              </a:defRPr>
            </a:lvl1pPr>
            <a:lvl2pPr marL="914400" lvl="1" indent="-331469" algn="l">
              <a:lnSpc>
                <a:spcPct val="100000"/>
              </a:lnSpc>
              <a:spcBef>
                <a:spcPts val="360"/>
              </a:spcBef>
              <a:spcAft>
                <a:spcPts val="0"/>
              </a:spcAft>
              <a:buClr>
                <a:schemeClr val="dk1"/>
              </a:buClr>
              <a:buSzPts val="1620"/>
              <a:buChar char="·"/>
              <a:defRPr/>
            </a:lvl2pPr>
            <a:lvl3pPr marL="1371600" lvl="2" indent="-331469" algn="l">
              <a:lnSpc>
                <a:spcPct val="100000"/>
              </a:lnSpc>
              <a:spcBef>
                <a:spcPts val="360"/>
              </a:spcBef>
              <a:spcAft>
                <a:spcPts val="0"/>
              </a:spcAft>
              <a:buClr>
                <a:schemeClr val="dk1"/>
              </a:buClr>
              <a:buSzPts val="1620"/>
              <a:buChar char="·"/>
              <a:defRPr/>
            </a:lvl3pPr>
            <a:lvl4pPr marL="1828800" lvl="3" indent="-331469" algn="l">
              <a:lnSpc>
                <a:spcPct val="100000"/>
              </a:lnSpc>
              <a:spcBef>
                <a:spcPts val="360"/>
              </a:spcBef>
              <a:spcAft>
                <a:spcPts val="0"/>
              </a:spcAft>
              <a:buClr>
                <a:schemeClr val="dk1"/>
              </a:buClr>
              <a:buSzPts val="1620"/>
              <a:buChar char="·"/>
              <a:defRPr/>
            </a:lvl4pPr>
            <a:lvl5pPr marL="2286000" lvl="4" indent="-331470" algn="l">
              <a:lnSpc>
                <a:spcPct val="100000"/>
              </a:lnSpc>
              <a:spcBef>
                <a:spcPts val="360"/>
              </a:spcBef>
              <a:spcAft>
                <a:spcPts val="0"/>
              </a:spcAft>
              <a:buClr>
                <a:schemeClr val="dk1"/>
              </a:buClr>
              <a:buSzPts val="162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Tree>
  </p:cSld>
  <p:clrMapOvr>
    <a:masterClrMapping/>
  </p:clrMapOvr>
  <p:transition>
    <p:fade/>
  </p:transition>
  <p:extLst>
    <p:ext uri="{DCECCB84-F9BA-43D5-87BE-67443E8EF086}">
      <p15:sldGuideLst xmlns:p15="http://schemas.microsoft.com/office/powerpoint/2012/main">
        <p15:guide id="1" pos="369">
          <p15:clr>
            <a:srgbClr val="F26B43"/>
          </p15:clr>
        </p15:guide>
        <p15:guide id="2" orient="horz" pos="366">
          <p15:clr>
            <a:srgbClr val="F26B43"/>
          </p15:clr>
        </p15:guide>
        <p15:guide id="3" pos="7311">
          <p15:clr>
            <a:srgbClr val="F26B43"/>
          </p15:clr>
        </p15:guide>
        <p15:guide id="4" orient="horz" pos="3951">
          <p15:clr>
            <a:srgbClr val="F26B43"/>
          </p15:clr>
        </p15:guide>
        <p15:guide id="5" pos="2561">
          <p15:clr>
            <a:srgbClr val="A4A3A4"/>
          </p15:clr>
        </p15:guide>
        <p15:guide id="6" pos="2744">
          <p15:clr>
            <a:srgbClr val="A4A3A4"/>
          </p15:clr>
        </p15:guide>
        <p15:guide id="7" pos="4937">
          <p15:clr>
            <a:srgbClr val="A4A3A4"/>
          </p15:clr>
        </p15:guide>
        <p15:guide id="8" pos="5120">
          <p15:clr>
            <a:srgbClr val="A4A3A4"/>
          </p15:clr>
        </p15:guide>
        <p15:guide id="9" pos="2682">
          <p15:clr>
            <a:srgbClr val="F26B43"/>
          </p15:clr>
        </p15:guide>
        <p15:guide id="10" pos="4998">
          <p15:clr>
            <a:srgbClr val="F26B43"/>
          </p15:clr>
        </p15:guide>
        <p15:guide id="11" pos="3160">
          <p15:clr>
            <a:srgbClr val="FBAE40"/>
          </p15:clr>
        </p15:guide>
        <p15:guide id="12" orient="horz" pos="709">
          <p15:clr>
            <a:srgbClr val="FBAE40"/>
          </p15:clr>
        </p15:guide>
        <p15:guide id="13" pos="6834">
          <p15:clr>
            <a:srgbClr val="FBAE40"/>
          </p15:clr>
        </p15:guide>
      </p15:sldGuideLst>
    </p:ext>
  </p:extLst>
</p:sldLayout>
</file>

<file path=ppt/slideLayouts/slideLayout85.xml><?xml version="1.0" encoding="utf-8"?>
<p:sldLayout xmlns:a="http://schemas.openxmlformats.org/drawingml/2006/main" xmlns:r="http://schemas.openxmlformats.org/officeDocument/2006/relationships" xmlns:p="http://schemas.openxmlformats.org/presentationml/2006/main" matchingName="Large Number Divider 1">
  <p:cSld name="Large Number Divider 1">
    <p:bg>
      <p:bgPr>
        <a:solidFill>
          <a:schemeClr val="dk2"/>
        </a:solidFill>
        <a:effectLst/>
      </p:bgPr>
    </p:bg>
    <p:spTree>
      <p:nvGrpSpPr>
        <p:cNvPr id="1" name="Shape 744"/>
        <p:cNvGrpSpPr/>
        <p:nvPr/>
      </p:nvGrpSpPr>
      <p:grpSpPr>
        <a:xfrm>
          <a:off x="0" y="0"/>
          <a:ext cx="0" cy="0"/>
          <a:chOff x="0" y="0"/>
          <a:chExt cx="0" cy="0"/>
        </a:xfrm>
      </p:grpSpPr>
      <p:sp>
        <p:nvSpPr>
          <p:cNvPr id="745" name="Google Shape;745;p86"/>
          <p:cNvSpPr txBox="1">
            <a:spLocks noGrp="1"/>
          </p:cNvSpPr>
          <p:nvPr>
            <p:ph type="body" idx="1"/>
          </p:nvPr>
        </p:nvSpPr>
        <p:spPr>
          <a:xfrm>
            <a:off x="4941888" y="585788"/>
            <a:ext cx="6667500" cy="690119"/>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720"/>
              </a:spcBef>
              <a:spcAft>
                <a:spcPts val="0"/>
              </a:spcAft>
              <a:buClr>
                <a:schemeClr val="lt1"/>
              </a:buClr>
              <a:buSzPts val="3240"/>
              <a:buFont typeface="Noto Sans Symbols"/>
              <a:buNone/>
              <a:defRPr sz="3600">
                <a:solidFill>
                  <a:schemeClr val="lt1"/>
                </a:solidFill>
                <a:latin typeface="Quattrocento Sans"/>
                <a:ea typeface="Quattrocento Sans"/>
                <a:cs typeface="Quattrocento Sans"/>
                <a:sym typeface="Quattrocento Sans"/>
              </a:defRPr>
            </a:lvl1pPr>
            <a:lvl2pPr marL="914400" lvl="1" indent="-331469" algn="l">
              <a:lnSpc>
                <a:spcPct val="100000"/>
              </a:lnSpc>
              <a:spcBef>
                <a:spcPts val="600"/>
              </a:spcBef>
              <a:spcAft>
                <a:spcPts val="0"/>
              </a:spcAft>
              <a:buClr>
                <a:schemeClr val="lt1"/>
              </a:buClr>
              <a:buSzPts val="1620"/>
              <a:buChar char="·"/>
              <a:defRPr/>
            </a:lvl2pPr>
            <a:lvl3pPr marL="1371600" lvl="2" indent="-331469" algn="l">
              <a:lnSpc>
                <a:spcPct val="100000"/>
              </a:lnSpc>
              <a:spcBef>
                <a:spcPts val="360"/>
              </a:spcBef>
              <a:spcAft>
                <a:spcPts val="0"/>
              </a:spcAft>
              <a:buClr>
                <a:schemeClr val="lt1"/>
              </a:buClr>
              <a:buSzPts val="1620"/>
              <a:buChar char="·"/>
              <a:defRPr/>
            </a:lvl3pPr>
            <a:lvl4pPr marL="1828800" lvl="3" indent="-331469" algn="l">
              <a:lnSpc>
                <a:spcPct val="100000"/>
              </a:lnSpc>
              <a:spcBef>
                <a:spcPts val="360"/>
              </a:spcBef>
              <a:spcAft>
                <a:spcPts val="0"/>
              </a:spcAft>
              <a:buClr>
                <a:schemeClr val="lt1"/>
              </a:buClr>
              <a:buSzPts val="1620"/>
              <a:buChar char="·"/>
              <a:defRPr/>
            </a:lvl4pPr>
            <a:lvl5pPr marL="2286000" lvl="4" indent="-331470" algn="l">
              <a:lnSpc>
                <a:spcPct val="100000"/>
              </a:lnSpc>
              <a:spcBef>
                <a:spcPts val="360"/>
              </a:spcBef>
              <a:spcAft>
                <a:spcPts val="0"/>
              </a:spcAft>
              <a:buClr>
                <a:schemeClr val="lt1"/>
              </a:buClr>
              <a:buSzPts val="1620"/>
              <a:buChar char="·"/>
              <a:defRPr/>
            </a:lvl5pPr>
            <a:lvl6pPr marL="2743200" lvl="5" indent="-342900" algn="l">
              <a:spcBef>
                <a:spcPts val="360"/>
              </a:spcBef>
              <a:spcAft>
                <a:spcPts val="0"/>
              </a:spcAft>
              <a:buClr>
                <a:schemeClr val="lt1"/>
              </a:buClr>
              <a:buSzPts val="1800"/>
              <a:buChar char="•"/>
              <a:defRPr/>
            </a:lvl6pPr>
            <a:lvl7pPr marL="3200400" lvl="6" indent="-342900" algn="l">
              <a:spcBef>
                <a:spcPts val="360"/>
              </a:spcBef>
              <a:spcAft>
                <a:spcPts val="0"/>
              </a:spcAft>
              <a:buClr>
                <a:schemeClr val="lt1"/>
              </a:buClr>
              <a:buSzPts val="1800"/>
              <a:buChar char="•"/>
              <a:defRPr/>
            </a:lvl7pPr>
            <a:lvl8pPr marL="3657600" lvl="7" indent="-342900" algn="l">
              <a:spcBef>
                <a:spcPts val="360"/>
              </a:spcBef>
              <a:spcAft>
                <a:spcPts val="0"/>
              </a:spcAft>
              <a:buClr>
                <a:schemeClr val="lt1"/>
              </a:buClr>
              <a:buSzPts val="1800"/>
              <a:buChar char="•"/>
              <a:defRPr/>
            </a:lvl8pPr>
            <a:lvl9pPr marL="4114800" lvl="8" indent="-342900" algn="l">
              <a:spcBef>
                <a:spcPts val="360"/>
              </a:spcBef>
              <a:spcAft>
                <a:spcPts val="0"/>
              </a:spcAft>
              <a:buClr>
                <a:schemeClr val="lt1"/>
              </a:buClr>
              <a:buSzPts val="1800"/>
              <a:buChar char="•"/>
              <a:defRPr/>
            </a:lvl9pPr>
          </a:lstStyle>
          <a:p>
            <a:endParaRPr/>
          </a:p>
        </p:txBody>
      </p:sp>
      <p:sp>
        <p:nvSpPr>
          <p:cNvPr id="746" name="Google Shape;746;p86"/>
          <p:cNvSpPr txBox="1"/>
          <p:nvPr/>
        </p:nvSpPr>
        <p:spPr>
          <a:xfrm>
            <a:off x="12355721" y="-203944"/>
            <a:ext cx="577081" cy="153888"/>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00">
                <a:solidFill>
                  <a:srgbClr val="A3A3A3"/>
                </a:solidFill>
                <a:latin typeface="Quattrocento Sans"/>
                <a:ea typeface="Quattrocento Sans"/>
                <a:cs typeface="Quattrocento Sans"/>
                <a:sym typeface="Quattrocento Sans"/>
              </a:rPr>
              <a:t>ELT layout</a:t>
            </a:r>
            <a:endParaRPr/>
          </a:p>
        </p:txBody>
      </p:sp>
      <p:sp>
        <p:nvSpPr>
          <p:cNvPr id="747" name="Google Shape;747;p86"/>
          <p:cNvSpPr txBox="1"/>
          <p:nvPr/>
        </p:nvSpPr>
        <p:spPr>
          <a:xfrm>
            <a:off x="0" y="680485"/>
            <a:ext cx="4356100" cy="6177516"/>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50000" b="1" i="0">
                <a:solidFill>
                  <a:schemeClr val="accent1"/>
                </a:solidFill>
                <a:latin typeface="Quattrocento Sans"/>
                <a:ea typeface="Quattrocento Sans"/>
                <a:cs typeface="Quattrocento Sans"/>
                <a:sym typeface="Quattrocento Sans"/>
              </a:rPr>
              <a:t>1</a:t>
            </a:r>
            <a:endParaRPr/>
          </a:p>
        </p:txBody>
      </p:sp>
      <p:sp>
        <p:nvSpPr>
          <p:cNvPr id="748" name="Google Shape;748;p86"/>
          <p:cNvSpPr txBox="1">
            <a:spLocks noGrp="1"/>
          </p:cNvSpPr>
          <p:nvPr>
            <p:ph type="body" idx="2"/>
          </p:nvPr>
        </p:nvSpPr>
        <p:spPr>
          <a:xfrm>
            <a:off x="4941888" y="1307806"/>
            <a:ext cx="6667500" cy="2121194"/>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480"/>
              </a:spcBef>
              <a:spcAft>
                <a:spcPts val="0"/>
              </a:spcAft>
              <a:buClr>
                <a:schemeClr val="lt1"/>
              </a:buClr>
              <a:buSzPts val="2160"/>
              <a:buFont typeface="Noto Sans Symbols"/>
              <a:buNone/>
              <a:defRPr sz="2400">
                <a:solidFill>
                  <a:schemeClr val="lt1"/>
                </a:solidFill>
              </a:defRPr>
            </a:lvl1pPr>
            <a:lvl2pPr marL="914400" lvl="1" indent="-331469" algn="l">
              <a:lnSpc>
                <a:spcPct val="100000"/>
              </a:lnSpc>
              <a:spcBef>
                <a:spcPts val="600"/>
              </a:spcBef>
              <a:spcAft>
                <a:spcPts val="0"/>
              </a:spcAft>
              <a:buClr>
                <a:schemeClr val="lt1"/>
              </a:buClr>
              <a:buSzPts val="1620"/>
              <a:buChar char="·"/>
              <a:defRPr/>
            </a:lvl2pPr>
            <a:lvl3pPr marL="1371600" lvl="2" indent="-331469" algn="l">
              <a:lnSpc>
                <a:spcPct val="100000"/>
              </a:lnSpc>
              <a:spcBef>
                <a:spcPts val="360"/>
              </a:spcBef>
              <a:spcAft>
                <a:spcPts val="0"/>
              </a:spcAft>
              <a:buClr>
                <a:schemeClr val="lt1"/>
              </a:buClr>
              <a:buSzPts val="1620"/>
              <a:buChar char="·"/>
              <a:defRPr/>
            </a:lvl3pPr>
            <a:lvl4pPr marL="1828800" lvl="3" indent="-331469" algn="l">
              <a:lnSpc>
                <a:spcPct val="100000"/>
              </a:lnSpc>
              <a:spcBef>
                <a:spcPts val="360"/>
              </a:spcBef>
              <a:spcAft>
                <a:spcPts val="0"/>
              </a:spcAft>
              <a:buClr>
                <a:schemeClr val="lt1"/>
              </a:buClr>
              <a:buSzPts val="1620"/>
              <a:buChar char="·"/>
              <a:defRPr/>
            </a:lvl4pPr>
            <a:lvl5pPr marL="2286000" lvl="4" indent="-331470" algn="l">
              <a:lnSpc>
                <a:spcPct val="100000"/>
              </a:lnSpc>
              <a:spcBef>
                <a:spcPts val="360"/>
              </a:spcBef>
              <a:spcAft>
                <a:spcPts val="0"/>
              </a:spcAft>
              <a:buClr>
                <a:schemeClr val="lt1"/>
              </a:buClr>
              <a:buSzPts val="1620"/>
              <a:buChar char="·"/>
              <a:defRPr/>
            </a:lvl5pPr>
            <a:lvl6pPr marL="2743200" lvl="5" indent="-342900" algn="l">
              <a:spcBef>
                <a:spcPts val="360"/>
              </a:spcBef>
              <a:spcAft>
                <a:spcPts val="0"/>
              </a:spcAft>
              <a:buClr>
                <a:schemeClr val="lt1"/>
              </a:buClr>
              <a:buSzPts val="1800"/>
              <a:buChar char="•"/>
              <a:defRPr/>
            </a:lvl6pPr>
            <a:lvl7pPr marL="3200400" lvl="6" indent="-342900" algn="l">
              <a:spcBef>
                <a:spcPts val="360"/>
              </a:spcBef>
              <a:spcAft>
                <a:spcPts val="0"/>
              </a:spcAft>
              <a:buClr>
                <a:schemeClr val="lt1"/>
              </a:buClr>
              <a:buSzPts val="1800"/>
              <a:buChar char="•"/>
              <a:defRPr/>
            </a:lvl7pPr>
            <a:lvl8pPr marL="3657600" lvl="7" indent="-342900" algn="l">
              <a:spcBef>
                <a:spcPts val="360"/>
              </a:spcBef>
              <a:spcAft>
                <a:spcPts val="0"/>
              </a:spcAft>
              <a:buClr>
                <a:schemeClr val="lt1"/>
              </a:buClr>
              <a:buSzPts val="1800"/>
              <a:buChar char="•"/>
              <a:defRPr/>
            </a:lvl8pPr>
            <a:lvl9pPr marL="4114800" lvl="8" indent="-342900" algn="l">
              <a:spcBef>
                <a:spcPts val="360"/>
              </a:spcBef>
              <a:spcAft>
                <a:spcPts val="0"/>
              </a:spcAft>
              <a:buClr>
                <a:schemeClr val="lt1"/>
              </a:buClr>
              <a:buSzPts val="1800"/>
              <a:buChar char="•"/>
              <a:defRPr/>
            </a:lvl9pPr>
          </a:lstStyle>
          <a:p>
            <a:endParaRPr/>
          </a:p>
        </p:txBody>
      </p:sp>
    </p:spTree>
  </p:cSld>
  <p:clrMapOvr>
    <a:masterClrMapping/>
  </p:clrMapOvr>
  <p:transition>
    <p:fade/>
  </p:transition>
  <p:extLst>
    <p:ext uri="{DCECCB84-F9BA-43D5-87BE-67443E8EF086}">
      <p15:sldGuideLst xmlns:p15="http://schemas.microsoft.com/office/powerpoint/2012/main">
        <p15:guide id="1" pos="2744">
          <p15:clr>
            <a:srgbClr val="5ACBF0"/>
          </p15:clr>
        </p15:guide>
        <p15:guide id="2" orient="horz" pos="2160">
          <p15:clr>
            <a:srgbClr val="5ACBF0"/>
          </p15:clr>
        </p15:guide>
        <p15:guide id="3" pos="2376">
          <p15:clr>
            <a:srgbClr val="5ACBF0"/>
          </p15:clr>
        </p15:guide>
        <p15:guide id="4" pos="3113">
          <p15:clr>
            <a:srgbClr val="5ACBF0"/>
          </p15:clr>
        </p15:guide>
      </p15:sldGuideLst>
    </p:ext>
  </p:extLst>
</p:sldLayout>
</file>

<file path=ppt/slideLayouts/slideLayout86.xml><?xml version="1.0" encoding="utf-8"?>
<p:sldLayout xmlns:a="http://schemas.openxmlformats.org/drawingml/2006/main" xmlns:r="http://schemas.openxmlformats.org/officeDocument/2006/relationships" xmlns:p="http://schemas.openxmlformats.org/presentationml/2006/main" matchingName="1_Large Number Divider 1">
  <p:cSld name="1_Large Number Divider 1">
    <p:bg>
      <p:bgPr>
        <a:solidFill>
          <a:schemeClr val="dk2"/>
        </a:solidFill>
        <a:effectLst/>
      </p:bgPr>
    </p:bg>
    <p:spTree>
      <p:nvGrpSpPr>
        <p:cNvPr id="1" name="Shape 749"/>
        <p:cNvGrpSpPr/>
        <p:nvPr/>
      </p:nvGrpSpPr>
      <p:grpSpPr>
        <a:xfrm>
          <a:off x="0" y="0"/>
          <a:ext cx="0" cy="0"/>
          <a:chOff x="0" y="0"/>
          <a:chExt cx="0" cy="0"/>
        </a:xfrm>
      </p:grpSpPr>
      <p:sp>
        <p:nvSpPr>
          <p:cNvPr id="750" name="Google Shape;750;p87"/>
          <p:cNvSpPr txBox="1"/>
          <p:nvPr/>
        </p:nvSpPr>
        <p:spPr>
          <a:xfrm>
            <a:off x="12355721" y="-203944"/>
            <a:ext cx="577081" cy="153888"/>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00">
                <a:solidFill>
                  <a:srgbClr val="A3A3A3"/>
                </a:solidFill>
                <a:latin typeface="Quattrocento Sans"/>
                <a:ea typeface="Quattrocento Sans"/>
                <a:cs typeface="Quattrocento Sans"/>
                <a:sym typeface="Quattrocento Sans"/>
              </a:rPr>
              <a:t>ELT layout</a:t>
            </a:r>
            <a:endParaRPr/>
          </a:p>
        </p:txBody>
      </p:sp>
      <p:sp>
        <p:nvSpPr>
          <p:cNvPr id="751" name="Google Shape;751;p87"/>
          <p:cNvSpPr txBox="1"/>
          <p:nvPr/>
        </p:nvSpPr>
        <p:spPr>
          <a:xfrm>
            <a:off x="0" y="680483"/>
            <a:ext cx="4356100" cy="6177517"/>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50000" b="1" i="0">
                <a:solidFill>
                  <a:schemeClr val="accent1"/>
                </a:solidFill>
                <a:latin typeface="Quattrocento Sans"/>
                <a:ea typeface="Quattrocento Sans"/>
                <a:cs typeface="Quattrocento Sans"/>
                <a:sym typeface="Quattrocento Sans"/>
              </a:rPr>
              <a:t>2</a:t>
            </a:r>
            <a:endParaRPr/>
          </a:p>
        </p:txBody>
      </p:sp>
      <p:sp>
        <p:nvSpPr>
          <p:cNvPr id="752" name="Google Shape;752;p87"/>
          <p:cNvSpPr txBox="1">
            <a:spLocks noGrp="1"/>
          </p:cNvSpPr>
          <p:nvPr>
            <p:ph type="body" idx="1"/>
          </p:nvPr>
        </p:nvSpPr>
        <p:spPr>
          <a:xfrm>
            <a:off x="4941888" y="1307806"/>
            <a:ext cx="6667500" cy="2121194"/>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480"/>
              </a:spcBef>
              <a:spcAft>
                <a:spcPts val="0"/>
              </a:spcAft>
              <a:buClr>
                <a:schemeClr val="lt1"/>
              </a:buClr>
              <a:buSzPts val="2160"/>
              <a:buFont typeface="Noto Sans Symbols"/>
              <a:buNone/>
              <a:defRPr sz="2400">
                <a:solidFill>
                  <a:schemeClr val="lt1"/>
                </a:solidFill>
              </a:defRPr>
            </a:lvl1pPr>
            <a:lvl2pPr marL="914400" lvl="1" indent="-331469" algn="l">
              <a:lnSpc>
                <a:spcPct val="100000"/>
              </a:lnSpc>
              <a:spcBef>
                <a:spcPts val="600"/>
              </a:spcBef>
              <a:spcAft>
                <a:spcPts val="0"/>
              </a:spcAft>
              <a:buClr>
                <a:schemeClr val="lt1"/>
              </a:buClr>
              <a:buSzPts val="1620"/>
              <a:buChar char="·"/>
              <a:defRPr/>
            </a:lvl2pPr>
            <a:lvl3pPr marL="1371600" lvl="2" indent="-331469" algn="l">
              <a:lnSpc>
                <a:spcPct val="100000"/>
              </a:lnSpc>
              <a:spcBef>
                <a:spcPts val="360"/>
              </a:spcBef>
              <a:spcAft>
                <a:spcPts val="0"/>
              </a:spcAft>
              <a:buClr>
                <a:schemeClr val="lt1"/>
              </a:buClr>
              <a:buSzPts val="1620"/>
              <a:buChar char="·"/>
              <a:defRPr/>
            </a:lvl3pPr>
            <a:lvl4pPr marL="1828800" lvl="3" indent="-331469" algn="l">
              <a:lnSpc>
                <a:spcPct val="100000"/>
              </a:lnSpc>
              <a:spcBef>
                <a:spcPts val="360"/>
              </a:spcBef>
              <a:spcAft>
                <a:spcPts val="0"/>
              </a:spcAft>
              <a:buClr>
                <a:schemeClr val="lt1"/>
              </a:buClr>
              <a:buSzPts val="1620"/>
              <a:buChar char="·"/>
              <a:defRPr/>
            </a:lvl4pPr>
            <a:lvl5pPr marL="2286000" lvl="4" indent="-331470" algn="l">
              <a:lnSpc>
                <a:spcPct val="100000"/>
              </a:lnSpc>
              <a:spcBef>
                <a:spcPts val="360"/>
              </a:spcBef>
              <a:spcAft>
                <a:spcPts val="0"/>
              </a:spcAft>
              <a:buClr>
                <a:schemeClr val="lt1"/>
              </a:buClr>
              <a:buSzPts val="1620"/>
              <a:buChar char="·"/>
              <a:defRPr/>
            </a:lvl5pPr>
            <a:lvl6pPr marL="2743200" lvl="5" indent="-342900" algn="l">
              <a:spcBef>
                <a:spcPts val="360"/>
              </a:spcBef>
              <a:spcAft>
                <a:spcPts val="0"/>
              </a:spcAft>
              <a:buClr>
                <a:schemeClr val="lt1"/>
              </a:buClr>
              <a:buSzPts val="1800"/>
              <a:buChar char="•"/>
              <a:defRPr/>
            </a:lvl6pPr>
            <a:lvl7pPr marL="3200400" lvl="6" indent="-342900" algn="l">
              <a:spcBef>
                <a:spcPts val="360"/>
              </a:spcBef>
              <a:spcAft>
                <a:spcPts val="0"/>
              </a:spcAft>
              <a:buClr>
                <a:schemeClr val="lt1"/>
              </a:buClr>
              <a:buSzPts val="1800"/>
              <a:buChar char="•"/>
              <a:defRPr/>
            </a:lvl7pPr>
            <a:lvl8pPr marL="3657600" lvl="7" indent="-342900" algn="l">
              <a:spcBef>
                <a:spcPts val="360"/>
              </a:spcBef>
              <a:spcAft>
                <a:spcPts val="0"/>
              </a:spcAft>
              <a:buClr>
                <a:schemeClr val="lt1"/>
              </a:buClr>
              <a:buSzPts val="1800"/>
              <a:buChar char="•"/>
              <a:defRPr/>
            </a:lvl8pPr>
            <a:lvl9pPr marL="4114800" lvl="8" indent="-342900" algn="l">
              <a:spcBef>
                <a:spcPts val="360"/>
              </a:spcBef>
              <a:spcAft>
                <a:spcPts val="0"/>
              </a:spcAft>
              <a:buClr>
                <a:schemeClr val="lt1"/>
              </a:buClr>
              <a:buSzPts val="1800"/>
              <a:buChar char="•"/>
              <a:defRPr/>
            </a:lvl9pPr>
          </a:lstStyle>
          <a:p>
            <a:endParaRPr/>
          </a:p>
        </p:txBody>
      </p:sp>
      <p:sp>
        <p:nvSpPr>
          <p:cNvPr id="753" name="Google Shape;753;p87"/>
          <p:cNvSpPr txBox="1">
            <a:spLocks noGrp="1"/>
          </p:cNvSpPr>
          <p:nvPr>
            <p:ph type="title"/>
          </p:nvPr>
        </p:nvSpPr>
        <p:spPr>
          <a:xfrm>
            <a:off x="4941888" y="585788"/>
            <a:ext cx="6667230" cy="714094"/>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lt1"/>
              </a:buClr>
              <a:buSzPts val="3600"/>
              <a:buFont typeface="Quattrocento Sans"/>
              <a:buNone/>
              <a:defRPr sz="3600" b="0" cap="none">
                <a:solidFill>
                  <a:schemeClr val="lt1"/>
                </a:solidFill>
                <a:latin typeface="Quattrocento Sans"/>
                <a:ea typeface="Quattrocento Sans"/>
                <a:cs typeface="Quattrocento Sans"/>
                <a:sym typeface="Quattrocento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transition>
    <p:fade/>
  </p:transition>
  <p:extLst>
    <p:ext uri="{DCECCB84-F9BA-43D5-87BE-67443E8EF086}">
      <p15:sldGuideLst xmlns:p15="http://schemas.microsoft.com/office/powerpoint/2012/main">
        <p15:guide id="1" pos="2744">
          <p15:clr>
            <a:srgbClr val="5ACBF0"/>
          </p15:clr>
        </p15:guide>
        <p15:guide id="2" orient="horz" pos="2160">
          <p15:clr>
            <a:srgbClr val="5ACBF0"/>
          </p15:clr>
        </p15:guide>
        <p15:guide id="3" pos="2376">
          <p15:clr>
            <a:srgbClr val="5ACBF0"/>
          </p15:clr>
        </p15:guide>
        <p15:guide id="4" pos="3113">
          <p15:clr>
            <a:srgbClr val="5ACBF0"/>
          </p15:clr>
        </p15:guide>
      </p15:sldGuideLst>
    </p:ext>
  </p:extLst>
</p:sldLayout>
</file>

<file path=ppt/slideLayouts/slideLayout87.xml><?xml version="1.0" encoding="utf-8"?>
<p:sldLayout xmlns:a="http://schemas.openxmlformats.org/drawingml/2006/main" xmlns:r="http://schemas.openxmlformats.org/officeDocument/2006/relationships" xmlns:p="http://schemas.openxmlformats.org/presentationml/2006/main" matchingName="2_Large Number Divider 1">
  <p:cSld name="2_Large Number Divider 1">
    <p:bg>
      <p:bgPr>
        <a:solidFill>
          <a:schemeClr val="dk2"/>
        </a:solidFill>
        <a:effectLst/>
      </p:bgPr>
    </p:bg>
    <p:spTree>
      <p:nvGrpSpPr>
        <p:cNvPr id="1" name="Shape 754"/>
        <p:cNvGrpSpPr/>
        <p:nvPr/>
      </p:nvGrpSpPr>
      <p:grpSpPr>
        <a:xfrm>
          <a:off x="0" y="0"/>
          <a:ext cx="0" cy="0"/>
          <a:chOff x="0" y="0"/>
          <a:chExt cx="0" cy="0"/>
        </a:xfrm>
      </p:grpSpPr>
      <p:sp>
        <p:nvSpPr>
          <p:cNvPr id="755" name="Google Shape;755;p88"/>
          <p:cNvSpPr txBox="1"/>
          <p:nvPr/>
        </p:nvSpPr>
        <p:spPr>
          <a:xfrm>
            <a:off x="12355721" y="-203944"/>
            <a:ext cx="577081" cy="153888"/>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00">
                <a:solidFill>
                  <a:srgbClr val="A3A3A3"/>
                </a:solidFill>
                <a:latin typeface="Quattrocento Sans"/>
                <a:ea typeface="Quattrocento Sans"/>
                <a:cs typeface="Quattrocento Sans"/>
                <a:sym typeface="Quattrocento Sans"/>
              </a:rPr>
              <a:t>ELT layout</a:t>
            </a:r>
            <a:endParaRPr/>
          </a:p>
        </p:txBody>
      </p:sp>
      <p:sp>
        <p:nvSpPr>
          <p:cNvPr id="756" name="Google Shape;756;p88"/>
          <p:cNvSpPr txBox="1"/>
          <p:nvPr/>
        </p:nvSpPr>
        <p:spPr>
          <a:xfrm>
            <a:off x="0" y="680484"/>
            <a:ext cx="4356100" cy="6177516"/>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50000" b="1" i="0">
                <a:solidFill>
                  <a:schemeClr val="accent1"/>
                </a:solidFill>
                <a:latin typeface="Quattrocento Sans"/>
                <a:ea typeface="Quattrocento Sans"/>
                <a:cs typeface="Quattrocento Sans"/>
                <a:sym typeface="Quattrocento Sans"/>
              </a:rPr>
              <a:t>3</a:t>
            </a:r>
            <a:endParaRPr/>
          </a:p>
        </p:txBody>
      </p:sp>
      <p:sp>
        <p:nvSpPr>
          <p:cNvPr id="757" name="Google Shape;757;p88"/>
          <p:cNvSpPr txBox="1">
            <a:spLocks noGrp="1"/>
          </p:cNvSpPr>
          <p:nvPr>
            <p:ph type="body" idx="1"/>
          </p:nvPr>
        </p:nvSpPr>
        <p:spPr>
          <a:xfrm>
            <a:off x="4941888" y="1307806"/>
            <a:ext cx="6667500" cy="2121194"/>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480"/>
              </a:spcBef>
              <a:spcAft>
                <a:spcPts val="0"/>
              </a:spcAft>
              <a:buClr>
                <a:schemeClr val="lt1"/>
              </a:buClr>
              <a:buSzPts val="2160"/>
              <a:buFont typeface="Noto Sans Symbols"/>
              <a:buNone/>
              <a:defRPr sz="2400">
                <a:solidFill>
                  <a:schemeClr val="lt1"/>
                </a:solidFill>
              </a:defRPr>
            </a:lvl1pPr>
            <a:lvl2pPr marL="914400" lvl="1" indent="-331469" algn="l">
              <a:lnSpc>
                <a:spcPct val="100000"/>
              </a:lnSpc>
              <a:spcBef>
                <a:spcPts val="600"/>
              </a:spcBef>
              <a:spcAft>
                <a:spcPts val="0"/>
              </a:spcAft>
              <a:buClr>
                <a:schemeClr val="lt1"/>
              </a:buClr>
              <a:buSzPts val="1620"/>
              <a:buChar char="·"/>
              <a:defRPr/>
            </a:lvl2pPr>
            <a:lvl3pPr marL="1371600" lvl="2" indent="-331469" algn="l">
              <a:lnSpc>
                <a:spcPct val="100000"/>
              </a:lnSpc>
              <a:spcBef>
                <a:spcPts val="360"/>
              </a:spcBef>
              <a:spcAft>
                <a:spcPts val="0"/>
              </a:spcAft>
              <a:buClr>
                <a:schemeClr val="lt1"/>
              </a:buClr>
              <a:buSzPts val="1620"/>
              <a:buChar char="·"/>
              <a:defRPr/>
            </a:lvl3pPr>
            <a:lvl4pPr marL="1828800" lvl="3" indent="-331469" algn="l">
              <a:lnSpc>
                <a:spcPct val="100000"/>
              </a:lnSpc>
              <a:spcBef>
                <a:spcPts val="360"/>
              </a:spcBef>
              <a:spcAft>
                <a:spcPts val="0"/>
              </a:spcAft>
              <a:buClr>
                <a:schemeClr val="lt1"/>
              </a:buClr>
              <a:buSzPts val="1620"/>
              <a:buChar char="·"/>
              <a:defRPr/>
            </a:lvl4pPr>
            <a:lvl5pPr marL="2286000" lvl="4" indent="-331470" algn="l">
              <a:lnSpc>
                <a:spcPct val="100000"/>
              </a:lnSpc>
              <a:spcBef>
                <a:spcPts val="360"/>
              </a:spcBef>
              <a:spcAft>
                <a:spcPts val="0"/>
              </a:spcAft>
              <a:buClr>
                <a:schemeClr val="lt1"/>
              </a:buClr>
              <a:buSzPts val="1620"/>
              <a:buChar char="·"/>
              <a:defRPr/>
            </a:lvl5pPr>
            <a:lvl6pPr marL="2743200" lvl="5" indent="-342900" algn="l">
              <a:spcBef>
                <a:spcPts val="360"/>
              </a:spcBef>
              <a:spcAft>
                <a:spcPts val="0"/>
              </a:spcAft>
              <a:buClr>
                <a:schemeClr val="lt1"/>
              </a:buClr>
              <a:buSzPts val="1800"/>
              <a:buChar char="•"/>
              <a:defRPr/>
            </a:lvl6pPr>
            <a:lvl7pPr marL="3200400" lvl="6" indent="-342900" algn="l">
              <a:spcBef>
                <a:spcPts val="360"/>
              </a:spcBef>
              <a:spcAft>
                <a:spcPts val="0"/>
              </a:spcAft>
              <a:buClr>
                <a:schemeClr val="lt1"/>
              </a:buClr>
              <a:buSzPts val="1800"/>
              <a:buChar char="•"/>
              <a:defRPr/>
            </a:lvl7pPr>
            <a:lvl8pPr marL="3657600" lvl="7" indent="-342900" algn="l">
              <a:spcBef>
                <a:spcPts val="360"/>
              </a:spcBef>
              <a:spcAft>
                <a:spcPts val="0"/>
              </a:spcAft>
              <a:buClr>
                <a:schemeClr val="lt1"/>
              </a:buClr>
              <a:buSzPts val="1800"/>
              <a:buChar char="•"/>
              <a:defRPr/>
            </a:lvl8pPr>
            <a:lvl9pPr marL="4114800" lvl="8" indent="-342900" algn="l">
              <a:spcBef>
                <a:spcPts val="360"/>
              </a:spcBef>
              <a:spcAft>
                <a:spcPts val="0"/>
              </a:spcAft>
              <a:buClr>
                <a:schemeClr val="lt1"/>
              </a:buClr>
              <a:buSzPts val="1800"/>
              <a:buChar char="•"/>
              <a:defRPr/>
            </a:lvl9pPr>
          </a:lstStyle>
          <a:p>
            <a:endParaRPr/>
          </a:p>
        </p:txBody>
      </p:sp>
      <p:sp>
        <p:nvSpPr>
          <p:cNvPr id="758" name="Google Shape;758;p88"/>
          <p:cNvSpPr txBox="1">
            <a:spLocks noGrp="1"/>
          </p:cNvSpPr>
          <p:nvPr>
            <p:ph type="title"/>
          </p:nvPr>
        </p:nvSpPr>
        <p:spPr>
          <a:xfrm>
            <a:off x="4941888" y="585788"/>
            <a:ext cx="6667230" cy="714094"/>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lt1"/>
              </a:buClr>
              <a:buSzPts val="3600"/>
              <a:buFont typeface="Quattrocento Sans"/>
              <a:buNone/>
              <a:defRPr sz="3600" b="0" cap="none">
                <a:solidFill>
                  <a:schemeClr val="lt1"/>
                </a:solidFill>
                <a:latin typeface="Quattrocento Sans"/>
                <a:ea typeface="Quattrocento Sans"/>
                <a:cs typeface="Quattrocento Sans"/>
                <a:sym typeface="Quattrocento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transition>
    <p:fade/>
  </p:transition>
  <p:extLst>
    <p:ext uri="{DCECCB84-F9BA-43D5-87BE-67443E8EF086}">
      <p15:sldGuideLst xmlns:p15="http://schemas.microsoft.com/office/powerpoint/2012/main">
        <p15:guide id="1" pos="2744">
          <p15:clr>
            <a:srgbClr val="5ACBF0"/>
          </p15:clr>
        </p15:guide>
        <p15:guide id="2" orient="horz" pos="2160">
          <p15:clr>
            <a:srgbClr val="5ACBF0"/>
          </p15:clr>
        </p15:guide>
        <p15:guide id="3" pos="2376">
          <p15:clr>
            <a:srgbClr val="5ACBF0"/>
          </p15:clr>
        </p15:guide>
        <p15:guide id="4" pos="3113">
          <p15:clr>
            <a:srgbClr val="5ACBF0"/>
          </p15:clr>
        </p15:guide>
      </p15:sldGuideLst>
    </p:ext>
  </p:extLst>
</p:sldLayout>
</file>

<file path=ppt/slideLayouts/slideLayout88.xml><?xml version="1.0" encoding="utf-8"?>
<p:sldLayout xmlns:a="http://schemas.openxmlformats.org/drawingml/2006/main" xmlns:r="http://schemas.openxmlformats.org/officeDocument/2006/relationships" xmlns:p="http://schemas.openxmlformats.org/presentationml/2006/main" matchingName="3_Large Number Divider 1">
  <p:cSld name="3_Large Number Divider 1">
    <p:bg>
      <p:bgPr>
        <a:solidFill>
          <a:schemeClr val="dk2"/>
        </a:solidFill>
        <a:effectLst/>
      </p:bgPr>
    </p:bg>
    <p:spTree>
      <p:nvGrpSpPr>
        <p:cNvPr id="1" name="Shape 759"/>
        <p:cNvGrpSpPr/>
        <p:nvPr/>
      </p:nvGrpSpPr>
      <p:grpSpPr>
        <a:xfrm>
          <a:off x="0" y="0"/>
          <a:ext cx="0" cy="0"/>
          <a:chOff x="0" y="0"/>
          <a:chExt cx="0" cy="0"/>
        </a:xfrm>
      </p:grpSpPr>
      <p:sp>
        <p:nvSpPr>
          <p:cNvPr id="760" name="Google Shape;760;p89"/>
          <p:cNvSpPr txBox="1"/>
          <p:nvPr/>
        </p:nvSpPr>
        <p:spPr>
          <a:xfrm>
            <a:off x="12355721" y="-203944"/>
            <a:ext cx="577081" cy="153888"/>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00">
                <a:solidFill>
                  <a:srgbClr val="A3A3A3"/>
                </a:solidFill>
                <a:latin typeface="Quattrocento Sans"/>
                <a:ea typeface="Quattrocento Sans"/>
                <a:cs typeface="Quattrocento Sans"/>
                <a:sym typeface="Quattrocento Sans"/>
              </a:rPr>
              <a:t>ELT layout</a:t>
            </a:r>
            <a:endParaRPr/>
          </a:p>
        </p:txBody>
      </p:sp>
      <p:sp>
        <p:nvSpPr>
          <p:cNvPr id="761" name="Google Shape;761;p89"/>
          <p:cNvSpPr txBox="1"/>
          <p:nvPr/>
        </p:nvSpPr>
        <p:spPr>
          <a:xfrm>
            <a:off x="0" y="680484"/>
            <a:ext cx="4356100" cy="6177516"/>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50000" b="1" i="0">
                <a:solidFill>
                  <a:schemeClr val="accent1"/>
                </a:solidFill>
                <a:latin typeface="Quattrocento Sans"/>
                <a:ea typeface="Quattrocento Sans"/>
                <a:cs typeface="Quattrocento Sans"/>
                <a:sym typeface="Quattrocento Sans"/>
              </a:rPr>
              <a:t>4</a:t>
            </a:r>
            <a:endParaRPr/>
          </a:p>
        </p:txBody>
      </p:sp>
      <p:sp>
        <p:nvSpPr>
          <p:cNvPr id="762" name="Google Shape;762;p89"/>
          <p:cNvSpPr txBox="1">
            <a:spLocks noGrp="1"/>
          </p:cNvSpPr>
          <p:nvPr>
            <p:ph type="body" idx="1"/>
          </p:nvPr>
        </p:nvSpPr>
        <p:spPr>
          <a:xfrm>
            <a:off x="4941888" y="1307806"/>
            <a:ext cx="6667500" cy="2121194"/>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480"/>
              </a:spcBef>
              <a:spcAft>
                <a:spcPts val="0"/>
              </a:spcAft>
              <a:buClr>
                <a:schemeClr val="lt1"/>
              </a:buClr>
              <a:buSzPts val="2160"/>
              <a:buFont typeface="Noto Sans Symbols"/>
              <a:buNone/>
              <a:defRPr sz="2400">
                <a:solidFill>
                  <a:schemeClr val="lt1"/>
                </a:solidFill>
              </a:defRPr>
            </a:lvl1pPr>
            <a:lvl2pPr marL="914400" lvl="1" indent="-331469" algn="l">
              <a:lnSpc>
                <a:spcPct val="100000"/>
              </a:lnSpc>
              <a:spcBef>
                <a:spcPts val="600"/>
              </a:spcBef>
              <a:spcAft>
                <a:spcPts val="0"/>
              </a:spcAft>
              <a:buClr>
                <a:schemeClr val="lt1"/>
              </a:buClr>
              <a:buSzPts val="1620"/>
              <a:buChar char="·"/>
              <a:defRPr/>
            </a:lvl2pPr>
            <a:lvl3pPr marL="1371600" lvl="2" indent="-331469" algn="l">
              <a:lnSpc>
                <a:spcPct val="100000"/>
              </a:lnSpc>
              <a:spcBef>
                <a:spcPts val="360"/>
              </a:spcBef>
              <a:spcAft>
                <a:spcPts val="0"/>
              </a:spcAft>
              <a:buClr>
                <a:schemeClr val="lt1"/>
              </a:buClr>
              <a:buSzPts val="1620"/>
              <a:buChar char="·"/>
              <a:defRPr/>
            </a:lvl3pPr>
            <a:lvl4pPr marL="1828800" lvl="3" indent="-331469" algn="l">
              <a:lnSpc>
                <a:spcPct val="100000"/>
              </a:lnSpc>
              <a:spcBef>
                <a:spcPts val="360"/>
              </a:spcBef>
              <a:spcAft>
                <a:spcPts val="0"/>
              </a:spcAft>
              <a:buClr>
                <a:schemeClr val="lt1"/>
              </a:buClr>
              <a:buSzPts val="1620"/>
              <a:buChar char="·"/>
              <a:defRPr/>
            </a:lvl4pPr>
            <a:lvl5pPr marL="2286000" lvl="4" indent="-331470" algn="l">
              <a:lnSpc>
                <a:spcPct val="100000"/>
              </a:lnSpc>
              <a:spcBef>
                <a:spcPts val="360"/>
              </a:spcBef>
              <a:spcAft>
                <a:spcPts val="0"/>
              </a:spcAft>
              <a:buClr>
                <a:schemeClr val="lt1"/>
              </a:buClr>
              <a:buSzPts val="1620"/>
              <a:buChar char="·"/>
              <a:defRPr/>
            </a:lvl5pPr>
            <a:lvl6pPr marL="2743200" lvl="5" indent="-342900" algn="l">
              <a:spcBef>
                <a:spcPts val="360"/>
              </a:spcBef>
              <a:spcAft>
                <a:spcPts val="0"/>
              </a:spcAft>
              <a:buClr>
                <a:schemeClr val="lt1"/>
              </a:buClr>
              <a:buSzPts val="1800"/>
              <a:buChar char="•"/>
              <a:defRPr/>
            </a:lvl6pPr>
            <a:lvl7pPr marL="3200400" lvl="6" indent="-342900" algn="l">
              <a:spcBef>
                <a:spcPts val="360"/>
              </a:spcBef>
              <a:spcAft>
                <a:spcPts val="0"/>
              </a:spcAft>
              <a:buClr>
                <a:schemeClr val="lt1"/>
              </a:buClr>
              <a:buSzPts val="1800"/>
              <a:buChar char="•"/>
              <a:defRPr/>
            </a:lvl7pPr>
            <a:lvl8pPr marL="3657600" lvl="7" indent="-342900" algn="l">
              <a:spcBef>
                <a:spcPts val="360"/>
              </a:spcBef>
              <a:spcAft>
                <a:spcPts val="0"/>
              </a:spcAft>
              <a:buClr>
                <a:schemeClr val="lt1"/>
              </a:buClr>
              <a:buSzPts val="1800"/>
              <a:buChar char="•"/>
              <a:defRPr/>
            </a:lvl8pPr>
            <a:lvl9pPr marL="4114800" lvl="8" indent="-342900" algn="l">
              <a:spcBef>
                <a:spcPts val="360"/>
              </a:spcBef>
              <a:spcAft>
                <a:spcPts val="0"/>
              </a:spcAft>
              <a:buClr>
                <a:schemeClr val="lt1"/>
              </a:buClr>
              <a:buSzPts val="1800"/>
              <a:buChar char="•"/>
              <a:defRPr/>
            </a:lvl9pPr>
          </a:lstStyle>
          <a:p>
            <a:endParaRPr/>
          </a:p>
        </p:txBody>
      </p:sp>
      <p:sp>
        <p:nvSpPr>
          <p:cNvPr id="763" name="Google Shape;763;p89"/>
          <p:cNvSpPr txBox="1">
            <a:spLocks noGrp="1"/>
          </p:cNvSpPr>
          <p:nvPr>
            <p:ph type="title"/>
          </p:nvPr>
        </p:nvSpPr>
        <p:spPr>
          <a:xfrm>
            <a:off x="4941888" y="585788"/>
            <a:ext cx="6667230" cy="714094"/>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lt1"/>
              </a:buClr>
              <a:buSzPts val="3600"/>
              <a:buFont typeface="Quattrocento Sans"/>
              <a:buNone/>
              <a:defRPr sz="3600" b="0" cap="none">
                <a:solidFill>
                  <a:schemeClr val="lt1"/>
                </a:solidFill>
                <a:latin typeface="Quattrocento Sans"/>
                <a:ea typeface="Quattrocento Sans"/>
                <a:cs typeface="Quattrocento Sans"/>
                <a:sym typeface="Quattrocento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transition>
    <p:fade/>
  </p:transition>
  <p:extLst>
    <p:ext uri="{DCECCB84-F9BA-43D5-87BE-67443E8EF086}">
      <p15:sldGuideLst xmlns:p15="http://schemas.microsoft.com/office/powerpoint/2012/main">
        <p15:guide id="1" pos="2744">
          <p15:clr>
            <a:srgbClr val="5ACBF0"/>
          </p15:clr>
        </p15:guide>
        <p15:guide id="2" orient="horz" pos="2160">
          <p15:clr>
            <a:srgbClr val="5ACBF0"/>
          </p15:clr>
        </p15:guide>
        <p15:guide id="3" pos="2376">
          <p15:clr>
            <a:srgbClr val="5ACBF0"/>
          </p15:clr>
        </p15:guide>
        <p15:guide id="4" pos="3113">
          <p15:clr>
            <a:srgbClr val="5ACBF0"/>
          </p15:clr>
        </p15:guide>
      </p15:sldGuideLst>
    </p:ext>
  </p:extLst>
</p:sldLayout>
</file>

<file path=ppt/slideLayouts/slideLayout89.xml><?xml version="1.0" encoding="utf-8"?>
<p:sldLayout xmlns:a="http://schemas.openxmlformats.org/drawingml/2006/main" xmlns:r="http://schemas.openxmlformats.org/officeDocument/2006/relationships" xmlns:p="http://schemas.openxmlformats.org/presentationml/2006/main" matchingName="4_Large Number Divider 1">
  <p:cSld name="4_Large Number Divider 1">
    <p:bg>
      <p:bgPr>
        <a:solidFill>
          <a:schemeClr val="dk2"/>
        </a:solidFill>
        <a:effectLst/>
      </p:bgPr>
    </p:bg>
    <p:spTree>
      <p:nvGrpSpPr>
        <p:cNvPr id="1" name="Shape 764"/>
        <p:cNvGrpSpPr/>
        <p:nvPr/>
      </p:nvGrpSpPr>
      <p:grpSpPr>
        <a:xfrm>
          <a:off x="0" y="0"/>
          <a:ext cx="0" cy="0"/>
          <a:chOff x="0" y="0"/>
          <a:chExt cx="0" cy="0"/>
        </a:xfrm>
      </p:grpSpPr>
      <p:sp>
        <p:nvSpPr>
          <p:cNvPr id="765" name="Google Shape;765;p90"/>
          <p:cNvSpPr txBox="1"/>
          <p:nvPr/>
        </p:nvSpPr>
        <p:spPr>
          <a:xfrm>
            <a:off x="12355721" y="-203944"/>
            <a:ext cx="577081" cy="153888"/>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00">
                <a:solidFill>
                  <a:srgbClr val="A3A3A3"/>
                </a:solidFill>
                <a:latin typeface="Quattrocento Sans"/>
                <a:ea typeface="Quattrocento Sans"/>
                <a:cs typeface="Quattrocento Sans"/>
                <a:sym typeface="Quattrocento Sans"/>
              </a:rPr>
              <a:t>ELT layout</a:t>
            </a:r>
            <a:endParaRPr/>
          </a:p>
        </p:txBody>
      </p:sp>
      <p:sp>
        <p:nvSpPr>
          <p:cNvPr id="766" name="Google Shape;766;p90"/>
          <p:cNvSpPr txBox="1"/>
          <p:nvPr/>
        </p:nvSpPr>
        <p:spPr>
          <a:xfrm>
            <a:off x="0" y="680484"/>
            <a:ext cx="4356100" cy="6177516"/>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50000" b="1" i="0">
                <a:solidFill>
                  <a:schemeClr val="accent1"/>
                </a:solidFill>
                <a:latin typeface="Quattrocento Sans"/>
                <a:ea typeface="Quattrocento Sans"/>
                <a:cs typeface="Quattrocento Sans"/>
                <a:sym typeface="Quattrocento Sans"/>
              </a:rPr>
              <a:t>5</a:t>
            </a:r>
            <a:endParaRPr/>
          </a:p>
        </p:txBody>
      </p:sp>
      <p:sp>
        <p:nvSpPr>
          <p:cNvPr id="767" name="Google Shape;767;p90"/>
          <p:cNvSpPr txBox="1">
            <a:spLocks noGrp="1"/>
          </p:cNvSpPr>
          <p:nvPr>
            <p:ph type="body" idx="1"/>
          </p:nvPr>
        </p:nvSpPr>
        <p:spPr>
          <a:xfrm>
            <a:off x="4941888" y="1307806"/>
            <a:ext cx="6667500" cy="2121194"/>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480"/>
              </a:spcBef>
              <a:spcAft>
                <a:spcPts val="0"/>
              </a:spcAft>
              <a:buClr>
                <a:schemeClr val="lt1"/>
              </a:buClr>
              <a:buSzPts val="2160"/>
              <a:buFont typeface="Noto Sans Symbols"/>
              <a:buNone/>
              <a:defRPr sz="2400">
                <a:solidFill>
                  <a:schemeClr val="lt1"/>
                </a:solidFill>
              </a:defRPr>
            </a:lvl1pPr>
            <a:lvl2pPr marL="914400" lvl="1" indent="-331469" algn="l">
              <a:lnSpc>
                <a:spcPct val="100000"/>
              </a:lnSpc>
              <a:spcBef>
                <a:spcPts val="600"/>
              </a:spcBef>
              <a:spcAft>
                <a:spcPts val="0"/>
              </a:spcAft>
              <a:buClr>
                <a:schemeClr val="lt1"/>
              </a:buClr>
              <a:buSzPts val="1620"/>
              <a:buChar char="·"/>
              <a:defRPr/>
            </a:lvl2pPr>
            <a:lvl3pPr marL="1371600" lvl="2" indent="-331469" algn="l">
              <a:lnSpc>
                <a:spcPct val="100000"/>
              </a:lnSpc>
              <a:spcBef>
                <a:spcPts val="360"/>
              </a:spcBef>
              <a:spcAft>
                <a:spcPts val="0"/>
              </a:spcAft>
              <a:buClr>
                <a:schemeClr val="lt1"/>
              </a:buClr>
              <a:buSzPts val="1620"/>
              <a:buChar char="·"/>
              <a:defRPr/>
            </a:lvl3pPr>
            <a:lvl4pPr marL="1828800" lvl="3" indent="-331469" algn="l">
              <a:lnSpc>
                <a:spcPct val="100000"/>
              </a:lnSpc>
              <a:spcBef>
                <a:spcPts val="360"/>
              </a:spcBef>
              <a:spcAft>
                <a:spcPts val="0"/>
              </a:spcAft>
              <a:buClr>
                <a:schemeClr val="lt1"/>
              </a:buClr>
              <a:buSzPts val="1620"/>
              <a:buChar char="·"/>
              <a:defRPr/>
            </a:lvl4pPr>
            <a:lvl5pPr marL="2286000" lvl="4" indent="-331470" algn="l">
              <a:lnSpc>
                <a:spcPct val="100000"/>
              </a:lnSpc>
              <a:spcBef>
                <a:spcPts val="360"/>
              </a:spcBef>
              <a:spcAft>
                <a:spcPts val="0"/>
              </a:spcAft>
              <a:buClr>
                <a:schemeClr val="lt1"/>
              </a:buClr>
              <a:buSzPts val="1620"/>
              <a:buChar char="·"/>
              <a:defRPr/>
            </a:lvl5pPr>
            <a:lvl6pPr marL="2743200" lvl="5" indent="-342900" algn="l">
              <a:spcBef>
                <a:spcPts val="360"/>
              </a:spcBef>
              <a:spcAft>
                <a:spcPts val="0"/>
              </a:spcAft>
              <a:buClr>
                <a:schemeClr val="lt1"/>
              </a:buClr>
              <a:buSzPts val="1800"/>
              <a:buChar char="•"/>
              <a:defRPr/>
            </a:lvl6pPr>
            <a:lvl7pPr marL="3200400" lvl="6" indent="-342900" algn="l">
              <a:spcBef>
                <a:spcPts val="360"/>
              </a:spcBef>
              <a:spcAft>
                <a:spcPts val="0"/>
              </a:spcAft>
              <a:buClr>
                <a:schemeClr val="lt1"/>
              </a:buClr>
              <a:buSzPts val="1800"/>
              <a:buChar char="•"/>
              <a:defRPr/>
            </a:lvl7pPr>
            <a:lvl8pPr marL="3657600" lvl="7" indent="-342900" algn="l">
              <a:spcBef>
                <a:spcPts val="360"/>
              </a:spcBef>
              <a:spcAft>
                <a:spcPts val="0"/>
              </a:spcAft>
              <a:buClr>
                <a:schemeClr val="lt1"/>
              </a:buClr>
              <a:buSzPts val="1800"/>
              <a:buChar char="•"/>
              <a:defRPr/>
            </a:lvl8pPr>
            <a:lvl9pPr marL="4114800" lvl="8" indent="-342900" algn="l">
              <a:spcBef>
                <a:spcPts val="360"/>
              </a:spcBef>
              <a:spcAft>
                <a:spcPts val="0"/>
              </a:spcAft>
              <a:buClr>
                <a:schemeClr val="lt1"/>
              </a:buClr>
              <a:buSzPts val="1800"/>
              <a:buChar char="•"/>
              <a:defRPr/>
            </a:lvl9pPr>
          </a:lstStyle>
          <a:p>
            <a:endParaRPr/>
          </a:p>
        </p:txBody>
      </p:sp>
      <p:sp>
        <p:nvSpPr>
          <p:cNvPr id="768" name="Google Shape;768;p90"/>
          <p:cNvSpPr txBox="1">
            <a:spLocks noGrp="1"/>
          </p:cNvSpPr>
          <p:nvPr>
            <p:ph type="title"/>
          </p:nvPr>
        </p:nvSpPr>
        <p:spPr>
          <a:xfrm>
            <a:off x="4941888" y="585788"/>
            <a:ext cx="6667230" cy="714094"/>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lt1"/>
              </a:buClr>
              <a:buSzPts val="3600"/>
              <a:buFont typeface="Quattrocento Sans"/>
              <a:buNone/>
              <a:defRPr sz="3600" b="0" cap="none">
                <a:solidFill>
                  <a:schemeClr val="lt1"/>
                </a:solidFill>
                <a:latin typeface="Quattrocento Sans"/>
                <a:ea typeface="Quattrocento Sans"/>
                <a:cs typeface="Quattrocento Sans"/>
                <a:sym typeface="Quattrocento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transition>
    <p:fade/>
  </p:transition>
  <p:extLst>
    <p:ext uri="{DCECCB84-F9BA-43D5-87BE-67443E8EF086}">
      <p15:sldGuideLst xmlns:p15="http://schemas.microsoft.com/office/powerpoint/2012/main">
        <p15:guide id="1" pos="2744">
          <p15:clr>
            <a:srgbClr val="5ACBF0"/>
          </p15:clr>
        </p15:guide>
        <p15:guide id="2" orient="horz" pos="2160">
          <p15:clr>
            <a:srgbClr val="5ACBF0"/>
          </p15:clr>
        </p15:guide>
        <p15:guide id="3" pos="2376">
          <p15:clr>
            <a:srgbClr val="5ACBF0"/>
          </p15:clr>
        </p15:guide>
        <p15:guide id="4" pos="3113">
          <p15:clr>
            <a:srgbClr val="5ACBF0"/>
          </p15:clr>
        </p15:guide>
      </p15:sldGuideLst>
    </p:ext>
  </p:extLst>
</p:sldLayout>
</file>

<file path=ppt/slideLayouts/slideLayout90.xml><?xml version="1.0" encoding="utf-8"?>
<p:sldLayout xmlns:a="http://schemas.openxmlformats.org/drawingml/2006/main" xmlns:r="http://schemas.openxmlformats.org/officeDocument/2006/relationships" xmlns:p="http://schemas.openxmlformats.org/presentationml/2006/main" matchingName="5_Large Number Divider 1">
  <p:cSld name="5_Large Number Divider 1">
    <p:bg>
      <p:bgPr>
        <a:solidFill>
          <a:schemeClr val="dk2"/>
        </a:solidFill>
        <a:effectLst/>
      </p:bgPr>
    </p:bg>
    <p:spTree>
      <p:nvGrpSpPr>
        <p:cNvPr id="1" name="Shape 769"/>
        <p:cNvGrpSpPr/>
        <p:nvPr/>
      </p:nvGrpSpPr>
      <p:grpSpPr>
        <a:xfrm>
          <a:off x="0" y="0"/>
          <a:ext cx="0" cy="0"/>
          <a:chOff x="0" y="0"/>
          <a:chExt cx="0" cy="0"/>
        </a:xfrm>
      </p:grpSpPr>
      <p:sp>
        <p:nvSpPr>
          <p:cNvPr id="770" name="Google Shape;770;p91"/>
          <p:cNvSpPr txBox="1"/>
          <p:nvPr/>
        </p:nvSpPr>
        <p:spPr>
          <a:xfrm>
            <a:off x="0" y="680485"/>
            <a:ext cx="4356100" cy="6177516"/>
          </a:xfrm>
          <a:prstGeom prst="rect">
            <a:avLst/>
          </a:prstGeom>
          <a:noFill/>
          <a:ln>
            <a:noFill/>
          </a:ln>
          <a:effectLst>
            <a:outerShdw blurRad="76200" dist="76200" dir="2700000" algn="tl" rotWithShape="0">
              <a:srgbClr val="000000">
                <a:alpha val="20000"/>
              </a:srgbClr>
            </a:outerShdw>
          </a:effectLst>
        </p:spPr>
        <p:txBody>
          <a:bodyPr spcFirstLastPara="1" wrap="square" lIns="0" tIns="0" rIns="0" bIns="0" anchor="t" anchorCtr="0">
            <a:noAutofit/>
          </a:bodyPr>
          <a:lstStyle/>
          <a:p>
            <a:pPr marL="0" marR="0" lvl="0" indent="0" algn="l" rtl="0">
              <a:spcBef>
                <a:spcPts val="0"/>
              </a:spcBef>
              <a:spcAft>
                <a:spcPts val="0"/>
              </a:spcAft>
              <a:buNone/>
            </a:pPr>
            <a:r>
              <a:rPr lang="en-US" sz="50000" b="1" i="0">
                <a:solidFill>
                  <a:schemeClr val="accent1"/>
                </a:solidFill>
                <a:latin typeface="Quattrocento Sans"/>
                <a:ea typeface="Quattrocento Sans"/>
                <a:cs typeface="Quattrocento Sans"/>
                <a:sym typeface="Quattrocento Sans"/>
              </a:rPr>
              <a:t>1</a:t>
            </a:r>
            <a:endParaRPr/>
          </a:p>
        </p:txBody>
      </p:sp>
      <p:sp>
        <p:nvSpPr>
          <p:cNvPr id="771" name="Google Shape;771;p91"/>
          <p:cNvSpPr txBox="1"/>
          <p:nvPr/>
        </p:nvSpPr>
        <p:spPr>
          <a:xfrm>
            <a:off x="12355721" y="-203944"/>
            <a:ext cx="577081" cy="153888"/>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00">
                <a:solidFill>
                  <a:srgbClr val="A3A3A3"/>
                </a:solidFill>
                <a:latin typeface="Quattrocento Sans"/>
                <a:ea typeface="Quattrocento Sans"/>
                <a:cs typeface="Quattrocento Sans"/>
                <a:sym typeface="Quattrocento Sans"/>
              </a:rPr>
              <a:t>ELT layout</a:t>
            </a:r>
            <a:endParaRPr/>
          </a:p>
        </p:txBody>
      </p:sp>
      <p:sp>
        <p:nvSpPr>
          <p:cNvPr id="772" name="Google Shape;772;p91"/>
          <p:cNvSpPr txBox="1">
            <a:spLocks noGrp="1"/>
          </p:cNvSpPr>
          <p:nvPr>
            <p:ph type="body" idx="1"/>
          </p:nvPr>
        </p:nvSpPr>
        <p:spPr>
          <a:xfrm>
            <a:off x="4941888" y="1307806"/>
            <a:ext cx="6667500" cy="2121194"/>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480"/>
              </a:spcBef>
              <a:spcAft>
                <a:spcPts val="0"/>
              </a:spcAft>
              <a:buClr>
                <a:schemeClr val="lt1"/>
              </a:buClr>
              <a:buSzPts val="2160"/>
              <a:buFont typeface="Noto Sans Symbols"/>
              <a:buNone/>
              <a:defRPr sz="2400">
                <a:solidFill>
                  <a:schemeClr val="lt1"/>
                </a:solidFill>
              </a:defRPr>
            </a:lvl1pPr>
            <a:lvl2pPr marL="914400" lvl="1" indent="-331469" algn="l">
              <a:lnSpc>
                <a:spcPct val="100000"/>
              </a:lnSpc>
              <a:spcBef>
                <a:spcPts val="600"/>
              </a:spcBef>
              <a:spcAft>
                <a:spcPts val="0"/>
              </a:spcAft>
              <a:buClr>
                <a:schemeClr val="lt1"/>
              </a:buClr>
              <a:buSzPts val="1620"/>
              <a:buChar char="·"/>
              <a:defRPr/>
            </a:lvl2pPr>
            <a:lvl3pPr marL="1371600" lvl="2" indent="-331469" algn="l">
              <a:lnSpc>
                <a:spcPct val="100000"/>
              </a:lnSpc>
              <a:spcBef>
                <a:spcPts val="360"/>
              </a:spcBef>
              <a:spcAft>
                <a:spcPts val="0"/>
              </a:spcAft>
              <a:buClr>
                <a:schemeClr val="lt1"/>
              </a:buClr>
              <a:buSzPts val="1620"/>
              <a:buChar char="·"/>
              <a:defRPr/>
            </a:lvl3pPr>
            <a:lvl4pPr marL="1828800" lvl="3" indent="-331469" algn="l">
              <a:lnSpc>
                <a:spcPct val="100000"/>
              </a:lnSpc>
              <a:spcBef>
                <a:spcPts val="360"/>
              </a:spcBef>
              <a:spcAft>
                <a:spcPts val="0"/>
              </a:spcAft>
              <a:buClr>
                <a:schemeClr val="lt1"/>
              </a:buClr>
              <a:buSzPts val="1620"/>
              <a:buChar char="·"/>
              <a:defRPr/>
            </a:lvl4pPr>
            <a:lvl5pPr marL="2286000" lvl="4" indent="-331470" algn="l">
              <a:lnSpc>
                <a:spcPct val="100000"/>
              </a:lnSpc>
              <a:spcBef>
                <a:spcPts val="360"/>
              </a:spcBef>
              <a:spcAft>
                <a:spcPts val="0"/>
              </a:spcAft>
              <a:buClr>
                <a:schemeClr val="lt1"/>
              </a:buClr>
              <a:buSzPts val="1620"/>
              <a:buChar char="·"/>
              <a:defRPr/>
            </a:lvl5pPr>
            <a:lvl6pPr marL="2743200" lvl="5" indent="-342900" algn="l">
              <a:spcBef>
                <a:spcPts val="360"/>
              </a:spcBef>
              <a:spcAft>
                <a:spcPts val="0"/>
              </a:spcAft>
              <a:buClr>
                <a:schemeClr val="lt1"/>
              </a:buClr>
              <a:buSzPts val="1800"/>
              <a:buChar char="•"/>
              <a:defRPr/>
            </a:lvl6pPr>
            <a:lvl7pPr marL="3200400" lvl="6" indent="-342900" algn="l">
              <a:spcBef>
                <a:spcPts val="360"/>
              </a:spcBef>
              <a:spcAft>
                <a:spcPts val="0"/>
              </a:spcAft>
              <a:buClr>
                <a:schemeClr val="lt1"/>
              </a:buClr>
              <a:buSzPts val="1800"/>
              <a:buChar char="•"/>
              <a:defRPr/>
            </a:lvl7pPr>
            <a:lvl8pPr marL="3657600" lvl="7" indent="-342900" algn="l">
              <a:spcBef>
                <a:spcPts val="360"/>
              </a:spcBef>
              <a:spcAft>
                <a:spcPts val="0"/>
              </a:spcAft>
              <a:buClr>
                <a:schemeClr val="lt1"/>
              </a:buClr>
              <a:buSzPts val="1800"/>
              <a:buChar char="•"/>
              <a:defRPr/>
            </a:lvl8pPr>
            <a:lvl9pPr marL="4114800" lvl="8" indent="-342900" algn="l">
              <a:spcBef>
                <a:spcPts val="360"/>
              </a:spcBef>
              <a:spcAft>
                <a:spcPts val="0"/>
              </a:spcAft>
              <a:buClr>
                <a:schemeClr val="lt1"/>
              </a:buClr>
              <a:buSzPts val="1800"/>
              <a:buChar char="•"/>
              <a:defRPr/>
            </a:lvl9pPr>
          </a:lstStyle>
          <a:p>
            <a:endParaRPr/>
          </a:p>
        </p:txBody>
      </p:sp>
      <p:sp>
        <p:nvSpPr>
          <p:cNvPr id="773" name="Google Shape;773;p91"/>
          <p:cNvSpPr txBox="1">
            <a:spLocks noGrp="1"/>
          </p:cNvSpPr>
          <p:nvPr>
            <p:ph type="title"/>
          </p:nvPr>
        </p:nvSpPr>
        <p:spPr>
          <a:xfrm>
            <a:off x="4941888" y="585788"/>
            <a:ext cx="6667230" cy="714094"/>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lt1"/>
              </a:buClr>
              <a:buSzPts val="3600"/>
              <a:buFont typeface="Quattrocento Sans"/>
              <a:buNone/>
              <a:defRPr sz="3600" b="0" cap="none">
                <a:solidFill>
                  <a:schemeClr val="lt1"/>
                </a:solidFill>
                <a:latin typeface="Quattrocento Sans"/>
                <a:ea typeface="Quattrocento Sans"/>
                <a:cs typeface="Quattrocento Sans"/>
                <a:sym typeface="Quattrocento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transition>
    <p:fade/>
  </p:transition>
  <p:extLst>
    <p:ext uri="{DCECCB84-F9BA-43D5-87BE-67443E8EF086}">
      <p15:sldGuideLst xmlns:p15="http://schemas.microsoft.com/office/powerpoint/2012/main">
        <p15:guide id="1" pos="2744">
          <p15:clr>
            <a:srgbClr val="5ACBF0"/>
          </p15:clr>
        </p15:guide>
        <p15:guide id="2" orient="horz" pos="2160">
          <p15:clr>
            <a:srgbClr val="5ACBF0"/>
          </p15:clr>
        </p15:guide>
        <p15:guide id="3" pos="2376">
          <p15:clr>
            <a:srgbClr val="5ACBF0"/>
          </p15:clr>
        </p15:guide>
        <p15:guide id="4" pos="3113">
          <p15:clr>
            <a:srgbClr val="5ACBF0"/>
          </p15:clr>
        </p15:guide>
      </p15:sldGuideLst>
    </p:ext>
  </p:extLst>
</p:sldLayout>
</file>

<file path=ppt/slideLayouts/slideLayout91.xml><?xml version="1.0" encoding="utf-8"?>
<p:sldLayout xmlns:a="http://schemas.openxmlformats.org/drawingml/2006/main" xmlns:r="http://schemas.openxmlformats.org/officeDocument/2006/relationships" xmlns:p="http://schemas.openxmlformats.org/presentationml/2006/main" matchingName="6_Large Number Divider 1">
  <p:cSld name="6_Large Number Divider 1">
    <p:bg>
      <p:bgPr>
        <a:solidFill>
          <a:schemeClr val="dk2"/>
        </a:solidFill>
        <a:effectLst/>
      </p:bgPr>
    </p:bg>
    <p:spTree>
      <p:nvGrpSpPr>
        <p:cNvPr id="1" name="Shape 774"/>
        <p:cNvGrpSpPr/>
        <p:nvPr/>
      </p:nvGrpSpPr>
      <p:grpSpPr>
        <a:xfrm>
          <a:off x="0" y="0"/>
          <a:ext cx="0" cy="0"/>
          <a:chOff x="0" y="0"/>
          <a:chExt cx="0" cy="0"/>
        </a:xfrm>
      </p:grpSpPr>
      <p:sp>
        <p:nvSpPr>
          <p:cNvPr id="775" name="Google Shape;775;p92"/>
          <p:cNvSpPr txBox="1"/>
          <p:nvPr/>
        </p:nvSpPr>
        <p:spPr>
          <a:xfrm>
            <a:off x="12355721" y="-203944"/>
            <a:ext cx="577081" cy="153888"/>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00">
                <a:solidFill>
                  <a:srgbClr val="A3A3A3"/>
                </a:solidFill>
                <a:latin typeface="Quattrocento Sans"/>
                <a:ea typeface="Quattrocento Sans"/>
                <a:cs typeface="Quattrocento Sans"/>
                <a:sym typeface="Quattrocento Sans"/>
              </a:rPr>
              <a:t>ELT layout</a:t>
            </a:r>
            <a:endParaRPr/>
          </a:p>
        </p:txBody>
      </p:sp>
      <p:sp>
        <p:nvSpPr>
          <p:cNvPr id="776" name="Google Shape;776;p92"/>
          <p:cNvSpPr txBox="1"/>
          <p:nvPr/>
        </p:nvSpPr>
        <p:spPr>
          <a:xfrm>
            <a:off x="0" y="680483"/>
            <a:ext cx="4356100" cy="6177517"/>
          </a:xfrm>
          <a:prstGeom prst="rect">
            <a:avLst/>
          </a:prstGeom>
          <a:noFill/>
          <a:ln>
            <a:noFill/>
          </a:ln>
          <a:effectLst>
            <a:outerShdw blurRad="76200" dist="76200" dir="2700000" algn="tl" rotWithShape="0">
              <a:srgbClr val="000000">
                <a:alpha val="20000"/>
              </a:srgbClr>
            </a:outerShdw>
          </a:effectLst>
        </p:spPr>
        <p:txBody>
          <a:bodyPr spcFirstLastPara="1" wrap="square" lIns="0" tIns="0" rIns="0" bIns="0" anchor="t" anchorCtr="0">
            <a:noAutofit/>
          </a:bodyPr>
          <a:lstStyle/>
          <a:p>
            <a:pPr marL="0" marR="0" lvl="0" indent="0" algn="l" rtl="0">
              <a:spcBef>
                <a:spcPts val="0"/>
              </a:spcBef>
              <a:spcAft>
                <a:spcPts val="0"/>
              </a:spcAft>
              <a:buNone/>
            </a:pPr>
            <a:r>
              <a:rPr lang="en-US" sz="50000" b="1" i="0">
                <a:solidFill>
                  <a:schemeClr val="accent1"/>
                </a:solidFill>
                <a:latin typeface="Quattrocento Sans"/>
                <a:ea typeface="Quattrocento Sans"/>
                <a:cs typeface="Quattrocento Sans"/>
                <a:sym typeface="Quattrocento Sans"/>
              </a:rPr>
              <a:t>2</a:t>
            </a:r>
            <a:endParaRPr/>
          </a:p>
        </p:txBody>
      </p:sp>
      <p:sp>
        <p:nvSpPr>
          <p:cNvPr id="777" name="Google Shape;777;p92"/>
          <p:cNvSpPr txBox="1">
            <a:spLocks noGrp="1"/>
          </p:cNvSpPr>
          <p:nvPr>
            <p:ph type="body" idx="1"/>
          </p:nvPr>
        </p:nvSpPr>
        <p:spPr>
          <a:xfrm>
            <a:off x="4941888" y="1307806"/>
            <a:ext cx="6667500" cy="2121194"/>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480"/>
              </a:spcBef>
              <a:spcAft>
                <a:spcPts val="0"/>
              </a:spcAft>
              <a:buClr>
                <a:schemeClr val="lt1"/>
              </a:buClr>
              <a:buSzPts val="2160"/>
              <a:buFont typeface="Noto Sans Symbols"/>
              <a:buNone/>
              <a:defRPr sz="2400">
                <a:solidFill>
                  <a:schemeClr val="lt1"/>
                </a:solidFill>
              </a:defRPr>
            </a:lvl1pPr>
            <a:lvl2pPr marL="914400" lvl="1" indent="-331469" algn="l">
              <a:lnSpc>
                <a:spcPct val="100000"/>
              </a:lnSpc>
              <a:spcBef>
                <a:spcPts val="600"/>
              </a:spcBef>
              <a:spcAft>
                <a:spcPts val="0"/>
              </a:spcAft>
              <a:buClr>
                <a:schemeClr val="lt1"/>
              </a:buClr>
              <a:buSzPts val="1620"/>
              <a:buChar char="·"/>
              <a:defRPr/>
            </a:lvl2pPr>
            <a:lvl3pPr marL="1371600" lvl="2" indent="-331469" algn="l">
              <a:lnSpc>
                <a:spcPct val="100000"/>
              </a:lnSpc>
              <a:spcBef>
                <a:spcPts val="360"/>
              </a:spcBef>
              <a:spcAft>
                <a:spcPts val="0"/>
              </a:spcAft>
              <a:buClr>
                <a:schemeClr val="lt1"/>
              </a:buClr>
              <a:buSzPts val="1620"/>
              <a:buChar char="·"/>
              <a:defRPr/>
            </a:lvl3pPr>
            <a:lvl4pPr marL="1828800" lvl="3" indent="-331469" algn="l">
              <a:lnSpc>
                <a:spcPct val="100000"/>
              </a:lnSpc>
              <a:spcBef>
                <a:spcPts val="360"/>
              </a:spcBef>
              <a:spcAft>
                <a:spcPts val="0"/>
              </a:spcAft>
              <a:buClr>
                <a:schemeClr val="lt1"/>
              </a:buClr>
              <a:buSzPts val="1620"/>
              <a:buChar char="·"/>
              <a:defRPr/>
            </a:lvl4pPr>
            <a:lvl5pPr marL="2286000" lvl="4" indent="-331470" algn="l">
              <a:lnSpc>
                <a:spcPct val="100000"/>
              </a:lnSpc>
              <a:spcBef>
                <a:spcPts val="360"/>
              </a:spcBef>
              <a:spcAft>
                <a:spcPts val="0"/>
              </a:spcAft>
              <a:buClr>
                <a:schemeClr val="lt1"/>
              </a:buClr>
              <a:buSzPts val="1620"/>
              <a:buChar char="·"/>
              <a:defRPr/>
            </a:lvl5pPr>
            <a:lvl6pPr marL="2743200" lvl="5" indent="-342900" algn="l">
              <a:spcBef>
                <a:spcPts val="360"/>
              </a:spcBef>
              <a:spcAft>
                <a:spcPts val="0"/>
              </a:spcAft>
              <a:buClr>
                <a:schemeClr val="lt1"/>
              </a:buClr>
              <a:buSzPts val="1800"/>
              <a:buChar char="•"/>
              <a:defRPr/>
            </a:lvl6pPr>
            <a:lvl7pPr marL="3200400" lvl="6" indent="-342900" algn="l">
              <a:spcBef>
                <a:spcPts val="360"/>
              </a:spcBef>
              <a:spcAft>
                <a:spcPts val="0"/>
              </a:spcAft>
              <a:buClr>
                <a:schemeClr val="lt1"/>
              </a:buClr>
              <a:buSzPts val="1800"/>
              <a:buChar char="•"/>
              <a:defRPr/>
            </a:lvl7pPr>
            <a:lvl8pPr marL="3657600" lvl="7" indent="-342900" algn="l">
              <a:spcBef>
                <a:spcPts val="360"/>
              </a:spcBef>
              <a:spcAft>
                <a:spcPts val="0"/>
              </a:spcAft>
              <a:buClr>
                <a:schemeClr val="lt1"/>
              </a:buClr>
              <a:buSzPts val="1800"/>
              <a:buChar char="•"/>
              <a:defRPr/>
            </a:lvl8pPr>
            <a:lvl9pPr marL="4114800" lvl="8" indent="-342900" algn="l">
              <a:spcBef>
                <a:spcPts val="360"/>
              </a:spcBef>
              <a:spcAft>
                <a:spcPts val="0"/>
              </a:spcAft>
              <a:buClr>
                <a:schemeClr val="lt1"/>
              </a:buClr>
              <a:buSzPts val="1800"/>
              <a:buChar char="•"/>
              <a:defRPr/>
            </a:lvl9pPr>
          </a:lstStyle>
          <a:p>
            <a:endParaRPr/>
          </a:p>
        </p:txBody>
      </p:sp>
      <p:sp>
        <p:nvSpPr>
          <p:cNvPr id="778" name="Google Shape;778;p92"/>
          <p:cNvSpPr txBox="1">
            <a:spLocks noGrp="1"/>
          </p:cNvSpPr>
          <p:nvPr>
            <p:ph type="title"/>
          </p:nvPr>
        </p:nvSpPr>
        <p:spPr>
          <a:xfrm>
            <a:off x="4941888" y="585788"/>
            <a:ext cx="6667230" cy="714094"/>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lt1"/>
              </a:buClr>
              <a:buSzPts val="3600"/>
              <a:buFont typeface="Quattrocento Sans"/>
              <a:buNone/>
              <a:defRPr sz="3600" b="0" cap="none">
                <a:solidFill>
                  <a:schemeClr val="lt1"/>
                </a:solidFill>
                <a:latin typeface="Quattrocento Sans"/>
                <a:ea typeface="Quattrocento Sans"/>
                <a:cs typeface="Quattrocento Sans"/>
                <a:sym typeface="Quattrocento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transition>
    <p:fade/>
  </p:transition>
  <p:extLst>
    <p:ext uri="{DCECCB84-F9BA-43D5-87BE-67443E8EF086}">
      <p15:sldGuideLst xmlns:p15="http://schemas.microsoft.com/office/powerpoint/2012/main">
        <p15:guide id="1" pos="2744">
          <p15:clr>
            <a:srgbClr val="5ACBF0"/>
          </p15:clr>
        </p15:guide>
        <p15:guide id="2" orient="horz" pos="2160">
          <p15:clr>
            <a:srgbClr val="5ACBF0"/>
          </p15:clr>
        </p15:guide>
        <p15:guide id="3" pos="2376">
          <p15:clr>
            <a:srgbClr val="5ACBF0"/>
          </p15:clr>
        </p15:guide>
        <p15:guide id="4" pos="3113">
          <p15:clr>
            <a:srgbClr val="5ACBF0"/>
          </p15:clr>
        </p15:guide>
      </p15:sldGuideLst>
    </p:ext>
  </p:extLst>
</p:sldLayout>
</file>

<file path=ppt/slideLayouts/slideLayout92.xml><?xml version="1.0" encoding="utf-8"?>
<p:sldLayout xmlns:a="http://schemas.openxmlformats.org/drawingml/2006/main" xmlns:r="http://schemas.openxmlformats.org/officeDocument/2006/relationships" xmlns:p="http://schemas.openxmlformats.org/presentationml/2006/main" matchingName="7_Large Number Divider 1">
  <p:cSld name="7_Large Number Divider 1">
    <p:bg>
      <p:bgPr>
        <a:solidFill>
          <a:schemeClr val="dk2"/>
        </a:solidFill>
        <a:effectLst/>
      </p:bgPr>
    </p:bg>
    <p:spTree>
      <p:nvGrpSpPr>
        <p:cNvPr id="1" name="Shape 779"/>
        <p:cNvGrpSpPr/>
        <p:nvPr/>
      </p:nvGrpSpPr>
      <p:grpSpPr>
        <a:xfrm>
          <a:off x="0" y="0"/>
          <a:ext cx="0" cy="0"/>
          <a:chOff x="0" y="0"/>
          <a:chExt cx="0" cy="0"/>
        </a:xfrm>
      </p:grpSpPr>
      <p:sp>
        <p:nvSpPr>
          <p:cNvPr id="780" name="Google Shape;780;p93"/>
          <p:cNvSpPr txBox="1"/>
          <p:nvPr/>
        </p:nvSpPr>
        <p:spPr>
          <a:xfrm>
            <a:off x="12355721" y="-203944"/>
            <a:ext cx="577081" cy="153888"/>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00">
                <a:solidFill>
                  <a:srgbClr val="A3A3A3"/>
                </a:solidFill>
                <a:latin typeface="Quattrocento Sans"/>
                <a:ea typeface="Quattrocento Sans"/>
                <a:cs typeface="Quattrocento Sans"/>
                <a:sym typeface="Quattrocento Sans"/>
              </a:rPr>
              <a:t>ELT layout</a:t>
            </a:r>
            <a:endParaRPr/>
          </a:p>
        </p:txBody>
      </p:sp>
      <p:sp>
        <p:nvSpPr>
          <p:cNvPr id="781" name="Google Shape;781;p93"/>
          <p:cNvSpPr txBox="1"/>
          <p:nvPr/>
        </p:nvSpPr>
        <p:spPr>
          <a:xfrm>
            <a:off x="0" y="680484"/>
            <a:ext cx="4356100" cy="6177516"/>
          </a:xfrm>
          <a:prstGeom prst="rect">
            <a:avLst/>
          </a:prstGeom>
          <a:noFill/>
          <a:ln>
            <a:noFill/>
          </a:ln>
          <a:effectLst>
            <a:outerShdw blurRad="76200" dist="76200" dir="2700000" algn="tl" rotWithShape="0">
              <a:srgbClr val="000000">
                <a:alpha val="20000"/>
              </a:srgbClr>
            </a:outerShdw>
          </a:effectLst>
        </p:spPr>
        <p:txBody>
          <a:bodyPr spcFirstLastPara="1" wrap="square" lIns="0" tIns="0" rIns="0" bIns="0" anchor="t" anchorCtr="0">
            <a:noAutofit/>
          </a:bodyPr>
          <a:lstStyle/>
          <a:p>
            <a:pPr marL="0" marR="0" lvl="0" indent="0" algn="l" rtl="0">
              <a:spcBef>
                <a:spcPts val="0"/>
              </a:spcBef>
              <a:spcAft>
                <a:spcPts val="0"/>
              </a:spcAft>
              <a:buNone/>
            </a:pPr>
            <a:r>
              <a:rPr lang="en-US" sz="50000" b="1" i="0">
                <a:solidFill>
                  <a:schemeClr val="accent1"/>
                </a:solidFill>
                <a:latin typeface="Quattrocento Sans"/>
                <a:ea typeface="Quattrocento Sans"/>
                <a:cs typeface="Quattrocento Sans"/>
                <a:sym typeface="Quattrocento Sans"/>
              </a:rPr>
              <a:t>3</a:t>
            </a:r>
            <a:endParaRPr/>
          </a:p>
        </p:txBody>
      </p:sp>
      <p:sp>
        <p:nvSpPr>
          <p:cNvPr id="782" name="Google Shape;782;p93"/>
          <p:cNvSpPr txBox="1">
            <a:spLocks noGrp="1"/>
          </p:cNvSpPr>
          <p:nvPr>
            <p:ph type="body" idx="1"/>
          </p:nvPr>
        </p:nvSpPr>
        <p:spPr>
          <a:xfrm>
            <a:off x="4941888" y="1307806"/>
            <a:ext cx="6667500" cy="2121194"/>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480"/>
              </a:spcBef>
              <a:spcAft>
                <a:spcPts val="0"/>
              </a:spcAft>
              <a:buClr>
                <a:schemeClr val="lt1"/>
              </a:buClr>
              <a:buSzPts val="2160"/>
              <a:buFont typeface="Noto Sans Symbols"/>
              <a:buNone/>
              <a:defRPr sz="2400">
                <a:solidFill>
                  <a:schemeClr val="lt1"/>
                </a:solidFill>
              </a:defRPr>
            </a:lvl1pPr>
            <a:lvl2pPr marL="914400" lvl="1" indent="-331469" algn="l">
              <a:lnSpc>
                <a:spcPct val="100000"/>
              </a:lnSpc>
              <a:spcBef>
                <a:spcPts val="600"/>
              </a:spcBef>
              <a:spcAft>
                <a:spcPts val="0"/>
              </a:spcAft>
              <a:buClr>
                <a:schemeClr val="lt1"/>
              </a:buClr>
              <a:buSzPts val="1620"/>
              <a:buChar char="·"/>
              <a:defRPr/>
            </a:lvl2pPr>
            <a:lvl3pPr marL="1371600" lvl="2" indent="-331469" algn="l">
              <a:lnSpc>
                <a:spcPct val="100000"/>
              </a:lnSpc>
              <a:spcBef>
                <a:spcPts val="360"/>
              </a:spcBef>
              <a:spcAft>
                <a:spcPts val="0"/>
              </a:spcAft>
              <a:buClr>
                <a:schemeClr val="lt1"/>
              </a:buClr>
              <a:buSzPts val="1620"/>
              <a:buChar char="·"/>
              <a:defRPr/>
            </a:lvl3pPr>
            <a:lvl4pPr marL="1828800" lvl="3" indent="-331469" algn="l">
              <a:lnSpc>
                <a:spcPct val="100000"/>
              </a:lnSpc>
              <a:spcBef>
                <a:spcPts val="360"/>
              </a:spcBef>
              <a:spcAft>
                <a:spcPts val="0"/>
              </a:spcAft>
              <a:buClr>
                <a:schemeClr val="lt1"/>
              </a:buClr>
              <a:buSzPts val="1620"/>
              <a:buChar char="·"/>
              <a:defRPr/>
            </a:lvl4pPr>
            <a:lvl5pPr marL="2286000" lvl="4" indent="-331470" algn="l">
              <a:lnSpc>
                <a:spcPct val="100000"/>
              </a:lnSpc>
              <a:spcBef>
                <a:spcPts val="360"/>
              </a:spcBef>
              <a:spcAft>
                <a:spcPts val="0"/>
              </a:spcAft>
              <a:buClr>
                <a:schemeClr val="lt1"/>
              </a:buClr>
              <a:buSzPts val="1620"/>
              <a:buChar char="·"/>
              <a:defRPr/>
            </a:lvl5pPr>
            <a:lvl6pPr marL="2743200" lvl="5" indent="-342900" algn="l">
              <a:spcBef>
                <a:spcPts val="360"/>
              </a:spcBef>
              <a:spcAft>
                <a:spcPts val="0"/>
              </a:spcAft>
              <a:buClr>
                <a:schemeClr val="lt1"/>
              </a:buClr>
              <a:buSzPts val="1800"/>
              <a:buChar char="•"/>
              <a:defRPr/>
            </a:lvl6pPr>
            <a:lvl7pPr marL="3200400" lvl="6" indent="-342900" algn="l">
              <a:spcBef>
                <a:spcPts val="360"/>
              </a:spcBef>
              <a:spcAft>
                <a:spcPts val="0"/>
              </a:spcAft>
              <a:buClr>
                <a:schemeClr val="lt1"/>
              </a:buClr>
              <a:buSzPts val="1800"/>
              <a:buChar char="•"/>
              <a:defRPr/>
            </a:lvl7pPr>
            <a:lvl8pPr marL="3657600" lvl="7" indent="-342900" algn="l">
              <a:spcBef>
                <a:spcPts val="360"/>
              </a:spcBef>
              <a:spcAft>
                <a:spcPts val="0"/>
              </a:spcAft>
              <a:buClr>
                <a:schemeClr val="lt1"/>
              </a:buClr>
              <a:buSzPts val="1800"/>
              <a:buChar char="•"/>
              <a:defRPr/>
            </a:lvl8pPr>
            <a:lvl9pPr marL="4114800" lvl="8" indent="-342900" algn="l">
              <a:spcBef>
                <a:spcPts val="360"/>
              </a:spcBef>
              <a:spcAft>
                <a:spcPts val="0"/>
              </a:spcAft>
              <a:buClr>
                <a:schemeClr val="lt1"/>
              </a:buClr>
              <a:buSzPts val="1800"/>
              <a:buChar char="•"/>
              <a:defRPr/>
            </a:lvl9pPr>
          </a:lstStyle>
          <a:p>
            <a:endParaRPr/>
          </a:p>
        </p:txBody>
      </p:sp>
      <p:sp>
        <p:nvSpPr>
          <p:cNvPr id="783" name="Google Shape;783;p93"/>
          <p:cNvSpPr txBox="1">
            <a:spLocks noGrp="1"/>
          </p:cNvSpPr>
          <p:nvPr>
            <p:ph type="title"/>
          </p:nvPr>
        </p:nvSpPr>
        <p:spPr>
          <a:xfrm>
            <a:off x="4941888" y="585788"/>
            <a:ext cx="6667230" cy="714094"/>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lt1"/>
              </a:buClr>
              <a:buSzPts val="3600"/>
              <a:buFont typeface="Quattrocento Sans"/>
              <a:buNone/>
              <a:defRPr sz="3600" b="0" cap="none">
                <a:solidFill>
                  <a:schemeClr val="lt1"/>
                </a:solidFill>
                <a:latin typeface="Quattrocento Sans"/>
                <a:ea typeface="Quattrocento Sans"/>
                <a:cs typeface="Quattrocento Sans"/>
                <a:sym typeface="Quattrocento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transition>
    <p:fade/>
  </p:transition>
  <p:extLst>
    <p:ext uri="{DCECCB84-F9BA-43D5-87BE-67443E8EF086}">
      <p15:sldGuideLst xmlns:p15="http://schemas.microsoft.com/office/powerpoint/2012/main">
        <p15:guide id="1" pos="2744">
          <p15:clr>
            <a:srgbClr val="5ACBF0"/>
          </p15:clr>
        </p15:guide>
        <p15:guide id="2" orient="horz" pos="2160">
          <p15:clr>
            <a:srgbClr val="5ACBF0"/>
          </p15:clr>
        </p15:guide>
        <p15:guide id="3" pos="2376">
          <p15:clr>
            <a:srgbClr val="5ACBF0"/>
          </p15:clr>
        </p15:guide>
        <p15:guide id="4" pos="3113">
          <p15:clr>
            <a:srgbClr val="5ACBF0"/>
          </p15:clr>
        </p15:guide>
      </p15:sldGuideLst>
    </p:ext>
  </p:extLst>
</p:sldLayout>
</file>

<file path=ppt/slideLayouts/slideLayout93.xml><?xml version="1.0" encoding="utf-8"?>
<p:sldLayout xmlns:a="http://schemas.openxmlformats.org/drawingml/2006/main" xmlns:r="http://schemas.openxmlformats.org/officeDocument/2006/relationships" xmlns:p="http://schemas.openxmlformats.org/presentationml/2006/main" matchingName="8_Large Number Divider 1">
  <p:cSld name="8_Large Number Divider 1">
    <p:bg>
      <p:bgPr>
        <a:solidFill>
          <a:schemeClr val="dk2"/>
        </a:solidFill>
        <a:effectLst/>
      </p:bgPr>
    </p:bg>
    <p:spTree>
      <p:nvGrpSpPr>
        <p:cNvPr id="1" name="Shape 784"/>
        <p:cNvGrpSpPr/>
        <p:nvPr/>
      </p:nvGrpSpPr>
      <p:grpSpPr>
        <a:xfrm>
          <a:off x="0" y="0"/>
          <a:ext cx="0" cy="0"/>
          <a:chOff x="0" y="0"/>
          <a:chExt cx="0" cy="0"/>
        </a:xfrm>
      </p:grpSpPr>
      <p:sp>
        <p:nvSpPr>
          <p:cNvPr id="785" name="Google Shape;785;p94"/>
          <p:cNvSpPr txBox="1"/>
          <p:nvPr/>
        </p:nvSpPr>
        <p:spPr>
          <a:xfrm>
            <a:off x="12355721" y="-203944"/>
            <a:ext cx="577081" cy="153888"/>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00">
                <a:solidFill>
                  <a:srgbClr val="A3A3A3"/>
                </a:solidFill>
                <a:latin typeface="Quattrocento Sans"/>
                <a:ea typeface="Quattrocento Sans"/>
                <a:cs typeface="Quattrocento Sans"/>
                <a:sym typeface="Quattrocento Sans"/>
              </a:rPr>
              <a:t>ELT layout</a:t>
            </a:r>
            <a:endParaRPr/>
          </a:p>
        </p:txBody>
      </p:sp>
      <p:sp>
        <p:nvSpPr>
          <p:cNvPr id="786" name="Google Shape;786;p94"/>
          <p:cNvSpPr txBox="1"/>
          <p:nvPr/>
        </p:nvSpPr>
        <p:spPr>
          <a:xfrm>
            <a:off x="0" y="680484"/>
            <a:ext cx="4356100" cy="6177516"/>
          </a:xfrm>
          <a:prstGeom prst="rect">
            <a:avLst/>
          </a:prstGeom>
          <a:noFill/>
          <a:ln>
            <a:noFill/>
          </a:ln>
          <a:effectLst>
            <a:outerShdw blurRad="76200" dist="76200" dir="2700000" algn="tl" rotWithShape="0">
              <a:srgbClr val="000000">
                <a:alpha val="20000"/>
              </a:srgbClr>
            </a:outerShdw>
          </a:effectLst>
        </p:spPr>
        <p:txBody>
          <a:bodyPr spcFirstLastPara="1" wrap="square" lIns="0" tIns="0" rIns="0" bIns="0" anchor="t" anchorCtr="0">
            <a:noAutofit/>
          </a:bodyPr>
          <a:lstStyle/>
          <a:p>
            <a:pPr marL="0" marR="0" lvl="0" indent="0" algn="l" rtl="0">
              <a:spcBef>
                <a:spcPts val="0"/>
              </a:spcBef>
              <a:spcAft>
                <a:spcPts val="0"/>
              </a:spcAft>
              <a:buNone/>
            </a:pPr>
            <a:r>
              <a:rPr lang="en-US" sz="50000" b="1" i="0">
                <a:solidFill>
                  <a:schemeClr val="accent1"/>
                </a:solidFill>
                <a:latin typeface="Quattrocento Sans"/>
                <a:ea typeface="Quattrocento Sans"/>
                <a:cs typeface="Quattrocento Sans"/>
                <a:sym typeface="Quattrocento Sans"/>
              </a:rPr>
              <a:t>4</a:t>
            </a:r>
            <a:endParaRPr/>
          </a:p>
        </p:txBody>
      </p:sp>
      <p:sp>
        <p:nvSpPr>
          <p:cNvPr id="787" name="Google Shape;787;p94"/>
          <p:cNvSpPr txBox="1">
            <a:spLocks noGrp="1"/>
          </p:cNvSpPr>
          <p:nvPr>
            <p:ph type="body" idx="1"/>
          </p:nvPr>
        </p:nvSpPr>
        <p:spPr>
          <a:xfrm>
            <a:off x="4941888" y="1307806"/>
            <a:ext cx="6667500" cy="2121194"/>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480"/>
              </a:spcBef>
              <a:spcAft>
                <a:spcPts val="0"/>
              </a:spcAft>
              <a:buClr>
                <a:schemeClr val="lt1"/>
              </a:buClr>
              <a:buSzPts val="2160"/>
              <a:buFont typeface="Noto Sans Symbols"/>
              <a:buNone/>
              <a:defRPr sz="2400">
                <a:solidFill>
                  <a:schemeClr val="lt1"/>
                </a:solidFill>
              </a:defRPr>
            </a:lvl1pPr>
            <a:lvl2pPr marL="914400" lvl="1" indent="-331469" algn="l">
              <a:lnSpc>
                <a:spcPct val="100000"/>
              </a:lnSpc>
              <a:spcBef>
                <a:spcPts val="600"/>
              </a:spcBef>
              <a:spcAft>
                <a:spcPts val="0"/>
              </a:spcAft>
              <a:buClr>
                <a:schemeClr val="lt1"/>
              </a:buClr>
              <a:buSzPts val="1620"/>
              <a:buChar char="·"/>
              <a:defRPr/>
            </a:lvl2pPr>
            <a:lvl3pPr marL="1371600" lvl="2" indent="-331469" algn="l">
              <a:lnSpc>
                <a:spcPct val="100000"/>
              </a:lnSpc>
              <a:spcBef>
                <a:spcPts val="360"/>
              </a:spcBef>
              <a:spcAft>
                <a:spcPts val="0"/>
              </a:spcAft>
              <a:buClr>
                <a:schemeClr val="lt1"/>
              </a:buClr>
              <a:buSzPts val="1620"/>
              <a:buChar char="·"/>
              <a:defRPr/>
            </a:lvl3pPr>
            <a:lvl4pPr marL="1828800" lvl="3" indent="-331469" algn="l">
              <a:lnSpc>
                <a:spcPct val="100000"/>
              </a:lnSpc>
              <a:spcBef>
                <a:spcPts val="360"/>
              </a:spcBef>
              <a:spcAft>
                <a:spcPts val="0"/>
              </a:spcAft>
              <a:buClr>
                <a:schemeClr val="lt1"/>
              </a:buClr>
              <a:buSzPts val="1620"/>
              <a:buChar char="·"/>
              <a:defRPr/>
            </a:lvl4pPr>
            <a:lvl5pPr marL="2286000" lvl="4" indent="-331470" algn="l">
              <a:lnSpc>
                <a:spcPct val="100000"/>
              </a:lnSpc>
              <a:spcBef>
                <a:spcPts val="360"/>
              </a:spcBef>
              <a:spcAft>
                <a:spcPts val="0"/>
              </a:spcAft>
              <a:buClr>
                <a:schemeClr val="lt1"/>
              </a:buClr>
              <a:buSzPts val="1620"/>
              <a:buChar char="·"/>
              <a:defRPr/>
            </a:lvl5pPr>
            <a:lvl6pPr marL="2743200" lvl="5" indent="-342900" algn="l">
              <a:spcBef>
                <a:spcPts val="360"/>
              </a:spcBef>
              <a:spcAft>
                <a:spcPts val="0"/>
              </a:spcAft>
              <a:buClr>
                <a:schemeClr val="lt1"/>
              </a:buClr>
              <a:buSzPts val="1800"/>
              <a:buChar char="•"/>
              <a:defRPr/>
            </a:lvl6pPr>
            <a:lvl7pPr marL="3200400" lvl="6" indent="-342900" algn="l">
              <a:spcBef>
                <a:spcPts val="360"/>
              </a:spcBef>
              <a:spcAft>
                <a:spcPts val="0"/>
              </a:spcAft>
              <a:buClr>
                <a:schemeClr val="lt1"/>
              </a:buClr>
              <a:buSzPts val="1800"/>
              <a:buChar char="•"/>
              <a:defRPr/>
            </a:lvl7pPr>
            <a:lvl8pPr marL="3657600" lvl="7" indent="-342900" algn="l">
              <a:spcBef>
                <a:spcPts val="360"/>
              </a:spcBef>
              <a:spcAft>
                <a:spcPts val="0"/>
              </a:spcAft>
              <a:buClr>
                <a:schemeClr val="lt1"/>
              </a:buClr>
              <a:buSzPts val="1800"/>
              <a:buChar char="•"/>
              <a:defRPr/>
            </a:lvl8pPr>
            <a:lvl9pPr marL="4114800" lvl="8" indent="-342900" algn="l">
              <a:spcBef>
                <a:spcPts val="360"/>
              </a:spcBef>
              <a:spcAft>
                <a:spcPts val="0"/>
              </a:spcAft>
              <a:buClr>
                <a:schemeClr val="lt1"/>
              </a:buClr>
              <a:buSzPts val="1800"/>
              <a:buChar char="•"/>
              <a:defRPr/>
            </a:lvl9pPr>
          </a:lstStyle>
          <a:p>
            <a:endParaRPr/>
          </a:p>
        </p:txBody>
      </p:sp>
      <p:sp>
        <p:nvSpPr>
          <p:cNvPr id="788" name="Google Shape;788;p94"/>
          <p:cNvSpPr txBox="1">
            <a:spLocks noGrp="1"/>
          </p:cNvSpPr>
          <p:nvPr>
            <p:ph type="title"/>
          </p:nvPr>
        </p:nvSpPr>
        <p:spPr>
          <a:xfrm>
            <a:off x="4941888" y="585788"/>
            <a:ext cx="6667230" cy="714094"/>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lt1"/>
              </a:buClr>
              <a:buSzPts val="3600"/>
              <a:buFont typeface="Quattrocento Sans"/>
              <a:buNone/>
              <a:defRPr sz="3600" b="0" cap="none">
                <a:solidFill>
                  <a:schemeClr val="lt1"/>
                </a:solidFill>
                <a:latin typeface="Quattrocento Sans"/>
                <a:ea typeface="Quattrocento Sans"/>
                <a:cs typeface="Quattrocento Sans"/>
                <a:sym typeface="Quattrocento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transition>
    <p:fade/>
  </p:transition>
  <p:extLst>
    <p:ext uri="{DCECCB84-F9BA-43D5-87BE-67443E8EF086}">
      <p15:sldGuideLst xmlns:p15="http://schemas.microsoft.com/office/powerpoint/2012/main">
        <p15:guide id="1" pos="2744">
          <p15:clr>
            <a:srgbClr val="5ACBF0"/>
          </p15:clr>
        </p15:guide>
        <p15:guide id="2" orient="horz" pos="2160">
          <p15:clr>
            <a:srgbClr val="5ACBF0"/>
          </p15:clr>
        </p15:guide>
        <p15:guide id="3" pos="2376">
          <p15:clr>
            <a:srgbClr val="5ACBF0"/>
          </p15:clr>
        </p15:guide>
        <p15:guide id="4" pos="3113">
          <p15:clr>
            <a:srgbClr val="5ACBF0"/>
          </p15:clr>
        </p15:guide>
      </p15:sldGuideLst>
    </p:ext>
  </p:extLst>
</p:sldLayout>
</file>

<file path=ppt/slideLayouts/slideLayout94.xml><?xml version="1.0" encoding="utf-8"?>
<p:sldLayout xmlns:a="http://schemas.openxmlformats.org/drawingml/2006/main" xmlns:r="http://schemas.openxmlformats.org/officeDocument/2006/relationships" xmlns:p="http://schemas.openxmlformats.org/presentationml/2006/main" matchingName="9_Large Number Divider 1">
  <p:cSld name="9_Large Number Divider 1">
    <p:bg>
      <p:bgPr>
        <a:solidFill>
          <a:schemeClr val="dk2"/>
        </a:solidFill>
        <a:effectLst/>
      </p:bgPr>
    </p:bg>
    <p:spTree>
      <p:nvGrpSpPr>
        <p:cNvPr id="1" name="Shape 789"/>
        <p:cNvGrpSpPr/>
        <p:nvPr/>
      </p:nvGrpSpPr>
      <p:grpSpPr>
        <a:xfrm>
          <a:off x="0" y="0"/>
          <a:ext cx="0" cy="0"/>
          <a:chOff x="0" y="0"/>
          <a:chExt cx="0" cy="0"/>
        </a:xfrm>
      </p:grpSpPr>
      <p:sp>
        <p:nvSpPr>
          <p:cNvPr id="790" name="Google Shape;790;p95"/>
          <p:cNvSpPr txBox="1"/>
          <p:nvPr/>
        </p:nvSpPr>
        <p:spPr>
          <a:xfrm>
            <a:off x="12355721" y="-203944"/>
            <a:ext cx="577081" cy="153888"/>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00">
                <a:solidFill>
                  <a:srgbClr val="A3A3A3"/>
                </a:solidFill>
                <a:latin typeface="Quattrocento Sans"/>
                <a:ea typeface="Quattrocento Sans"/>
                <a:cs typeface="Quattrocento Sans"/>
                <a:sym typeface="Quattrocento Sans"/>
              </a:rPr>
              <a:t>ELT layout</a:t>
            </a:r>
            <a:endParaRPr/>
          </a:p>
        </p:txBody>
      </p:sp>
      <p:sp>
        <p:nvSpPr>
          <p:cNvPr id="791" name="Google Shape;791;p95"/>
          <p:cNvSpPr txBox="1"/>
          <p:nvPr/>
        </p:nvSpPr>
        <p:spPr>
          <a:xfrm>
            <a:off x="0" y="680484"/>
            <a:ext cx="4356100" cy="6177516"/>
          </a:xfrm>
          <a:prstGeom prst="rect">
            <a:avLst/>
          </a:prstGeom>
          <a:noFill/>
          <a:ln>
            <a:noFill/>
          </a:ln>
          <a:effectLst>
            <a:outerShdw blurRad="76200" dist="76200" dir="2700000" algn="tl" rotWithShape="0">
              <a:srgbClr val="000000">
                <a:alpha val="20000"/>
              </a:srgbClr>
            </a:outerShdw>
          </a:effectLst>
        </p:spPr>
        <p:txBody>
          <a:bodyPr spcFirstLastPara="1" wrap="square" lIns="0" tIns="0" rIns="0" bIns="0" anchor="t" anchorCtr="0">
            <a:noAutofit/>
          </a:bodyPr>
          <a:lstStyle/>
          <a:p>
            <a:pPr marL="0" marR="0" lvl="0" indent="0" algn="l" rtl="0">
              <a:spcBef>
                <a:spcPts val="0"/>
              </a:spcBef>
              <a:spcAft>
                <a:spcPts val="0"/>
              </a:spcAft>
              <a:buNone/>
            </a:pPr>
            <a:r>
              <a:rPr lang="en-US" sz="50000" b="1" i="0">
                <a:solidFill>
                  <a:schemeClr val="accent1"/>
                </a:solidFill>
                <a:latin typeface="Quattrocento Sans"/>
                <a:ea typeface="Quattrocento Sans"/>
                <a:cs typeface="Quattrocento Sans"/>
                <a:sym typeface="Quattrocento Sans"/>
              </a:rPr>
              <a:t>5</a:t>
            </a:r>
            <a:endParaRPr/>
          </a:p>
        </p:txBody>
      </p:sp>
      <p:sp>
        <p:nvSpPr>
          <p:cNvPr id="792" name="Google Shape;792;p95"/>
          <p:cNvSpPr txBox="1">
            <a:spLocks noGrp="1"/>
          </p:cNvSpPr>
          <p:nvPr>
            <p:ph type="body" idx="1"/>
          </p:nvPr>
        </p:nvSpPr>
        <p:spPr>
          <a:xfrm>
            <a:off x="4941888" y="1307806"/>
            <a:ext cx="6667500" cy="2121194"/>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480"/>
              </a:spcBef>
              <a:spcAft>
                <a:spcPts val="0"/>
              </a:spcAft>
              <a:buClr>
                <a:schemeClr val="lt1"/>
              </a:buClr>
              <a:buSzPts val="2160"/>
              <a:buFont typeface="Noto Sans Symbols"/>
              <a:buNone/>
              <a:defRPr sz="2400">
                <a:solidFill>
                  <a:schemeClr val="lt1"/>
                </a:solidFill>
              </a:defRPr>
            </a:lvl1pPr>
            <a:lvl2pPr marL="914400" lvl="1" indent="-331469" algn="l">
              <a:lnSpc>
                <a:spcPct val="100000"/>
              </a:lnSpc>
              <a:spcBef>
                <a:spcPts val="600"/>
              </a:spcBef>
              <a:spcAft>
                <a:spcPts val="0"/>
              </a:spcAft>
              <a:buClr>
                <a:schemeClr val="lt1"/>
              </a:buClr>
              <a:buSzPts val="1620"/>
              <a:buChar char="·"/>
              <a:defRPr/>
            </a:lvl2pPr>
            <a:lvl3pPr marL="1371600" lvl="2" indent="-331469" algn="l">
              <a:lnSpc>
                <a:spcPct val="100000"/>
              </a:lnSpc>
              <a:spcBef>
                <a:spcPts val="360"/>
              </a:spcBef>
              <a:spcAft>
                <a:spcPts val="0"/>
              </a:spcAft>
              <a:buClr>
                <a:schemeClr val="lt1"/>
              </a:buClr>
              <a:buSzPts val="1620"/>
              <a:buChar char="·"/>
              <a:defRPr/>
            </a:lvl3pPr>
            <a:lvl4pPr marL="1828800" lvl="3" indent="-331469" algn="l">
              <a:lnSpc>
                <a:spcPct val="100000"/>
              </a:lnSpc>
              <a:spcBef>
                <a:spcPts val="360"/>
              </a:spcBef>
              <a:spcAft>
                <a:spcPts val="0"/>
              </a:spcAft>
              <a:buClr>
                <a:schemeClr val="lt1"/>
              </a:buClr>
              <a:buSzPts val="1620"/>
              <a:buChar char="·"/>
              <a:defRPr/>
            </a:lvl4pPr>
            <a:lvl5pPr marL="2286000" lvl="4" indent="-331470" algn="l">
              <a:lnSpc>
                <a:spcPct val="100000"/>
              </a:lnSpc>
              <a:spcBef>
                <a:spcPts val="360"/>
              </a:spcBef>
              <a:spcAft>
                <a:spcPts val="0"/>
              </a:spcAft>
              <a:buClr>
                <a:schemeClr val="lt1"/>
              </a:buClr>
              <a:buSzPts val="1620"/>
              <a:buChar char="·"/>
              <a:defRPr/>
            </a:lvl5pPr>
            <a:lvl6pPr marL="2743200" lvl="5" indent="-342900" algn="l">
              <a:spcBef>
                <a:spcPts val="360"/>
              </a:spcBef>
              <a:spcAft>
                <a:spcPts val="0"/>
              </a:spcAft>
              <a:buClr>
                <a:schemeClr val="lt1"/>
              </a:buClr>
              <a:buSzPts val="1800"/>
              <a:buChar char="•"/>
              <a:defRPr/>
            </a:lvl6pPr>
            <a:lvl7pPr marL="3200400" lvl="6" indent="-342900" algn="l">
              <a:spcBef>
                <a:spcPts val="360"/>
              </a:spcBef>
              <a:spcAft>
                <a:spcPts val="0"/>
              </a:spcAft>
              <a:buClr>
                <a:schemeClr val="lt1"/>
              </a:buClr>
              <a:buSzPts val="1800"/>
              <a:buChar char="•"/>
              <a:defRPr/>
            </a:lvl7pPr>
            <a:lvl8pPr marL="3657600" lvl="7" indent="-342900" algn="l">
              <a:spcBef>
                <a:spcPts val="360"/>
              </a:spcBef>
              <a:spcAft>
                <a:spcPts val="0"/>
              </a:spcAft>
              <a:buClr>
                <a:schemeClr val="lt1"/>
              </a:buClr>
              <a:buSzPts val="1800"/>
              <a:buChar char="•"/>
              <a:defRPr/>
            </a:lvl8pPr>
            <a:lvl9pPr marL="4114800" lvl="8" indent="-342900" algn="l">
              <a:spcBef>
                <a:spcPts val="360"/>
              </a:spcBef>
              <a:spcAft>
                <a:spcPts val="0"/>
              </a:spcAft>
              <a:buClr>
                <a:schemeClr val="lt1"/>
              </a:buClr>
              <a:buSzPts val="1800"/>
              <a:buChar char="•"/>
              <a:defRPr/>
            </a:lvl9pPr>
          </a:lstStyle>
          <a:p>
            <a:endParaRPr/>
          </a:p>
        </p:txBody>
      </p:sp>
      <p:sp>
        <p:nvSpPr>
          <p:cNvPr id="793" name="Google Shape;793;p95"/>
          <p:cNvSpPr txBox="1">
            <a:spLocks noGrp="1"/>
          </p:cNvSpPr>
          <p:nvPr>
            <p:ph type="title"/>
          </p:nvPr>
        </p:nvSpPr>
        <p:spPr>
          <a:xfrm>
            <a:off x="4941888" y="585788"/>
            <a:ext cx="6667230" cy="714094"/>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lt1"/>
              </a:buClr>
              <a:buSzPts val="3600"/>
              <a:buFont typeface="Quattrocento Sans"/>
              <a:buNone/>
              <a:defRPr sz="3600" b="0" cap="none">
                <a:solidFill>
                  <a:schemeClr val="lt1"/>
                </a:solidFill>
                <a:latin typeface="Quattrocento Sans"/>
                <a:ea typeface="Quattrocento Sans"/>
                <a:cs typeface="Quattrocento Sans"/>
                <a:sym typeface="Quattrocento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transition>
    <p:fade/>
  </p:transition>
  <p:extLst>
    <p:ext uri="{DCECCB84-F9BA-43D5-87BE-67443E8EF086}">
      <p15:sldGuideLst xmlns:p15="http://schemas.microsoft.com/office/powerpoint/2012/main">
        <p15:guide id="1" pos="2744">
          <p15:clr>
            <a:srgbClr val="5ACBF0"/>
          </p15:clr>
        </p15:guide>
        <p15:guide id="2" orient="horz" pos="2160">
          <p15:clr>
            <a:srgbClr val="5ACBF0"/>
          </p15:clr>
        </p15:guide>
        <p15:guide id="3" pos="2376">
          <p15:clr>
            <a:srgbClr val="5ACBF0"/>
          </p15:clr>
        </p15:guide>
        <p15:guide id="4" pos="3113">
          <p15:clr>
            <a:srgbClr val="5ACBF0"/>
          </p15:clr>
        </p15:guide>
      </p15:sldGuideLst>
    </p:ext>
  </p:extLst>
</p:sldLayout>
</file>

<file path=ppt/slideLayouts/slideLayout95.xml><?xml version="1.0" encoding="utf-8"?>
<p:sldLayout xmlns:a="http://schemas.openxmlformats.org/drawingml/2006/main" xmlns:r="http://schemas.openxmlformats.org/officeDocument/2006/relationships" xmlns:p="http://schemas.openxmlformats.org/presentationml/2006/main" matchingName="Developer Code Layout full page">
  <p:cSld name="Developer Code Layout full page">
    <p:bg>
      <p:bgPr>
        <a:solidFill>
          <a:schemeClr val="lt2"/>
        </a:solidFill>
        <a:effectLst/>
      </p:bgPr>
    </p:bg>
    <p:spTree>
      <p:nvGrpSpPr>
        <p:cNvPr id="1" name="Shape 794"/>
        <p:cNvGrpSpPr/>
        <p:nvPr/>
      </p:nvGrpSpPr>
      <p:grpSpPr>
        <a:xfrm>
          <a:off x="0" y="0"/>
          <a:ext cx="0" cy="0"/>
          <a:chOff x="0" y="0"/>
          <a:chExt cx="0" cy="0"/>
        </a:xfrm>
      </p:grpSpPr>
      <p:sp>
        <p:nvSpPr>
          <p:cNvPr id="795" name="Google Shape;795;p96"/>
          <p:cNvSpPr/>
          <p:nvPr/>
        </p:nvSpPr>
        <p:spPr>
          <a:xfrm>
            <a:off x="0" y="0"/>
            <a:ext cx="12192000" cy="6858000"/>
          </a:xfrm>
          <a:prstGeom prst="rect">
            <a:avLst/>
          </a:prstGeom>
          <a:solidFill>
            <a:srgbClr val="FFFFFF"/>
          </a:solidFill>
          <a:ln>
            <a:noFill/>
          </a:ln>
        </p:spPr>
        <p:txBody>
          <a:bodyPr spcFirstLastPara="1" wrap="square" lIns="182875" tIns="146300" rIns="182875" bIns="146300" anchor="t" anchorCtr="0">
            <a:noAutofit/>
          </a:bodyPr>
          <a:lstStyle/>
          <a:p>
            <a:pPr marL="0" marR="0" lvl="0" indent="0" algn="l" rtl="0">
              <a:spcBef>
                <a:spcPts val="0"/>
              </a:spcBef>
              <a:spcAft>
                <a:spcPts val="0"/>
              </a:spcAft>
              <a:buNone/>
            </a:pPr>
            <a:endParaRPr sz="2000">
              <a:solidFill>
                <a:srgbClr val="FFFFFF"/>
              </a:solidFill>
              <a:latin typeface="Quattrocento Sans"/>
              <a:ea typeface="Quattrocento Sans"/>
              <a:cs typeface="Quattrocento Sans"/>
              <a:sym typeface="Quattrocento Sans"/>
            </a:endParaRPr>
          </a:p>
        </p:txBody>
      </p:sp>
      <p:sp>
        <p:nvSpPr>
          <p:cNvPr id="796" name="Google Shape;796;p96"/>
          <p:cNvSpPr txBox="1">
            <a:spLocks noGrp="1"/>
          </p:cNvSpPr>
          <p:nvPr>
            <p:ph type="body" idx="1"/>
          </p:nvPr>
        </p:nvSpPr>
        <p:spPr>
          <a:xfrm>
            <a:off x="0" y="0"/>
            <a:ext cx="3788358" cy="493776"/>
          </a:xfrm>
          <a:prstGeom prst="rect">
            <a:avLst/>
          </a:prstGeom>
          <a:gradFill>
            <a:gsLst>
              <a:gs pos="0">
                <a:srgbClr val="000000"/>
              </a:gs>
              <a:gs pos="99000">
                <a:srgbClr val="000000"/>
              </a:gs>
              <a:gs pos="100000">
                <a:schemeClr val="accent1"/>
              </a:gs>
            </a:gsLst>
            <a:lin ang="10800000" scaled="0"/>
          </a:gradFill>
          <a:ln>
            <a:noFill/>
          </a:ln>
        </p:spPr>
        <p:txBody>
          <a:bodyPr spcFirstLastPara="1" wrap="square" lIns="585200" tIns="91425" rIns="0" bIns="91425" anchor="t" anchorCtr="0">
            <a:spAutoFit/>
          </a:bodyPr>
          <a:lstStyle>
            <a:lvl1pPr marL="457200" lvl="0" indent="-228600" algn="l">
              <a:lnSpc>
                <a:spcPct val="100000"/>
              </a:lnSpc>
              <a:spcBef>
                <a:spcPts val="400"/>
              </a:spcBef>
              <a:spcAft>
                <a:spcPts val="0"/>
              </a:spcAft>
              <a:buClr>
                <a:srgbClr val="FFFFFF"/>
              </a:buClr>
              <a:buSzPts val="1799"/>
              <a:buNone/>
              <a:defRPr sz="1999">
                <a:solidFill>
                  <a:srgbClr val="FFFFFF"/>
                </a:solidFill>
                <a:latin typeface="Quattrocento Sans"/>
                <a:ea typeface="Quattrocento Sans"/>
                <a:cs typeface="Quattrocento Sans"/>
                <a:sym typeface="Quattrocento Sans"/>
              </a:defRPr>
            </a:lvl1pPr>
            <a:lvl2pPr marL="914400" lvl="1" indent="-331469" algn="l">
              <a:lnSpc>
                <a:spcPct val="100000"/>
              </a:lnSpc>
              <a:spcBef>
                <a:spcPts val="360"/>
              </a:spcBef>
              <a:spcAft>
                <a:spcPts val="0"/>
              </a:spcAft>
              <a:buClr>
                <a:schemeClr val="dk1"/>
              </a:buClr>
              <a:buSzPts val="1620"/>
              <a:buChar char="·"/>
              <a:defRPr/>
            </a:lvl2pPr>
            <a:lvl3pPr marL="1371600" lvl="2" indent="-331469" algn="l">
              <a:lnSpc>
                <a:spcPct val="100000"/>
              </a:lnSpc>
              <a:spcBef>
                <a:spcPts val="360"/>
              </a:spcBef>
              <a:spcAft>
                <a:spcPts val="0"/>
              </a:spcAft>
              <a:buClr>
                <a:schemeClr val="dk1"/>
              </a:buClr>
              <a:buSzPts val="1620"/>
              <a:buChar char="·"/>
              <a:defRPr/>
            </a:lvl3pPr>
            <a:lvl4pPr marL="1828800" lvl="3" indent="-331469" algn="l">
              <a:lnSpc>
                <a:spcPct val="100000"/>
              </a:lnSpc>
              <a:spcBef>
                <a:spcPts val="360"/>
              </a:spcBef>
              <a:spcAft>
                <a:spcPts val="0"/>
              </a:spcAft>
              <a:buClr>
                <a:schemeClr val="dk1"/>
              </a:buClr>
              <a:buSzPts val="1620"/>
              <a:buChar char="·"/>
              <a:defRPr/>
            </a:lvl4pPr>
            <a:lvl5pPr marL="2286000" lvl="4" indent="-331470" algn="l">
              <a:lnSpc>
                <a:spcPct val="100000"/>
              </a:lnSpc>
              <a:spcBef>
                <a:spcPts val="360"/>
              </a:spcBef>
              <a:spcAft>
                <a:spcPts val="0"/>
              </a:spcAft>
              <a:buClr>
                <a:schemeClr val="dk1"/>
              </a:buClr>
              <a:buSzPts val="162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97" name="Google Shape;797;p96" descr="This layout should only be used for developer code. The font used is a monospace font which is ideal for showing code."/>
          <p:cNvSpPr txBox="1">
            <a:spLocks noGrp="1"/>
          </p:cNvSpPr>
          <p:nvPr>
            <p:ph type="body" idx="2"/>
          </p:nvPr>
        </p:nvSpPr>
        <p:spPr>
          <a:xfrm>
            <a:off x="591438" y="710247"/>
            <a:ext cx="11018520" cy="369332"/>
          </a:xfrm>
          <a:prstGeom prst="rect">
            <a:avLst/>
          </a:prstGeom>
          <a:noFill/>
          <a:ln>
            <a:noFill/>
          </a:ln>
        </p:spPr>
        <p:txBody>
          <a:bodyPr spcFirstLastPara="1" wrap="square" lIns="0" tIns="0" rIns="0" bIns="0" anchor="t" anchorCtr="0">
            <a:spAutoFit/>
          </a:bodyPr>
          <a:lstStyle>
            <a:lvl1pPr marL="457200" lvl="0" indent="-228600" algn="l">
              <a:lnSpc>
                <a:spcPct val="100000"/>
              </a:lnSpc>
              <a:spcBef>
                <a:spcPts val="480"/>
              </a:spcBef>
              <a:spcAft>
                <a:spcPts val="0"/>
              </a:spcAft>
              <a:buClr>
                <a:srgbClr val="000000"/>
              </a:buClr>
              <a:buSzPts val="2160"/>
              <a:buNone/>
              <a:defRPr sz="2400">
                <a:solidFill>
                  <a:srgbClr val="000000"/>
                </a:solidFill>
                <a:latin typeface="Consolas"/>
                <a:ea typeface="Consolas"/>
                <a:cs typeface="Consolas"/>
                <a:sym typeface="Consolas"/>
              </a:defRPr>
            </a:lvl1pPr>
            <a:lvl2pPr marL="914400" lvl="1" indent="-228600" algn="l">
              <a:lnSpc>
                <a:spcPct val="100000"/>
              </a:lnSpc>
              <a:spcBef>
                <a:spcPts val="480"/>
              </a:spcBef>
              <a:spcAft>
                <a:spcPts val="0"/>
              </a:spcAft>
              <a:buClr>
                <a:schemeClr val="dk1"/>
              </a:buClr>
              <a:buSzPts val="2160"/>
              <a:buNone/>
              <a:defRPr sz="2400">
                <a:solidFill>
                  <a:schemeClr val="dk1"/>
                </a:solidFill>
                <a:latin typeface="Consolas"/>
                <a:ea typeface="Consolas"/>
                <a:cs typeface="Consolas"/>
                <a:sym typeface="Consolas"/>
              </a:defRPr>
            </a:lvl2pPr>
            <a:lvl3pPr marL="1371600" lvl="2" indent="-228600" algn="l">
              <a:lnSpc>
                <a:spcPct val="100000"/>
              </a:lnSpc>
              <a:spcBef>
                <a:spcPts val="480"/>
              </a:spcBef>
              <a:spcAft>
                <a:spcPts val="0"/>
              </a:spcAft>
              <a:buClr>
                <a:schemeClr val="dk1"/>
              </a:buClr>
              <a:buSzPts val="2160"/>
              <a:buNone/>
              <a:defRPr sz="2400">
                <a:solidFill>
                  <a:schemeClr val="dk1"/>
                </a:solidFill>
                <a:latin typeface="Consolas"/>
                <a:ea typeface="Consolas"/>
                <a:cs typeface="Consolas"/>
                <a:sym typeface="Consolas"/>
              </a:defRPr>
            </a:lvl3pPr>
            <a:lvl4pPr marL="1828800" lvl="3" indent="-228600" algn="l">
              <a:lnSpc>
                <a:spcPct val="100000"/>
              </a:lnSpc>
              <a:spcBef>
                <a:spcPts val="480"/>
              </a:spcBef>
              <a:spcAft>
                <a:spcPts val="0"/>
              </a:spcAft>
              <a:buClr>
                <a:schemeClr val="dk1"/>
              </a:buClr>
              <a:buSzPts val="2160"/>
              <a:buNone/>
              <a:defRPr sz="2400">
                <a:solidFill>
                  <a:schemeClr val="dk1"/>
                </a:solidFill>
                <a:latin typeface="Consolas"/>
                <a:ea typeface="Consolas"/>
                <a:cs typeface="Consolas"/>
                <a:sym typeface="Consolas"/>
              </a:defRPr>
            </a:lvl4pPr>
            <a:lvl5pPr marL="2286000" lvl="4" indent="-228600" algn="l">
              <a:lnSpc>
                <a:spcPct val="100000"/>
              </a:lnSpc>
              <a:spcBef>
                <a:spcPts val="480"/>
              </a:spcBef>
              <a:spcAft>
                <a:spcPts val="0"/>
              </a:spcAft>
              <a:buClr>
                <a:schemeClr val="dk1"/>
              </a:buClr>
              <a:buSzPts val="2160"/>
              <a:buNone/>
              <a:defRPr sz="2400">
                <a:solidFill>
                  <a:schemeClr val="dk1"/>
                </a:solidFill>
                <a:latin typeface="Consolas"/>
                <a:ea typeface="Consolas"/>
                <a:cs typeface="Consolas"/>
                <a:sym typeface="Consolas"/>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Tree>
  </p:cSld>
  <p:clrMapOvr>
    <a:masterClrMapping/>
  </p:clrMapOvr>
  <p:transition>
    <p:fade/>
  </p:transition>
  <p:extLst>
    <p:ext uri="{DCECCB84-F9BA-43D5-87BE-67443E8EF086}">
      <p15:sldGuideLst xmlns:p15="http://schemas.microsoft.com/office/powerpoint/2012/main">
        <p15:guide id="1" orient="horz" pos="438">
          <p15:clr>
            <a:srgbClr val="5ACBF0"/>
          </p15:clr>
        </p15:guide>
        <p15:guide id="2" orient="horz" pos="288">
          <p15:clr>
            <a:srgbClr val="5ACBF0"/>
          </p15:clr>
        </p15:guide>
      </p15:sldGuideLst>
    </p:ext>
  </p:extLst>
</p:sldLayout>
</file>

<file path=ppt/slideLayouts/slideLayout96.xml><?xml version="1.0" encoding="utf-8"?>
<p:sldLayout xmlns:a="http://schemas.openxmlformats.org/drawingml/2006/main" xmlns:r="http://schemas.openxmlformats.org/officeDocument/2006/relationships" xmlns:p="http://schemas.openxmlformats.org/presentationml/2006/main" matchingName="Developer Code Layout">
  <p:cSld name="Developer Code Layout">
    <p:bg>
      <p:bgPr>
        <a:solidFill>
          <a:schemeClr val="lt2"/>
        </a:solidFill>
        <a:effectLst/>
      </p:bgPr>
    </p:bg>
    <p:spTree>
      <p:nvGrpSpPr>
        <p:cNvPr id="1" name="Shape 798"/>
        <p:cNvGrpSpPr/>
        <p:nvPr/>
      </p:nvGrpSpPr>
      <p:grpSpPr>
        <a:xfrm>
          <a:off x="0" y="0"/>
          <a:ext cx="0" cy="0"/>
          <a:chOff x="0" y="0"/>
          <a:chExt cx="0" cy="0"/>
        </a:xfrm>
      </p:grpSpPr>
      <p:sp>
        <p:nvSpPr>
          <p:cNvPr id="799" name="Google Shape;799;p97"/>
          <p:cNvSpPr txBox="1">
            <a:spLocks noGrp="1"/>
          </p:cNvSpPr>
          <p:nvPr>
            <p:ph type="title"/>
          </p:nvPr>
        </p:nvSpPr>
        <p:spPr>
          <a:xfrm>
            <a:off x="588263" y="457200"/>
            <a:ext cx="11018520" cy="553998"/>
          </a:xfrm>
          <a:prstGeom prst="rect">
            <a:avLst/>
          </a:prstGeom>
          <a:noFill/>
          <a:ln>
            <a:noFill/>
          </a:ln>
        </p:spPr>
        <p:txBody>
          <a:bodyPr spcFirstLastPara="1" wrap="square" lIns="0" tIns="0" rIns="0" bIns="0" anchor="ctr" anchorCtr="0">
            <a:spAutoFit/>
          </a:bodyPr>
          <a:lstStyle>
            <a:lvl1pPr lvl="0" algn="l">
              <a:lnSpc>
                <a:spcPct val="10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00" name="Google Shape;800;p97"/>
          <p:cNvSpPr/>
          <p:nvPr/>
        </p:nvSpPr>
        <p:spPr>
          <a:xfrm>
            <a:off x="0" y="1436688"/>
            <a:ext cx="12192000" cy="5421312"/>
          </a:xfrm>
          <a:prstGeom prst="rect">
            <a:avLst/>
          </a:prstGeom>
          <a:solidFill>
            <a:srgbClr val="FFFFFF"/>
          </a:solidFill>
          <a:ln>
            <a:noFill/>
          </a:ln>
        </p:spPr>
        <p:txBody>
          <a:bodyPr spcFirstLastPara="1" wrap="square" lIns="182875" tIns="146300" rIns="182875" bIns="146300" anchor="t" anchorCtr="0">
            <a:noAutofit/>
          </a:bodyPr>
          <a:lstStyle/>
          <a:p>
            <a:pPr marL="0" marR="0" lvl="0" indent="0" algn="l" rtl="0">
              <a:spcBef>
                <a:spcPts val="0"/>
              </a:spcBef>
              <a:spcAft>
                <a:spcPts val="0"/>
              </a:spcAft>
              <a:buNone/>
            </a:pPr>
            <a:endParaRPr sz="2000">
              <a:solidFill>
                <a:srgbClr val="FFFFFF"/>
              </a:solidFill>
              <a:latin typeface="Quattrocento Sans"/>
              <a:ea typeface="Quattrocento Sans"/>
              <a:cs typeface="Quattrocento Sans"/>
              <a:sym typeface="Quattrocento Sans"/>
            </a:endParaRPr>
          </a:p>
        </p:txBody>
      </p:sp>
      <p:sp>
        <p:nvSpPr>
          <p:cNvPr id="801" name="Google Shape;801;p97"/>
          <p:cNvSpPr txBox="1">
            <a:spLocks noGrp="1"/>
          </p:cNvSpPr>
          <p:nvPr>
            <p:ph type="body" idx="1"/>
          </p:nvPr>
        </p:nvSpPr>
        <p:spPr>
          <a:xfrm>
            <a:off x="0" y="1436688"/>
            <a:ext cx="3788358" cy="446148"/>
          </a:xfrm>
          <a:prstGeom prst="rect">
            <a:avLst/>
          </a:prstGeom>
          <a:gradFill>
            <a:gsLst>
              <a:gs pos="0">
                <a:srgbClr val="000000"/>
              </a:gs>
              <a:gs pos="92000">
                <a:srgbClr val="000000"/>
              </a:gs>
              <a:gs pos="100000">
                <a:schemeClr val="accent1"/>
              </a:gs>
            </a:gsLst>
            <a:lin ang="16200000" scaled="0"/>
          </a:gradFill>
          <a:ln>
            <a:noFill/>
          </a:ln>
        </p:spPr>
        <p:txBody>
          <a:bodyPr spcFirstLastPara="1" wrap="square" lIns="585200" tIns="91425" rIns="0" bIns="45700" anchor="t" anchorCtr="0">
            <a:spAutoFit/>
          </a:bodyPr>
          <a:lstStyle>
            <a:lvl1pPr marL="457200" lvl="0" indent="-228600" algn="l">
              <a:lnSpc>
                <a:spcPct val="100000"/>
              </a:lnSpc>
              <a:spcBef>
                <a:spcPts val="400"/>
              </a:spcBef>
              <a:spcAft>
                <a:spcPts val="0"/>
              </a:spcAft>
              <a:buClr>
                <a:srgbClr val="FFFFFF"/>
              </a:buClr>
              <a:buSzPts val="1799"/>
              <a:buNone/>
              <a:defRPr sz="1999">
                <a:solidFill>
                  <a:srgbClr val="FFFFFF"/>
                </a:solidFill>
                <a:latin typeface="Quattrocento Sans"/>
                <a:ea typeface="Quattrocento Sans"/>
                <a:cs typeface="Quattrocento Sans"/>
                <a:sym typeface="Quattrocento Sans"/>
              </a:defRPr>
            </a:lvl1pPr>
            <a:lvl2pPr marL="914400" lvl="1" indent="-331469" algn="l">
              <a:lnSpc>
                <a:spcPct val="100000"/>
              </a:lnSpc>
              <a:spcBef>
                <a:spcPts val="360"/>
              </a:spcBef>
              <a:spcAft>
                <a:spcPts val="0"/>
              </a:spcAft>
              <a:buClr>
                <a:schemeClr val="dk1"/>
              </a:buClr>
              <a:buSzPts val="1620"/>
              <a:buChar char="·"/>
              <a:defRPr/>
            </a:lvl2pPr>
            <a:lvl3pPr marL="1371600" lvl="2" indent="-331469" algn="l">
              <a:lnSpc>
                <a:spcPct val="100000"/>
              </a:lnSpc>
              <a:spcBef>
                <a:spcPts val="360"/>
              </a:spcBef>
              <a:spcAft>
                <a:spcPts val="0"/>
              </a:spcAft>
              <a:buClr>
                <a:schemeClr val="dk1"/>
              </a:buClr>
              <a:buSzPts val="1620"/>
              <a:buChar char="·"/>
              <a:defRPr/>
            </a:lvl3pPr>
            <a:lvl4pPr marL="1828800" lvl="3" indent="-331469" algn="l">
              <a:lnSpc>
                <a:spcPct val="100000"/>
              </a:lnSpc>
              <a:spcBef>
                <a:spcPts val="360"/>
              </a:spcBef>
              <a:spcAft>
                <a:spcPts val="0"/>
              </a:spcAft>
              <a:buClr>
                <a:schemeClr val="dk1"/>
              </a:buClr>
              <a:buSzPts val="1620"/>
              <a:buChar char="·"/>
              <a:defRPr/>
            </a:lvl4pPr>
            <a:lvl5pPr marL="2286000" lvl="4" indent="-331470" algn="l">
              <a:lnSpc>
                <a:spcPct val="100000"/>
              </a:lnSpc>
              <a:spcBef>
                <a:spcPts val="360"/>
              </a:spcBef>
              <a:spcAft>
                <a:spcPts val="0"/>
              </a:spcAft>
              <a:buClr>
                <a:schemeClr val="dk1"/>
              </a:buClr>
              <a:buSzPts val="162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802" name="Google Shape;802;p97" descr="This layout should only be used for developer code. The font used is a monospace font which is ideal for showing code."/>
          <p:cNvSpPr txBox="1">
            <a:spLocks noGrp="1"/>
          </p:cNvSpPr>
          <p:nvPr>
            <p:ph type="body" idx="2"/>
          </p:nvPr>
        </p:nvSpPr>
        <p:spPr>
          <a:xfrm>
            <a:off x="588263" y="2099310"/>
            <a:ext cx="11018520" cy="369332"/>
          </a:xfrm>
          <a:prstGeom prst="rect">
            <a:avLst/>
          </a:prstGeom>
          <a:noFill/>
          <a:ln>
            <a:noFill/>
          </a:ln>
        </p:spPr>
        <p:txBody>
          <a:bodyPr spcFirstLastPara="1" wrap="square" lIns="0" tIns="0" rIns="0" bIns="0" anchor="t" anchorCtr="0">
            <a:spAutoFit/>
          </a:bodyPr>
          <a:lstStyle>
            <a:lvl1pPr marL="457200" lvl="0" indent="-228600" algn="l">
              <a:lnSpc>
                <a:spcPct val="100000"/>
              </a:lnSpc>
              <a:spcBef>
                <a:spcPts val="480"/>
              </a:spcBef>
              <a:spcAft>
                <a:spcPts val="0"/>
              </a:spcAft>
              <a:buClr>
                <a:srgbClr val="000000"/>
              </a:buClr>
              <a:buSzPts val="2160"/>
              <a:buNone/>
              <a:defRPr sz="2400">
                <a:solidFill>
                  <a:srgbClr val="000000"/>
                </a:solidFill>
                <a:latin typeface="Consolas"/>
                <a:ea typeface="Consolas"/>
                <a:cs typeface="Consolas"/>
                <a:sym typeface="Consolas"/>
              </a:defRPr>
            </a:lvl1pPr>
            <a:lvl2pPr marL="914400" lvl="1" indent="-228600" algn="l">
              <a:lnSpc>
                <a:spcPct val="100000"/>
              </a:lnSpc>
              <a:spcBef>
                <a:spcPts val="480"/>
              </a:spcBef>
              <a:spcAft>
                <a:spcPts val="0"/>
              </a:spcAft>
              <a:buClr>
                <a:schemeClr val="dk1"/>
              </a:buClr>
              <a:buSzPts val="2160"/>
              <a:buNone/>
              <a:defRPr sz="2400">
                <a:solidFill>
                  <a:schemeClr val="dk1"/>
                </a:solidFill>
                <a:latin typeface="Consolas"/>
                <a:ea typeface="Consolas"/>
                <a:cs typeface="Consolas"/>
                <a:sym typeface="Consolas"/>
              </a:defRPr>
            </a:lvl2pPr>
            <a:lvl3pPr marL="1371600" lvl="2" indent="-228600" algn="l">
              <a:lnSpc>
                <a:spcPct val="100000"/>
              </a:lnSpc>
              <a:spcBef>
                <a:spcPts val="480"/>
              </a:spcBef>
              <a:spcAft>
                <a:spcPts val="0"/>
              </a:spcAft>
              <a:buClr>
                <a:schemeClr val="dk1"/>
              </a:buClr>
              <a:buSzPts val="2160"/>
              <a:buNone/>
              <a:defRPr sz="2400">
                <a:solidFill>
                  <a:schemeClr val="dk1"/>
                </a:solidFill>
                <a:latin typeface="Consolas"/>
                <a:ea typeface="Consolas"/>
                <a:cs typeface="Consolas"/>
                <a:sym typeface="Consolas"/>
              </a:defRPr>
            </a:lvl3pPr>
            <a:lvl4pPr marL="1828800" lvl="3" indent="-228600" algn="l">
              <a:lnSpc>
                <a:spcPct val="100000"/>
              </a:lnSpc>
              <a:spcBef>
                <a:spcPts val="480"/>
              </a:spcBef>
              <a:spcAft>
                <a:spcPts val="0"/>
              </a:spcAft>
              <a:buClr>
                <a:schemeClr val="dk1"/>
              </a:buClr>
              <a:buSzPts val="2160"/>
              <a:buNone/>
              <a:defRPr sz="2400">
                <a:solidFill>
                  <a:schemeClr val="dk1"/>
                </a:solidFill>
                <a:latin typeface="Consolas"/>
                <a:ea typeface="Consolas"/>
                <a:cs typeface="Consolas"/>
                <a:sym typeface="Consolas"/>
              </a:defRPr>
            </a:lvl4pPr>
            <a:lvl5pPr marL="2286000" lvl="4" indent="-228600" algn="l">
              <a:lnSpc>
                <a:spcPct val="100000"/>
              </a:lnSpc>
              <a:spcBef>
                <a:spcPts val="480"/>
              </a:spcBef>
              <a:spcAft>
                <a:spcPts val="0"/>
              </a:spcAft>
              <a:buClr>
                <a:schemeClr val="dk1"/>
              </a:buClr>
              <a:buSzPts val="2160"/>
              <a:buNone/>
              <a:defRPr sz="2400">
                <a:solidFill>
                  <a:schemeClr val="dk1"/>
                </a:solidFill>
                <a:latin typeface="Consolas"/>
                <a:ea typeface="Consolas"/>
                <a:cs typeface="Consolas"/>
                <a:sym typeface="Consolas"/>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Tree>
  </p:cSld>
  <p:clrMapOvr>
    <a:masterClrMapping/>
  </p:clrMapOvr>
  <p:transition>
    <p:fade/>
  </p:transition>
  <p:extLst>
    <p:ext uri="{DCECCB84-F9BA-43D5-87BE-67443E8EF086}">
      <p15:sldGuideLst xmlns:p15="http://schemas.microsoft.com/office/powerpoint/2012/main">
        <p15:guide id="1" orient="horz" pos="1322">
          <p15:clr>
            <a:srgbClr val="5ACBF0"/>
          </p15:clr>
        </p15:guide>
        <p15:guide id="2" orient="horz" pos="905">
          <p15:clr>
            <a:srgbClr val="5ACBF0"/>
          </p15:clr>
        </p15:guide>
        <p15:guide id="3" orient="horz" pos="288">
          <p15:clr>
            <a:srgbClr val="5ACBF0"/>
          </p15:clr>
        </p15:guide>
      </p15:sldGuideLst>
    </p:ext>
  </p:extLst>
</p:sldLayout>
</file>

<file path=ppt/slideLayouts/slideLayout97.xml><?xml version="1.0" encoding="utf-8"?>
<p:sldLayout xmlns:a="http://schemas.openxmlformats.org/drawingml/2006/main" xmlns:r="http://schemas.openxmlformats.org/officeDocument/2006/relationships" xmlns:p="http://schemas.openxmlformats.org/presentationml/2006/main" matchingName="Code Bottom">
  <p:cSld name="Code Bottom">
    <p:bg>
      <p:bgPr>
        <a:solidFill>
          <a:schemeClr val="lt2"/>
        </a:solidFill>
        <a:effectLst/>
      </p:bgPr>
    </p:bg>
    <p:spTree>
      <p:nvGrpSpPr>
        <p:cNvPr id="1" name="Shape 803"/>
        <p:cNvGrpSpPr/>
        <p:nvPr/>
      </p:nvGrpSpPr>
      <p:grpSpPr>
        <a:xfrm>
          <a:off x="0" y="0"/>
          <a:ext cx="0" cy="0"/>
          <a:chOff x="0" y="0"/>
          <a:chExt cx="0" cy="0"/>
        </a:xfrm>
      </p:grpSpPr>
      <p:sp>
        <p:nvSpPr>
          <p:cNvPr id="804" name="Google Shape;804;p98"/>
          <p:cNvSpPr txBox="1">
            <a:spLocks noGrp="1"/>
          </p:cNvSpPr>
          <p:nvPr>
            <p:ph type="title"/>
          </p:nvPr>
        </p:nvSpPr>
        <p:spPr>
          <a:xfrm>
            <a:off x="588263" y="457200"/>
            <a:ext cx="11018520" cy="553998"/>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Clr>
                <a:schemeClr val="dk1"/>
              </a:buClr>
              <a:buSzPts val="3600"/>
              <a:buFont typeface="Quattrocento Sans"/>
              <a:buNone/>
              <a:defRPr>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05" name="Google Shape;805;p98"/>
          <p:cNvSpPr txBox="1">
            <a:spLocks noGrp="1"/>
          </p:cNvSpPr>
          <p:nvPr>
            <p:ph type="body" idx="1"/>
          </p:nvPr>
        </p:nvSpPr>
        <p:spPr>
          <a:xfrm>
            <a:off x="586390" y="1230681"/>
            <a:ext cx="11018520" cy="369332"/>
          </a:xfrm>
          <a:prstGeom prst="rect">
            <a:avLst/>
          </a:prstGeom>
          <a:noFill/>
          <a:ln>
            <a:noFill/>
          </a:ln>
        </p:spPr>
        <p:txBody>
          <a:bodyPr spcFirstLastPara="1" wrap="square" lIns="0" tIns="0" rIns="0" bIns="0" anchor="t" anchorCtr="0">
            <a:spAutoFit/>
          </a:bodyPr>
          <a:lstStyle>
            <a:lvl1pPr marL="457200" lvl="0" indent="-228600" algn="l">
              <a:lnSpc>
                <a:spcPct val="100000"/>
              </a:lnSpc>
              <a:spcBef>
                <a:spcPts val="600"/>
              </a:spcBef>
              <a:spcAft>
                <a:spcPts val="0"/>
              </a:spcAft>
              <a:buClr>
                <a:schemeClr val="dk1"/>
              </a:buClr>
              <a:buSzPts val="2160"/>
              <a:buNone/>
              <a:defRPr sz="2400">
                <a:solidFill>
                  <a:schemeClr val="dk1"/>
                </a:solidFill>
                <a:latin typeface="Quattrocento Sans"/>
                <a:ea typeface="Quattrocento Sans"/>
                <a:cs typeface="Quattrocento Sans"/>
                <a:sym typeface="Quattrocento Sans"/>
              </a:defRPr>
            </a:lvl1pPr>
            <a:lvl2pPr marL="914400" lvl="1" indent="-228600" algn="l">
              <a:lnSpc>
                <a:spcPct val="100000"/>
              </a:lnSpc>
              <a:spcBef>
                <a:spcPts val="480"/>
              </a:spcBef>
              <a:spcAft>
                <a:spcPts val="0"/>
              </a:spcAft>
              <a:buClr>
                <a:srgbClr val="2F2F2F"/>
              </a:buClr>
              <a:buSzPts val="2160"/>
              <a:buNone/>
              <a:defRPr sz="2400">
                <a:solidFill>
                  <a:srgbClr val="2F2F2F"/>
                </a:solidFill>
                <a:latin typeface="Quattrocento Sans"/>
                <a:ea typeface="Quattrocento Sans"/>
                <a:cs typeface="Quattrocento Sans"/>
                <a:sym typeface="Quattrocento Sans"/>
              </a:defRPr>
            </a:lvl2pPr>
            <a:lvl3pPr marL="1371600" lvl="2" indent="-228600" algn="l">
              <a:lnSpc>
                <a:spcPct val="100000"/>
              </a:lnSpc>
              <a:spcBef>
                <a:spcPts val="320"/>
              </a:spcBef>
              <a:spcAft>
                <a:spcPts val="0"/>
              </a:spcAft>
              <a:buClr>
                <a:schemeClr val="dk1"/>
              </a:buClr>
              <a:buSzPts val="1440"/>
              <a:buNone/>
              <a:defRPr/>
            </a:lvl3pPr>
            <a:lvl4pPr marL="1828800" lvl="3" indent="-228600" algn="l">
              <a:lnSpc>
                <a:spcPct val="100000"/>
              </a:lnSpc>
              <a:spcBef>
                <a:spcPts val="280"/>
              </a:spcBef>
              <a:spcAft>
                <a:spcPts val="0"/>
              </a:spcAft>
              <a:buClr>
                <a:schemeClr val="dk1"/>
              </a:buClr>
              <a:buSzPts val="1260"/>
              <a:buNone/>
              <a:defRPr/>
            </a:lvl4pPr>
            <a:lvl5pPr marL="2286000" lvl="4" indent="-228600" algn="l">
              <a:lnSpc>
                <a:spcPct val="100000"/>
              </a:lnSpc>
              <a:spcBef>
                <a:spcPts val="280"/>
              </a:spcBef>
              <a:spcAft>
                <a:spcPts val="0"/>
              </a:spcAft>
              <a:buClr>
                <a:schemeClr val="dk1"/>
              </a:buClr>
              <a:buSzPts val="1260"/>
              <a:buNone/>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806" name="Google Shape;806;p98"/>
          <p:cNvSpPr/>
          <p:nvPr/>
        </p:nvSpPr>
        <p:spPr>
          <a:xfrm>
            <a:off x="0" y="2827138"/>
            <a:ext cx="12192000" cy="4030862"/>
          </a:xfrm>
          <a:prstGeom prst="rect">
            <a:avLst/>
          </a:prstGeom>
          <a:solidFill>
            <a:srgbClr val="FFFFFF"/>
          </a:solidFill>
          <a:ln>
            <a:noFill/>
          </a:ln>
        </p:spPr>
        <p:txBody>
          <a:bodyPr spcFirstLastPara="1" wrap="square" lIns="182875" tIns="146300" rIns="182875" bIns="146300" anchor="t" anchorCtr="0">
            <a:noAutofit/>
          </a:bodyPr>
          <a:lstStyle/>
          <a:p>
            <a:pPr marL="0" marR="0" lvl="0" indent="0" algn="l" rtl="0">
              <a:spcBef>
                <a:spcPts val="0"/>
              </a:spcBef>
              <a:spcAft>
                <a:spcPts val="0"/>
              </a:spcAft>
              <a:buNone/>
            </a:pPr>
            <a:endParaRPr sz="2000">
              <a:solidFill>
                <a:srgbClr val="FFFFFF"/>
              </a:solidFill>
              <a:latin typeface="Quattrocento Sans"/>
              <a:ea typeface="Quattrocento Sans"/>
              <a:cs typeface="Quattrocento Sans"/>
              <a:sym typeface="Quattrocento Sans"/>
            </a:endParaRPr>
          </a:p>
        </p:txBody>
      </p:sp>
      <p:sp>
        <p:nvSpPr>
          <p:cNvPr id="807" name="Google Shape;807;p98"/>
          <p:cNvSpPr txBox="1">
            <a:spLocks noGrp="1"/>
          </p:cNvSpPr>
          <p:nvPr>
            <p:ph type="body" idx="2"/>
          </p:nvPr>
        </p:nvSpPr>
        <p:spPr>
          <a:xfrm>
            <a:off x="0" y="2827138"/>
            <a:ext cx="3788358" cy="446148"/>
          </a:xfrm>
          <a:prstGeom prst="rect">
            <a:avLst/>
          </a:prstGeom>
          <a:gradFill>
            <a:gsLst>
              <a:gs pos="0">
                <a:srgbClr val="000000"/>
              </a:gs>
              <a:gs pos="92000">
                <a:srgbClr val="000000"/>
              </a:gs>
              <a:gs pos="100000">
                <a:schemeClr val="accent1"/>
              </a:gs>
            </a:gsLst>
            <a:lin ang="16200000" scaled="0"/>
          </a:gradFill>
          <a:ln>
            <a:noFill/>
          </a:ln>
        </p:spPr>
        <p:txBody>
          <a:bodyPr spcFirstLastPara="1" wrap="square" lIns="585200" tIns="91425" rIns="0" bIns="45700" anchor="t" anchorCtr="0">
            <a:spAutoFit/>
          </a:bodyPr>
          <a:lstStyle>
            <a:lvl1pPr marL="457200" lvl="0" indent="-228600" algn="l">
              <a:lnSpc>
                <a:spcPct val="100000"/>
              </a:lnSpc>
              <a:spcBef>
                <a:spcPts val="400"/>
              </a:spcBef>
              <a:spcAft>
                <a:spcPts val="0"/>
              </a:spcAft>
              <a:buClr>
                <a:srgbClr val="FFFFFF"/>
              </a:buClr>
              <a:buSzPts val="1799"/>
              <a:buNone/>
              <a:defRPr sz="1999">
                <a:solidFill>
                  <a:srgbClr val="FFFFFF"/>
                </a:solidFill>
                <a:latin typeface="Quattrocento Sans"/>
                <a:ea typeface="Quattrocento Sans"/>
                <a:cs typeface="Quattrocento Sans"/>
                <a:sym typeface="Quattrocento Sans"/>
              </a:defRPr>
            </a:lvl1pPr>
            <a:lvl2pPr marL="914400" lvl="1" indent="-331469" algn="l">
              <a:lnSpc>
                <a:spcPct val="100000"/>
              </a:lnSpc>
              <a:spcBef>
                <a:spcPts val="360"/>
              </a:spcBef>
              <a:spcAft>
                <a:spcPts val="0"/>
              </a:spcAft>
              <a:buClr>
                <a:schemeClr val="dk1"/>
              </a:buClr>
              <a:buSzPts val="1620"/>
              <a:buChar char="·"/>
              <a:defRPr/>
            </a:lvl2pPr>
            <a:lvl3pPr marL="1371600" lvl="2" indent="-331469" algn="l">
              <a:lnSpc>
                <a:spcPct val="100000"/>
              </a:lnSpc>
              <a:spcBef>
                <a:spcPts val="360"/>
              </a:spcBef>
              <a:spcAft>
                <a:spcPts val="0"/>
              </a:spcAft>
              <a:buClr>
                <a:schemeClr val="dk1"/>
              </a:buClr>
              <a:buSzPts val="1620"/>
              <a:buChar char="·"/>
              <a:defRPr/>
            </a:lvl3pPr>
            <a:lvl4pPr marL="1828800" lvl="3" indent="-331469" algn="l">
              <a:lnSpc>
                <a:spcPct val="100000"/>
              </a:lnSpc>
              <a:spcBef>
                <a:spcPts val="360"/>
              </a:spcBef>
              <a:spcAft>
                <a:spcPts val="0"/>
              </a:spcAft>
              <a:buClr>
                <a:schemeClr val="dk1"/>
              </a:buClr>
              <a:buSzPts val="1620"/>
              <a:buChar char="·"/>
              <a:defRPr/>
            </a:lvl4pPr>
            <a:lvl5pPr marL="2286000" lvl="4" indent="-331470" algn="l">
              <a:lnSpc>
                <a:spcPct val="100000"/>
              </a:lnSpc>
              <a:spcBef>
                <a:spcPts val="360"/>
              </a:spcBef>
              <a:spcAft>
                <a:spcPts val="0"/>
              </a:spcAft>
              <a:buClr>
                <a:schemeClr val="dk1"/>
              </a:buClr>
              <a:buSzPts val="162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808" name="Google Shape;808;p98" descr="This layout should only be used for developer code. The font used is a monospace font which is ideal for showing code."/>
          <p:cNvSpPr txBox="1">
            <a:spLocks noGrp="1"/>
          </p:cNvSpPr>
          <p:nvPr>
            <p:ph type="body" idx="3"/>
          </p:nvPr>
        </p:nvSpPr>
        <p:spPr>
          <a:xfrm>
            <a:off x="586389" y="3491219"/>
            <a:ext cx="11018520" cy="369332"/>
          </a:xfrm>
          <a:prstGeom prst="rect">
            <a:avLst/>
          </a:prstGeom>
          <a:noFill/>
          <a:ln>
            <a:noFill/>
          </a:ln>
        </p:spPr>
        <p:txBody>
          <a:bodyPr spcFirstLastPara="1" wrap="square" lIns="0" tIns="0" rIns="0" bIns="0" anchor="t" anchorCtr="0">
            <a:spAutoFit/>
          </a:bodyPr>
          <a:lstStyle>
            <a:lvl1pPr marL="457200" lvl="0" indent="-228600" algn="l">
              <a:lnSpc>
                <a:spcPct val="100000"/>
              </a:lnSpc>
              <a:spcBef>
                <a:spcPts val="480"/>
              </a:spcBef>
              <a:spcAft>
                <a:spcPts val="0"/>
              </a:spcAft>
              <a:buClr>
                <a:srgbClr val="000000"/>
              </a:buClr>
              <a:buSzPts val="2160"/>
              <a:buNone/>
              <a:defRPr sz="2400">
                <a:solidFill>
                  <a:srgbClr val="000000"/>
                </a:solidFill>
                <a:latin typeface="Consolas"/>
                <a:ea typeface="Consolas"/>
                <a:cs typeface="Consolas"/>
                <a:sym typeface="Consolas"/>
              </a:defRPr>
            </a:lvl1pPr>
            <a:lvl2pPr marL="914400" lvl="1" indent="-228600" algn="l">
              <a:lnSpc>
                <a:spcPct val="100000"/>
              </a:lnSpc>
              <a:spcBef>
                <a:spcPts val="480"/>
              </a:spcBef>
              <a:spcAft>
                <a:spcPts val="0"/>
              </a:spcAft>
              <a:buClr>
                <a:schemeClr val="dk1"/>
              </a:buClr>
              <a:buSzPts val="2159"/>
              <a:buNone/>
              <a:defRPr sz="2399">
                <a:solidFill>
                  <a:schemeClr val="dk1"/>
                </a:solidFill>
                <a:latin typeface="Consolas"/>
                <a:ea typeface="Consolas"/>
                <a:cs typeface="Consolas"/>
                <a:sym typeface="Consolas"/>
              </a:defRPr>
            </a:lvl2pPr>
            <a:lvl3pPr marL="1371600" lvl="2" indent="-228600" algn="l">
              <a:lnSpc>
                <a:spcPct val="100000"/>
              </a:lnSpc>
              <a:spcBef>
                <a:spcPts val="400"/>
              </a:spcBef>
              <a:spcAft>
                <a:spcPts val="0"/>
              </a:spcAft>
              <a:buClr>
                <a:schemeClr val="dk1"/>
              </a:buClr>
              <a:buSzPts val="1799"/>
              <a:buNone/>
              <a:defRPr sz="1999">
                <a:solidFill>
                  <a:schemeClr val="dk1"/>
                </a:solidFill>
                <a:latin typeface="Consolas"/>
                <a:ea typeface="Consolas"/>
                <a:cs typeface="Consolas"/>
                <a:sym typeface="Consolas"/>
              </a:defRPr>
            </a:lvl3pPr>
            <a:lvl4pPr marL="1828800" lvl="3" indent="-228600" algn="l">
              <a:lnSpc>
                <a:spcPct val="100000"/>
              </a:lnSpc>
              <a:spcBef>
                <a:spcPts val="360"/>
              </a:spcBef>
              <a:spcAft>
                <a:spcPts val="0"/>
              </a:spcAft>
              <a:buClr>
                <a:schemeClr val="dk1"/>
              </a:buClr>
              <a:buSzPts val="1619"/>
              <a:buNone/>
              <a:defRPr sz="1799">
                <a:solidFill>
                  <a:schemeClr val="dk1"/>
                </a:solidFill>
                <a:latin typeface="Consolas"/>
                <a:ea typeface="Consolas"/>
                <a:cs typeface="Consolas"/>
                <a:sym typeface="Consolas"/>
              </a:defRPr>
            </a:lvl4pPr>
            <a:lvl5pPr marL="2286000" lvl="4" indent="-228600" algn="l">
              <a:lnSpc>
                <a:spcPct val="100000"/>
              </a:lnSpc>
              <a:spcBef>
                <a:spcPts val="360"/>
              </a:spcBef>
              <a:spcAft>
                <a:spcPts val="0"/>
              </a:spcAft>
              <a:buClr>
                <a:schemeClr val="dk1"/>
              </a:buClr>
              <a:buSzPts val="1619"/>
              <a:buNone/>
              <a:defRPr sz="1799">
                <a:solidFill>
                  <a:schemeClr val="dk1"/>
                </a:solidFill>
                <a:latin typeface="Consolas"/>
                <a:ea typeface="Consolas"/>
                <a:cs typeface="Consolas"/>
                <a:sym typeface="Consolas"/>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Tree>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776">
          <p15:clr>
            <a:srgbClr val="5ACBF0"/>
          </p15:clr>
        </p15:guide>
        <p15:guide id="3" orient="horz" pos="2197">
          <p15:clr>
            <a:srgbClr val="5ACBF0"/>
          </p15:clr>
        </p15:guide>
        <p15:guide id="4" orient="horz" pos="773">
          <p15:clr>
            <a:srgbClr val="5ACBF0"/>
          </p15:clr>
        </p15:guide>
      </p15:sldGuideLst>
    </p:ext>
  </p:extLst>
</p:sldLayout>
</file>

<file path=ppt/slideLayouts/slideLayout98.xml><?xml version="1.0" encoding="utf-8"?>
<p:sldLayout xmlns:a="http://schemas.openxmlformats.org/drawingml/2006/main" xmlns:r="http://schemas.openxmlformats.org/officeDocument/2006/relationships" xmlns:p="http://schemas.openxmlformats.org/presentationml/2006/main" matchingName="Code Top">
  <p:cSld name="Code Top">
    <p:bg>
      <p:bgPr>
        <a:solidFill>
          <a:schemeClr val="lt2"/>
        </a:solidFill>
        <a:effectLst/>
      </p:bgPr>
    </p:bg>
    <p:spTree>
      <p:nvGrpSpPr>
        <p:cNvPr id="1" name="Shape 809"/>
        <p:cNvGrpSpPr/>
        <p:nvPr/>
      </p:nvGrpSpPr>
      <p:grpSpPr>
        <a:xfrm>
          <a:off x="0" y="0"/>
          <a:ext cx="0" cy="0"/>
          <a:chOff x="0" y="0"/>
          <a:chExt cx="0" cy="0"/>
        </a:xfrm>
      </p:grpSpPr>
      <p:sp>
        <p:nvSpPr>
          <p:cNvPr id="810" name="Google Shape;810;p99"/>
          <p:cNvSpPr/>
          <p:nvPr/>
        </p:nvSpPr>
        <p:spPr>
          <a:xfrm>
            <a:off x="0" y="0"/>
            <a:ext cx="12192000" cy="4030862"/>
          </a:xfrm>
          <a:prstGeom prst="rect">
            <a:avLst/>
          </a:prstGeom>
          <a:solidFill>
            <a:srgbClr val="FFFFFF"/>
          </a:solidFill>
          <a:ln>
            <a:noFill/>
          </a:ln>
        </p:spPr>
        <p:txBody>
          <a:bodyPr spcFirstLastPara="1" wrap="square" lIns="182875" tIns="146300" rIns="182875" bIns="146300" anchor="t" anchorCtr="0">
            <a:noAutofit/>
          </a:bodyPr>
          <a:lstStyle/>
          <a:p>
            <a:pPr marL="0" marR="0" lvl="0" indent="0" algn="l" rtl="0">
              <a:spcBef>
                <a:spcPts val="0"/>
              </a:spcBef>
              <a:spcAft>
                <a:spcPts val="0"/>
              </a:spcAft>
              <a:buNone/>
            </a:pPr>
            <a:endParaRPr sz="2000">
              <a:solidFill>
                <a:srgbClr val="FFFFFF"/>
              </a:solidFill>
              <a:latin typeface="Quattrocento Sans"/>
              <a:ea typeface="Quattrocento Sans"/>
              <a:cs typeface="Quattrocento Sans"/>
              <a:sym typeface="Quattrocento Sans"/>
            </a:endParaRPr>
          </a:p>
        </p:txBody>
      </p:sp>
      <p:sp>
        <p:nvSpPr>
          <p:cNvPr id="811" name="Google Shape;811;p99"/>
          <p:cNvSpPr txBox="1">
            <a:spLocks noGrp="1"/>
          </p:cNvSpPr>
          <p:nvPr>
            <p:ph type="title"/>
          </p:nvPr>
        </p:nvSpPr>
        <p:spPr>
          <a:xfrm>
            <a:off x="588263" y="4224580"/>
            <a:ext cx="11018520" cy="492443"/>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Clr>
                <a:schemeClr val="dk1"/>
              </a:buClr>
              <a:buSzPts val="3200"/>
              <a:buFont typeface="Quattrocento Sans"/>
              <a:buNone/>
              <a:defRPr sz="3200">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12" name="Google Shape;812;p99"/>
          <p:cNvSpPr txBox="1">
            <a:spLocks noGrp="1"/>
          </p:cNvSpPr>
          <p:nvPr>
            <p:ph type="body" idx="1"/>
          </p:nvPr>
        </p:nvSpPr>
        <p:spPr>
          <a:xfrm>
            <a:off x="0" y="0"/>
            <a:ext cx="3788358" cy="446148"/>
          </a:xfrm>
          <a:prstGeom prst="rect">
            <a:avLst/>
          </a:prstGeom>
          <a:gradFill>
            <a:gsLst>
              <a:gs pos="0">
                <a:srgbClr val="000000"/>
              </a:gs>
              <a:gs pos="92000">
                <a:srgbClr val="000000"/>
              </a:gs>
              <a:gs pos="100000">
                <a:schemeClr val="accent1"/>
              </a:gs>
            </a:gsLst>
            <a:lin ang="16200000" scaled="0"/>
          </a:gradFill>
          <a:ln>
            <a:noFill/>
          </a:ln>
        </p:spPr>
        <p:txBody>
          <a:bodyPr spcFirstLastPara="1" wrap="square" lIns="585200" tIns="91425" rIns="0" bIns="45700" anchor="t" anchorCtr="0">
            <a:spAutoFit/>
          </a:bodyPr>
          <a:lstStyle>
            <a:lvl1pPr marL="457200" lvl="0" indent="-228600" algn="l">
              <a:lnSpc>
                <a:spcPct val="100000"/>
              </a:lnSpc>
              <a:spcBef>
                <a:spcPts val="400"/>
              </a:spcBef>
              <a:spcAft>
                <a:spcPts val="0"/>
              </a:spcAft>
              <a:buClr>
                <a:srgbClr val="FFFFFF"/>
              </a:buClr>
              <a:buSzPts val="1799"/>
              <a:buNone/>
              <a:defRPr sz="1999">
                <a:solidFill>
                  <a:srgbClr val="FFFFFF"/>
                </a:solidFill>
                <a:latin typeface="Quattrocento Sans"/>
                <a:ea typeface="Quattrocento Sans"/>
                <a:cs typeface="Quattrocento Sans"/>
                <a:sym typeface="Quattrocento Sans"/>
              </a:defRPr>
            </a:lvl1pPr>
            <a:lvl2pPr marL="914400" lvl="1" indent="-331469" algn="l">
              <a:lnSpc>
                <a:spcPct val="100000"/>
              </a:lnSpc>
              <a:spcBef>
                <a:spcPts val="360"/>
              </a:spcBef>
              <a:spcAft>
                <a:spcPts val="0"/>
              </a:spcAft>
              <a:buClr>
                <a:schemeClr val="dk1"/>
              </a:buClr>
              <a:buSzPts val="1620"/>
              <a:buChar char="·"/>
              <a:defRPr/>
            </a:lvl2pPr>
            <a:lvl3pPr marL="1371600" lvl="2" indent="-331469" algn="l">
              <a:lnSpc>
                <a:spcPct val="100000"/>
              </a:lnSpc>
              <a:spcBef>
                <a:spcPts val="360"/>
              </a:spcBef>
              <a:spcAft>
                <a:spcPts val="0"/>
              </a:spcAft>
              <a:buClr>
                <a:schemeClr val="dk1"/>
              </a:buClr>
              <a:buSzPts val="1620"/>
              <a:buChar char="·"/>
              <a:defRPr/>
            </a:lvl3pPr>
            <a:lvl4pPr marL="1828800" lvl="3" indent="-331469" algn="l">
              <a:lnSpc>
                <a:spcPct val="100000"/>
              </a:lnSpc>
              <a:spcBef>
                <a:spcPts val="360"/>
              </a:spcBef>
              <a:spcAft>
                <a:spcPts val="0"/>
              </a:spcAft>
              <a:buClr>
                <a:schemeClr val="dk1"/>
              </a:buClr>
              <a:buSzPts val="1620"/>
              <a:buChar char="·"/>
              <a:defRPr/>
            </a:lvl4pPr>
            <a:lvl5pPr marL="2286000" lvl="4" indent="-331470" algn="l">
              <a:lnSpc>
                <a:spcPct val="100000"/>
              </a:lnSpc>
              <a:spcBef>
                <a:spcPts val="360"/>
              </a:spcBef>
              <a:spcAft>
                <a:spcPts val="0"/>
              </a:spcAft>
              <a:buClr>
                <a:schemeClr val="dk1"/>
              </a:buClr>
              <a:buSzPts val="162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813" name="Google Shape;813;p99" descr="This layout should only be used for developer code. The font used is a monospace font which is ideal for showing code."/>
          <p:cNvSpPr txBox="1">
            <a:spLocks noGrp="1"/>
          </p:cNvSpPr>
          <p:nvPr>
            <p:ph type="body" idx="2"/>
          </p:nvPr>
        </p:nvSpPr>
        <p:spPr>
          <a:xfrm>
            <a:off x="586389" y="660508"/>
            <a:ext cx="11018520" cy="369332"/>
          </a:xfrm>
          <a:prstGeom prst="rect">
            <a:avLst/>
          </a:prstGeom>
          <a:noFill/>
          <a:ln>
            <a:noFill/>
          </a:ln>
        </p:spPr>
        <p:txBody>
          <a:bodyPr spcFirstLastPara="1" wrap="square" lIns="0" tIns="0" rIns="0" bIns="0" anchor="t" anchorCtr="0">
            <a:spAutoFit/>
          </a:bodyPr>
          <a:lstStyle>
            <a:lvl1pPr marL="457200" lvl="0" indent="-228600" algn="l">
              <a:lnSpc>
                <a:spcPct val="100000"/>
              </a:lnSpc>
              <a:spcBef>
                <a:spcPts val="480"/>
              </a:spcBef>
              <a:spcAft>
                <a:spcPts val="0"/>
              </a:spcAft>
              <a:buClr>
                <a:srgbClr val="000000"/>
              </a:buClr>
              <a:buSzPts val="2160"/>
              <a:buNone/>
              <a:defRPr sz="2400">
                <a:solidFill>
                  <a:srgbClr val="000000"/>
                </a:solidFill>
                <a:latin typeface="Consolas"/>
                <a:ea typeface="Consolas"/>
                <a:cs typeface="Consolas"/>
                <a:sym typeface="Consolas"/>
              </a:defRPr>
            </a:lvl1pPr>
            <a:lvl2pPr marL="914400" lvl="1" indent="-228600" algn="l">
              <a:lnSpc>
                <a:spcPct val="100000"/>
              </a:lnSpc>
              <a:spcBef>
                <a:spcPts val="480"/>
              </a:spcBef>
              <a:spcAft>
                <a:spcPts val="0"/>
              </a:spcAft>
              <a:buClr>
                <a:schemeClr val="dk1"/>
              </a:buClr>
              <a:buSzPts val="2159"/>
              <a:buNone/>
              <a:defRPr sz="2399">
                <a:solidFill>
                  <a:schemeClr val="dk1"/>
                </a:solidFill>
                <a:latin typeface="Consolas"/>
                <a:ea typeface="Consolas"/>
                <a:cs typeface="Consolas"/>
                <a:sym typeface="Consolas"/>
              </a:defRPr>
            </a:lvl2pPr>
            <a:lvl3pPr marL="1371600" lvl="2" indent="-228600" algn="l">
              <a:lnSpc>
                <a:spcPct val="100000"/>
              </a:lnSpc>
              <a:spcBef>
                <a:spcPts val="400"/>
              </a:spcBef>
              <a:spcAft>
                <a:spcPts val="0"/>
              </a:spcAft>
              <a:buClr>
                <a:schemeClr val="dk1"/>
              </a:buClr>
              <a:buSzPts val="1799"/>
              <a:buNone/>
              <a:defRPr sz="1999">
                <a:solidFill>
                  <a:schemeClr val="dk1"/>
                </a:solidFill>
                <a:latin typeface="Consolas"/>
                <a:ea typeface="Consolas"/>
                <a:cs typeface="Consolas"/>
                <a:sym typeface="Consolas"/>
              </a:defRPr>
            </a:lvl3pPr>
            <a:lvl4pPr marL="1828800" lvl="3" indent="-228600" algn="l">
              <a:lnSpc>
                <a:spcPct val="100000"/>
              </a:lnSpc>
              <a:spcBef>
                <a:spcPts val="360"/>
              </a:spcBef>
              <a:spcAft>
                <a:spcPts val="0"/>
              </a:spcAft>
              <a:buClr>
                <a:schemeClr val="dk1"/>
              </a:buClr>
              <a:buSzPts val="1619"/>
              <a:buNone/>
              <a:defRPr sz="1799">
                <a:solidFill>
                  <a:schemeClr val="dk1"/>
                </a:solidFill>
                <a:latin typeface="Consolas"/>
                <a:ea typeface="Consolas"/>
                <a:cs typeface="Consolas"/>
                <a:sym typeface="Consolas"/>
              </a:defRPr>
            </a:lvl4pPr>
            <a:lvl5pPr marL="2286000" lvl="4" indent="-228600" algn="l">
              <a:lnSpc>
                <a:spcPct val="100000"/>
              </a:lnSpc>
              <a:spcBef>
                <a:spcPts val="360"/>
              </a:spcBef>
              <a:spcAft>
                <a:spcPts val="0"/>
              </a:spcAft>
              <a:buClr>
                <a:schemeClr val="dk1"/>
              </a:buClr>
              <a:buSzPts val="1619"/>
              <a:buNone/>
              <a:defRPr sz="1799">
                <a:solidFill>
                  <a:schemeClr val="dk1"/>
                </a:solidFill>
                <a:latin typeface="Consolas"/>
                <a:ea typeface="Consolas"/>
                <a:cs typeface="Consolas"/>
                <a:sym typeface="Consolas"/>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814" name="Google Shape;814;p99"/>
          <p:cNvSpPr txBox="1">
            <a:spLocks noGrp="1"/>
          </p:cNvSpPr>
          <p:nvPr>
            <p:ph type="body" idx="3"/>
          </p:nvPr>
        </p:nvSpPr>
        <p:spPr>
          <a:xfrm>
            <a:off x="591152" y="4996505"/>
            <a:ext cx="11018520" cy="369332"/>
          </a:xfrm>
          <a:prstGeom prst="rect">
            <a:avLst/>
          </a:prstGeom>
          <a:noFill/>
          <a:ln>
            <a:noFill/>
          </a:ln>
        </p:spPr>
        <p:txBody>
          <a:bodyPr spcFirstLastPara="1" wrap="square" lIns="0" tIns="0" rIns="0" bIns="0" anchor="t" anchorCtr="0">
            <a:spAutoFit/>
          </a:bodyPr>
          <a:lstStyle>
            <a:lvl1pPr marL="457200" lvl="0" indent="-228600" algn="l">
              <a:lnSpc>
                <a:spcPct val="100000"/>
              </a:lnSpc>
              <a:spcBef>
                <a:spcPts val="600"/>
              </a:spcBef>
              <a:spcAft>
                <a:spcPts val="0"/>
              </a:spcAft>
              <a:buClr>
                <a:schemeClr val="dk1"/>
              </a:buClr>
              <a:buSzPts val="2160"/>
              <a:buNone/>
              <a:defRPr sz="2400">
                <a:solidFill>
                  <a:schemeClr val="dk1"/>
                </a:solidFill>
                <a:latin typeface="Quattrocento Sans"/>
                <a:ea typeface="Quattrocento Sans"/>
                <a:cs typeface="Quattrocento Sans"/>
                <a:sym typeface="Quattrocento Sans"/>
              </a:defRPr>
            </a:lvl1pPr>
            <a:lvl2pPr marL="914400" lvl="1" indent="-228600" algn="l">
              <a:lnSpc>
                <a:spcPct val="100000"/>
              </a:lnSpc>
              <a:spcBef>
                <a:spcPts val="480"/>
              </a:spcBef>
              <a:spcAft>
                <a:spcPts val="0"/>
              </a:spcAft>
              <a:buClr>
                <a:srgbClr val="2F2F2F"/>
              </a:buClr>
              <a:buSzPts val="2160"/>
              <a:buNone/>
              <a:defRPr sz="2400">
                <a:solidFill>
                  <a:srgbClr val="2F2F2F"/>
                </a:solidFill>
                <a:latin typeface="Quattrocento Sans"/>
                <a:ea typeface="Quattrocento Sans"/>
                <a:cs typeface="Quattrocento Sans"/>
                <a:sym typeface="Quattrocento Sans"/>
              </a:defRPr>
            </a:lvl2pPr>
            <a:lvl3pPr marL="1371600" lvl="2" indent="-228600" algn="l">
              <a:lnSpc>
                <a:spcPct val="100000"/>
              </a:lnSpc>
              <a:spcBef>
                <a:spcPts val="320"/>
              </a:spcBef>
              <a:spcAft>
                <a:spcPts val="0"/>
              </a:spcAft>
              <a:buClr>
                <a:schemeClr val="dk1"/>
              </a:buClr>
              <a:buSzPts val="1440"/>
              <a:buNone/>
              <a:defRPr/>
            </a:lvl3pPr>
            <a:lvl4pPr marL="1828800" lvl="3" indent="-228600" algn="l">
              <a:lnSpc>
                <a:spcPct val="100000"/>
              </a:lnSpc>
              <a:spcBef>
                <a:spcPts val="280"/>
              </a:spcBef>
              <a:spcAft>
                <a:spcPts val="0"/>
              </a:spcAft>
              <a:buClr>
                <a:schemeClr val="dk1"/>
              </a:buClr>
              <a:buSzPts val="1260"/>
              <a:buNone/>
              <a:defRPr/>
            </a:lvl4pPr>
            <a:lvl5pPr marL="2286000" lvl="4" indent="-228600" algn="l">
              <a:lnSpc>
                <a:spcPct val="100000"/>
              </a:lnSpc>
              <a:spcBef>
                <a:spcPts val="280"/>
              </a:spcBef>
              <a:spcAft>
                <a:spcPts val="0"/>
              </a:spcAft>
              <a:buClr>
                <a:schemeClr val="dk1"/>
              </a:buClr>
              <a:buSzPts val="1260"/>
              <a:buNone/>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Tree>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2661">
          <p15:clr>
            <a:srgbClr val="5ACBF0"/>
          </p15:clr>
        </p15:guide>
        <p15:guide id="3" orient="horz" pos="3147">
          <p15:clr>
            <a:srgbClr val="5ACBF0"/>
          </p15:clr>
        </p15:guide>
        <p15:guide id="4" orient="horz" pos="419">
          <p15:clr>
            <a:srgbClr val="5ACBF0"/>
          </p15:clr>
        </p15:guide>
      </p15:sldGuideLst>
    </p:ext>
  </p:extLst>
</p:sldLayout>
</file>

<file path=ppt/slideLayouts/slideLayout99.xml><?xml version="1.0" encoding="utf-8"?>
<p:sldLayout xmlns:a="http://schemas.openxmlformats.org/drawingml/2006/main" xmlns:r="http://schemas.openxmlformats.org/officeDocument/2006/relationships" xmlns:p="http://schemas.openxmlformats.org/presentationml/2006/main" matchingName="Code Right side">
  <p:cSld name="Code Right side">
    <p:bg>
      <p:bgPr>
        <a:solidFill>
          <a:schemeClr val="lt2"/>
        </a:solidFill>
        <a:effectLst/>
      </p:bgPr>
    </p:bg>
    <p:spTree>
      <p:nvGrpSpPr>
        <p:cNvPr id="1" name="Shape 815"/>
        <p:cNvGrpSpPr/>
        <p:nvPr/>
      </p:nvGrpSpPr>
      <p:grpSpPr>
        <a:xfrm>
          <a:off x="0" y="0"/>
          <a:ext cx="0" cy="0"/>
          <a:chOff x="0" y="0"/>
          <a:chExt cx="0" cy="0"/>
        </a:xfrm>
      </p:grpSpPr>
      <p:sp>
        <p:nvSpPr>
          <p:cNvPr id="816" name="Google Shape;816;p100"/>
          <p:cNvSpPr txBox="1">
            <a:spLocks noGrp="1"/>
          </p:cNvSpPr>
          <p:nvPr>
            <p:ph type="title"/>
          </p:nvPr>
        </p:nvSpPr>
        <p:spPr>
          <a:xfrm>
            <a:off x="588263" y="457200"/>
            <a:ext cx="4040887" cy="492443"/>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Clr>
                <a:schemeClr val="dk1"/>
              </a:buClr>
              <a:buSzPts val="3200"/>
              <a:buFont typeface="Quattrocento Sans"/>
              <a:buNone/>
              <a:defRPr sz="3200">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17" name="Google Shape;817;p100"/>
          <p:cNvSpPr txBox="1">
            <a:spLocks noGrp="1"/>
          </p:cNvSpPr>
          <p:nvPr>
            <p:ph type="body" idx="1"/>
          </p:nvPr>
        </p:nvSpPr>
        <p:spPr>
          <a:xfrm>
            <a:off x="588965" y="1338139"/>
            <a:ext cx="4040185" cy="369332"/>
          </a:xfrm>
          <a:prstGeom prst="rect">
            <a:avLst/>
          </a:prstGeom>
          <a:noFill/>
          <a:ln>
            <a:noFill/>
          </a:ln>
        </p:spPr>
        <p:txBody>
          <a:bodyPr spcFirstLastPara="1" wrap="square" lIns="0" tIns="0" rIns="0" bIns="0" anchor="t" anchorCtr="0">
            <a:spAutoFit/>
          </a:bodyPr>
          <a:lstStyle>
            <a:lvl1pPr marL="457200" lvl="0" indent="-228600" algn="l">
              <a:lnSpc>
                <a:spcPct val="100000"/>
              </a:lnSpc>
              <a:spcBef>
                <a:spcPts val="600"/>
              </a:spcBef>
              <a:spcAft>
                <a:spcPts val="0"/>
              </a:spcAft>
              <a:buClr>
                <a:schemeClr val="dk1"/>
              </a:buClr>
              <a:buSzPts val="2160"/>
              <a:buNone/>
              <a:defRPr sz="2400" b="0" i="0">
                <a:solidFill>
                  <a:schemeClr val="dk1"/>
                </a:solidFill>
                <a:latin typeface="Quattrocento Sans"/>
                <a:ea typeface="Quattrocento Sans"/>
                <a:cs typeface="Quattrocento Sans"/>
                <a:sym typeface="Quattrocento Sans"/>
              </a:defRPr>
            </a:lvl1pPr>
            <a:lvl2pPr marL="914400" lvl="1" indent="-228600" algn="l">
              <a:lnSpc>
                <a:spcPct val="100000"/>
              </a:lnSpc>
              <a:spcBef>
                <a:spcPts val="60"/>
              </a:spcBef>
              <a:spcAft>
                <a:spcPts val="0"/>
              </a:spcAft>
              <a:buClr>
                <a:srgbClr val="2F2F2F"/>
              </a:buClr>
              <a:buSzPts val="2160"/>
              <a:buNone/>
              <a:defRPr sz="2400" b="0" i="0">
                <a:solidFill>
                  <a:srgbClr val="2F2F2F"/>
                </a:solidFill>
                <a:latin typeface="Quattrocento Sans"/>
                <a:ea typeface="Quattrocento Sans"/>
                <a:cs typeface="Quattrocento Sans"/>
                <a:sym typeface="Quattrocento Sans"/>
              </a:defRPr>
            </a:lvl2pPr>
            <a:lvl3pPr marL="1371600" lvl="2" indent="-228600" algn="l">
              <a:lnSpc>
                <a:spcPct val="100000"/>
              </a:lnSpc>
              <a:spcBef>
                <a:spcPts val="320"/>
              </a:spcBef>
              <a:spcAft>
                <a:spcPts val="0"/>
              </a:spcAft>
              <a:buClr>
                <a:schemeClr val="dk1"/>
              </a:buClr>
              <a:buSzPts val="1440"/>
              <a:buNone/>
              <a:defRPr/>
            </a:lvl3pPr>
            <a:lvl4pPr marL="1828800" lvl="3" indent="-228600" algn="l">
              <a:lnSpc>
                <a:spcPct val="100000"/>
              </a:lnSpc>
              <a:spcBef>
                <a:spcPts val="280"/>
              </a:spcBef>
              <a:spcAft>
                <a:spcPts val="0"/>
              </a:spcAft>
              <a:buClr>
                <a:schemeClr val="dk1"/>
              </a:buClr>
              <a:buSzPts val="1260"/>
              <a:buNone/>
              <a:defRPr/>
            </a:lvl4pPr>
            <a:lvl5pPr marL="2286000" lvl="4" indent="-228600" algn="l">
              <a:lnSpc>
                <a:spcPct val="100000"/>
              </a:lnSpc>
              <a:spcBef>
                <a:spcPts val="280"/>
              </a:spcBef>
              <a:spcAft>
                <a:spcPts val="0"/>
              </a:spcAft>
              <a:buClr>
                <a:schemeClr val="dk1"/>
              </a:buClr>
              <a:buSzPts val="1260"/>
              <a:buNone/>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818" name="Google Shape;818;p100"/>
          <p:cNvSpPr/>
          <p:nvPr/>
        </p:nvSpPr>
        <p:spPr>
          <a:xfrm>
            <a:off x="5205984" y="0"/>
            <a:ext cx="6986016" cy="6858000"/>
          </a:xfrm>
          <a:prstGeom prst="rect">
            <a:avLst/>
          </a:prstGeom>
          <a:solidFill>
            <a:srgbClr val="FFFFFF"/>
          </a:solidFill>
          <a:ln>
            <a:noFill/>
          </a:ln>
        </p:spPr>
        <p:txBody>
          <a:bodyPr spcFirstLastPara="1" wrap="square" lIns="182875" tIns="146300" rIns="182875" bIns="146300" anchor="t" anchorCtr="0">
            <a:noAutofit/>
          </a:bodyPr>
          <a:lstStyle/>
          <a:p>
            <a:pPr marL="0" marR="0" lvl="0" indent="0" algn="l" rtl="0">
              <a:spcBef>
                <a:spcPts val="0"/>
              </a:spcBef>
              <a:spcAft>
                <a:spcPts val="0"/>
              </a:spcAft>
              <a:buNone/>
            </a:pPr>
            <a:endParaRPr sz="2000">
              <a:solidFill>
                <a:srgbClr val="FFFFFF"/>
              </a:solidFill>
              <a:latin typeface="Quattrocento Sans"/>
              <a:ea typeface="Quattrocento Sans"/>
              <a:cs typeface="Quattrocento Sans"/>
              <a:sym typeface="Quattrocento Sans"/>
            </a:endParaRPr>
          </a:p>
        </p:txBody>
      </p:sp>
      <p:sp>
        <p:nvSpPr>
          <p:cNvPr id="819" name="Google Shape;819;p100"/>
          <p:cNvSpPr txBox="1">
            <a:spLocks noGrp="1"/>
          </p:cNvSpPr>
          <p:nvPr>
            <p:ph type="body" idx="2"/>
          </p:nvPr>
        </p:nvSpPr>
        <p:spPr>
          <a:xfrm>
            <a:off x="5211763" y="0"/>
            <a:ext cx="3788358" cy="492314"/>
          </a:xfrm>
          <a:prstGeom prst="rect">
            <a:avLst/>
          </a:prstGeom>
          <a:gradFill>
            <a:gsLst>
              <a:gs pos="0">
                <a:srgbClr val="000000"/>
              </a:gs>
              <a:gs pos="99000">
                <a:srgbClr val="000000"/>
              </a:gs>
              <a:gs pos="100000">
                <a:schemeClr val="accent1"/>
              </a:gs>
            </a:gsLst>
            <a:lin ang="10800000" scaled="0"/>
          </a:gradFill>
          <a:ln>
            <a:noFill/>
          </a:ln>
        </p:spPr>
        <p:txBody>
          <a:bodyPr spcFirstLastPara="1" wrap="square" lIns="585200" tIns="91425" rIns="0" bIns="91425" anchor="t" anchorCtr="0">
            <a:spAutoFit/>
          </a:bodyPr>
          <a:lstStyle>
            <a:lvl1pPr marL="457200" lvl="0" indent="-228600" algn="l">
              <a:lnSpc>
                <a:spcPct val="100000"/>
              </a:lnSpc>
              <a:spcBef>
                <a:spcPts val="400"/>
              </a:spcBef>
              <a:spcAft>
                <a:spcPts val="0"/>
              </a:spcAft>
              <a:buClr>
                <a:srgbClr val="FFFFFF"/>
              </a:buClr>
              <a:buSzPts val="1799"/>
              <a:buNone/>
              <a:defRPr sz="1999">
                <a:solidFill>
                  <a:srgbClr val="FFFFFF"/>
                </a:solidFill>
                <a:latin typeface="Quattrocento Sans"/>
                <a:ea typeface="Quattrocento Sans"/>
                <a:cs typeface="Quattrocento Sans"/>
                <a:sym typeface="Quattrocento Sans"/>
              </a:defRPr>
            </a:lvl1pPr>
            <a:lvl2pPr marL="914400" lvl="1" indent="-331469" algn="l">
              <a:lnSpc>
                <a:spcPct val="100000"/>
              </a:lnSpc>
              <a:spcBef>
                <a:spcPts val="360"/>
              </a:spcBef>
              <a:spcAft>
                <a:spcPts val="0"/>
              </a:spcAft>
              <a:buClr>
                <a:schemeClr val="dk1"/>
              </a:buClr>
              <a:buSzPts val="1620"/>
              <a:buChar char="·"/>
              <a:defRPr/>
            </a:lvl2pPr>
            <a:lvl3pPr marL="1371600" lvl="2" indent="-331469" algn="l">
              <a:lnSpc>
                <a:spcPct val="100000"/>
              </a:lnSpc>
              <a:spcBef>
                <a:spcPts val="360"/>
              </a:spcBef>
              <a:spcAft>
                <a:spcPts val="0"/>
              </a:spcAft>
              <a:buClr>
                <a:schemeClr val="dk1"/>
              </a:buClr>
              <a:buSzPts val="1620"/>
              <a:buChar char="·"/>
              <a:defRPr/>
            </a:lvl3pPr>
            <a:lvl4pPr marL="1828800" lvl="3" indent="-331469" algn="l">
              <a:lnSpc>
                <a:spcPct val="100000"/>
              </a:lnSpc>
              <a:spcBef>
                <a:spcPts val="360"/>
              </a:spcBef>
              <a:spcAft>
                <a:spcPts val="0"/>
              </a:spcAft>
              <a:buClr>
                <a:schemeClr val="dk1"/>
              </a:buClr>
              <a:buSzPts val="1620"/>
              <a:buChar char="·"/>
              <a:defRPr/>
            </a:lvl4pPr>
            <a:lvl5pPr marL="2286000" lvl="4" indent="-331470" algn="l">
              <a:lnSpc>
                <a:spcPct val="100000"/>
              </a:lnSpc>
              <a:spcBef>
                <a:spcPts val="360"/>
              </a:spcBef>
              <a:spcAft>
                <a:spcPts val="0"/>
              </a:spcAft>
              <a:buClr>
                <a:schemeClr val="dk1"/>
              </a:buClr>
              <a:buSzPts val="162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820" name="Google Shape;820;p100" descr="This layout should only be used for developer code. The font used is a monospace font which is ideal for showing code."/>
          <p:cNvSpPr txBox="1">
            <a:spLocks noGrp="1"/>
          </p:cNvSpPr>
          <p:nvPr>
            <p:ph type="body" idx="3"/>
          </p:nvPr>
        </p:nvSpPr>
        <p:spPr>
          <a:xfrm>
            <a:off x="5800725" y="709187"/>
            <a:ext cx="5801961" cy="369332"/>
          </a:xfrm>
          <a:prstGeom prst="rect">
            <a:avLst/>
          </a:prstGeom>
          <a:noFill/>
          <a:ln>
            <a:noFill/>
          </a:ln>
        </p:spPr>
        <p:txBody>
          <a:bodyPr spcFirstLastPara="1" wrap="square" lIns="0" tIns="0" rIns="0" bIns="0" anchor="t" anchorCtr="0">
            <a:spAutoFit/>
          </a:bodyPr>
          <a:lstStyle>
            <a:lvl1pPr marL="457200" lvl="0" indent="-228600" algn="l">
              <a:lnSpc>
                <a:spcPct val="100000"/>
              </a:lnSpc>
              <a:spcBef>
                <a:spcPts val="480"/>
              </a:spcBef>
              <a:spcAft>
                <a:spcPts val="0"/>
              </a:spcAft>
              <a:buClr>
                <a:srgbClr val="2F2F2F"/>
              </a:buClr>
              <a:buSzPts val="2160"/>
              <a:buNone/>
              <a:defRPr sz="2400">
                <a:solidFill>
                  <a:srgbClr val="2F2F2F"/>
                </a:solidFill>
                <a:latin typeface="Consolas"/>
                <a:ea typeface="Consolas"/>
                <a:cs typeface="Consolas"/>
                <a:sym typeface="Consolas"/>
              </a:defRPr>
            </a:lvl1pPr>
            <a:lvl2pPr marL="914400" lvl="1" indent="-228600" algn="l">
              <a:lnSpc>
                <a:spcPct val="100000"/>
              </a:lnSpc>
              <a:spcBef>
                <a:spcPts val="480"/>
              </a:spcBef>
              <a:spcAft>
                <a:spcPts val="0"/>
              </a:spcAft>
              <a:buClr>
                <a:schemeClr val="dk1"/>
              </a:buClr>
              <a:buSzPts val="2159"/>
              <a:buNone/>
              <a:defRPr sz="2399">
                <a:solidFill>
                  <a:schemeClr val="dk1"/>
                </a:solidFill>
                <a:latin typeface="Consolas"/>
                <a:ea typeface="Consolas"/>
                <a:cs typeface="Consolas"/>
                <a:sym typeface="Consolas"/>
              </a:defRPr>
            </a:lvl2pPr>
            <a:lvl3pPr marL="1371600" lvl="2" indent="-228600" algn="l">
              <a:lnSpc>
                <a:spcPct val="100000"/>
              </a:lnSpc>
              <a:spcBef>
                <a:spcPts val="400"/>
              </a:spcBef>
              <a:spcAft>
                <a:spcPts val="0"/>
              </a:spcAft>
              <a:buClr>
                <a:schemeClr val="dk1"/>
              </a:buClr>
              <a:buSzPts val="1799"/>
              <a:buNone/>
              <a:defRPr sz="1999">
                <a:solidFill>
                  <a:schemeClr val="dk1"/>
                </a:solidFill>
                <a:latin typeface="Consolas"/>
                <a:ea typeface="Consolas"/>
                <a:cs typeface="Consolas"/>
                <a:sym typeface="Consolas"/>
              </a:defRPr>
            </a:lvl3pPr>
            <a:lvl4pPr marL="1828800" lvl="3" indent="-228600" algn="l">
              <a:lnSpc>
                <a:spcPct val="100000"/>
              </a:lnSpc>
              <a:spcBef>
                <a:spcPts val="360"/>
              </a:spcBef>
              <a:spcAft>
                <a:spcPts val="0"/>
              </a:spcAft>
              <a:buClr>
                <a:schemeClr val="dk1"/>
              </a:buClr>
              <a:buSzPts val="1619"/>
              <a:buNone/>
              <a:defRPr sz="1799">
                <a:solidFill>
                  <a:schemeClr val="dk1"/>
                </a:solidFill>
                <a:latin typeface="Consolas"/>
                <a:ea typeface="Consolas"/>
                <a:cs typeface="Consolas"/>
                <a:sym typeface="Consolas"/>
              </a:defRPr>
            </a:lvl4pPr>
            <a:lvl5pPr marL="2286000" lvl="4" indent="-228600" algn="l">
              <a:lnSpc>
                <a:spcPct val="100000"/>
              </a:lnSpc>
              <a:spcBef>
                <a:spcPts val="360"/>
              </a:spcBef>
              <a:spcAft>
                <a:spcPts val="0"/>
              </a:spcAft>
              <a:buClr>
                <a:schemeClr val="dk1"/>
              </a:buClr>
              <a:buSzPts val="1619"/>
              <a:buNone/>
              <a:defRPr sz="1799">
                <a:solidFill>
                  <a:schemeClr val="dk1"/>
                </a:solidFill>
                <a:latin typeface="Consolas"/>
                <a:ea typeface="Consolas"/>
                <a:cs typeface="Consolas"/>
                <a:sym typeface="Consolas"/>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Tree>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445">
          <p15:clr>
            <a:srgbClr val="5ACBF0"/>
          </p15:clr>
        </p15:guide>
        <p15:guide id="3" orient="horz" pos="843">
          <p15:clr>
            <a:srgbClr val="5ACBF0"/>
          </p15:clr>
        </p15:guide>
        <p15:guide id="4" pos="3283">
          <p15:clr>
            <a:srgbClr val="5ACBF0"/>
          </p15:clr>
        </p15:guide>
        <p15:guide id="5" pos="3654">
          <p15:clr>
            <a:srgbClr val="5ACBF0"/>
          </p15:clr>
        </p15:guide>
        <p15:guide id="6" pos="2916">
          <p15:clr>
            <a:srgbClr val="5ACBF0"/>
          </p15:clr>
        </p15:guide>
      </p15:sldGuideLst>
    </p:ext>
  </p:extLst>
</p:sldLayout>
</file>

<file path=ppt/slideLayouts/slideLayout100.xml><?xml version="1.0" encoding="utf-8"?>
<p:sldLayout xmlns:a="http://schemas.openxmlformats.org/drawingml/2006/main" xmlns:r="http://schemas.openxmlformats.org/officeDocument/2006/relationships" xmlns:p="http://schemas.openxmlformats.org/presentationml/2006/main" matchingName="Code Left sde">
  <p:cSld name="Code Left sde">
    <p:bg>
      <p:bgPr>
        <a:solidFill>
          <a:schemeClr val="lt2"/>
        </a:solidFill>
        <a:effectLst/>
      </p:bgPr>
    </p:bg>
    <p:spTree>
      <p:nvGrpSpPr>
        <p:cNvPr id="1" name="Shape 821"/>
        <p:cNvGrpSpPr/>
        <p:nvPr/>
      </p:nvGrpSpPr>
      <p:grpSpPr>
        <a:xfrm>
          <a:off x="0" y="0"/>
          <a:ext cx="0" cy="0"/>
          <a:chOff x="0" y="0"/>
          <a:chExt cx="0" cy="0"/>
        </a:xfrm>
      </p:grpSpPr>
      <p:sp>
        <p:nvSpPr>
          <p:cNvPr id="822" name="Google Shape;822;p101"/>
          <p:cNvSpPr/>
          <p:nvPr/>
        </p:nvSpPr>
        <p:spPr>
          <a:xfrm>
            <a:off x="-2" y="0"/>
            <a:ext cx="6986016" cy="6858000"/>
          </a:xfrm>
          <a:prstGeom prst="rect">
            <a:avLst/>
          </a:prstGeom>
          <a:solidFill>
            <a:srgbClr val="FFFFFF"/>
          </a:solidFill>
          <a:ln>
            <a:noFill/>
          </a:ln>
        </p:spPr>
        <p:txBody>
          <a:bodyPr spcFirstLastPara="1" wrap="square" lIns="182875" tIns="146300" rIns="182875" bIns="146300" anchor="t" anchorCtr="0">
            <a:noAutofit/>
          </a:bodyPr>
          <a:lstStyle/>
          <a:p>
            <a:pPr marL="0" marR="0" lvl="0" indent="0" algn="l" rtl="0">
              <a:spcBef>
                <a:spcPts val="0"/>
              </a:spcBef>
              <a:spcAft>
                <a:spcPts val="0"/>
              </a:spcAft>
              <a:buNone/>
            </a:pPr>
            <a:endParaRPr sz="2000">
              <a:solidFill>
                <a:srgbClr val="FFFFFF"/>
              </a:solidFill>
              <a:latin typeface="Quattrocento Sans"/>
              <a:ea typeface="Quattrocento Sans"/>
              <a:cs typeface="Quattrocento Sans"/>
              <a:sym typeface="Quattrocento Sans"/>
            </a:endParaRPr>
          </a:p>
        </p:txBody>
      </p:sp>
      <p:sp>
        <p:nvSpPr>
          <p:cNvPr id="823" name="Google Shape;823;p101"/>
          <p:cNvSpPr txBox="1">
            <a:spLocks noGrp="1"/>
          </p:cNvSpPr>
          <p:nvPr>
            <p:ph type="title"/>
          </p:nvPr>
        </p:nvSpPr>
        <p:spPr>
          <a:xfrm>
            <a:off x="7575549" y="457200"/>
            <a:ext cx="4031233" cy="492443"/>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Clr>
                <a:schemeClr val="dk1"/>
              </a:buClr>
              <a:buSzPts val="3200"/>
              <a:buFont typeface="Quattrocento Sans"/>
              <a:buNone/>
              <a:defRPr sz="3200">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24" name="Google Shape;824;p101"/>
          <p:cNvSpPr txBox="1">
            <a:spLocks noGrp="1"/>
          </p:cNvSpPr>
          <p:nvPr>
            <p:ph type="body" idx="1"/>
          </p:nvPr>
        </p:nvSpPr>
        <p:spPr>
          <a:xfrm>
            <a:off x="-1" y="0"/>
            <a:ext cx="3788358" cy="492314"/>
          </a:xfrm>
          <a:prstGeom prst="rect">
            <a:avLst/>
          </a:prstGeom>
          <a:gradFill>
            <a:gsLst>
              <a:gs pos="0">
                <a:srgbClr val="000000"/>
              </a:gs>
              <a:gs pos="99000">
                <a:srgbClr val="000000"/>
              </a:gs>
              <a:gs pos="100000">
                <a:schemeClr val="accent1"/>
              </a:gs>
            </a:gsLst>
            <a:lin ang="10800000" scaled="0"/>
          </a:gradFill>
          <a:ln>
            <a:noFill/>
          </a:ln>
        </p:spPr>
        <p:txBody>
          <a:bodyPr spcFirstLastPara="1" wrap="square" lIns="585200" tIns="91425" rIns="0" bIns="91425" anchor="t" anchorCtr="0">
            <a:spAutoFit/>
          </a:bodyPr>
          <a:lstStyle>
            <a:lvl1pPr marL="457200" lvl="0" indent="-228600" algn="l">
              <a:lnSpc>
                <a:spcPct val="100000"/>
              </a:lnSpc>
              <a:spcBef>
                <a:spcPts val="400"/>
              </a:spcBef>
              <a:spcAft>
                <a:spcPts val="0"/>
              </a:spcAft>
              <a:buClr>
                <a:srgbClr val="FFFFFF"/>
              </a:buClr>
              <a:buSzPts val="1799"/>
              <a:buNone/>
              <a:defRPr sz="1999">
                <a:solidFill>
                  <a:srgbClr val="FFFFFF"/>
                </a:solidFill>
                <a:latin typeface="Quattrocento Sans"/>
                <a:ea typeface="Quattrocento Sans"/>
                <a:cs typeface="Quattrocento Sans"/>
                <a:sym typeface="Quattrocento Sans"/>
              </a:defRPr>
            </a:lvl1pPr>
            <a:lvl2pPr marL="914400" lvl="1" indent="-331469" algn="l">
              <a:lnSpc>
                <a:spcPct val="100000"/>
              </a:lnSpc>
              <a:spcBef>
                <a:spcPts val="360"/>
              </a:spcBef>
              <a:spcAft>
                <a:spcPts val="0"/>
              </a:spcAft>
              <a:buClr>
                <a:schemeClr val="dk1"/>
              </a:buClr>
              <a:buSzPts val="1620"/>
              <a:buChar char="·"/>
              <a:defRPr/>
            </a:lvl2pPr>
            <a:lvl3pPr marL="1371600" lvl="2" indent="-331469" algn="l">
              <a:lnSpc>
                <a:spcPct val="100000"/>
              </a:lnSpc>
              <a:spcBef>
                <a:spcPts val="360"/>
              </a:spcBef>
              <a:spcAft>
                <a:spcPts val="0"/>
              </a:spcAft>
              <a:buClr>
                <a:schemeClr val="dk1"/>
              </a:buClr>
              <a:buSzPts val="1620"/>
              <a:buChar char="·"/>
              <a:defRPr/>
            </a:lvl3pPr>
            <a:lvl4pPr marL="1828800" lvl="3" indent="-331469" algn="l">
              <a:lnSpc>
                <a:spcPct val="100000"/>
              </a:lnSpc>
              <a:spcBef>
                <a:spcPts val="360"/>
              </a:spcBef>
              <a:spcAft>
                <a:spcPts val="0"/>
              </a:spcAft>
              <a:buClr>
                <a:schemeClr val="dk1"/>
              </a:buClr>
              <a:buSzPts val="1620"/>
              <a:buChar char="·"/>
              <a:defRPr/>
            </a:lvl4pPr>
            <a:lvl5pPr marL="2286000" lvl="4" indent="-331470" algn="l">
              <a:lnSpc>
                <a:spcPct val="100000"/>
              </a:lnSpc>
              <a:spcBef>
                <a:spcPts val="360"/>
              </a:spcBef>
              <a:spcAft>
                <a:spcPts val="0"/>
              </a:spcAft>
              <a:buClr>
                <a:schemeClr val="dk1"/>
              </a:buClr>
              <a:buSzPts val="162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825" name="Google Shape;825;p101" descr="This layout should only be used for developer code. The font used is a monospace font which is ideal for showing code."/>
          <p:cNvSpPr txBox="1">
            <a:spLocks noGrp="1"/>
          </p:cNvSpPr>
          <p:nvPr>
            <p:ph type="body" idx="2"/>
          </p:nvPr>
        </p:nvSpPr>
        <p:spPr>
          <a:xfrm>
            <a:off x="584199" y="706011"/>
            <a:ext cx="5819775" cy="369332"/>
          </a:xfrm>
          <a:prstGeom prst="rect">
            <a:avLst/>
          </a:prstGeom>
          <a:noFill/>
          <a:ln>
            <a:noFill/>
          </a:ln>
        </p:spPr>
        <p:txBody>
          <a:bodyPr spcFirstLastPara="1" wrap="square" lIns="0" tIns="0" rIns="0" bIns="0" anchor="t" anchorCtr="0">
            <a:spAutoFit/>
          </a:bodyPr>
          <a:lstStyle>
            <a:lvl1pPr marL="457200" lvl="0" indent="-228600" algn="l">
              <a:lnSpc>
                <a:spcPct val="100000"/>
              </a:lnSpc>
              <a:spcBef>
                <a:spcPts val="480"/>
              </a:spcBef>
              <a:spcAft>
                <a:spcPts val="0"/>
              </a:spcAft>
              <a:buClr>
                <a:srgbClr val="2F2F2F"/>
              </a:buClr>
              <a:buSzPts val="2160"/>
              <a:buNone/>
              <a:defRPr sz="2400">
                <a:solidFill>
                  <a:srgbClr val="2F2F2F"/>
                </a:solidFill>
                <a:latin typeface="Consolas"/>
                <a:ea typeface="Consolas"/>
                <a:cs typeface="Consolas"/>
                <a:sym typeface="Consolas"/>
              </a:defRPr>
            </a:lvl1pPr>
            <a:lvl2pPr marL="914400" lvl="1" indent="-228600" algn="l">
              <a:lnSpc>
                <a:spcPct val="100000"/>
              </a:lnSpc>
              <a:spcBef>
                <a:spcPts val="480"/>
              </a:spcBef>
              <a:spcAft>
                <a:spcPts val="0"/>
              </a:spcAft>
              <a:buClr>
                <a:schemeClr val="dk1"/>
              </a:buClr>
              <a:buSzPts val="2159"/>
              <a:buNone/>
              <a:defRPr sz="2399">
                <a:solidFill>
                  <a:schemeClr val="dk1"/>
                </a:solidFill>
                <a:latin typeface="Consolas"/>
                <a:ea typeface="Consolas"/>
                <a:cs typeface="Consolas"/>
                <a:sym typeface="Consolas"/>
              </a:defRPr>
            </a:lvl2pPr>
            <a:lvl3pPr marL="1371600" lvl="2" indent="-228600" algn="l">
              <a:lnSpc>
                <a:spcPct val="100000"/>
              </a:lnSpc>
              <a:spcBef>
                <a:spcPts val="400"/>
              </a:spcBef>
              <a:spcAft>
                <a:spcPts val="0"/>
              </a:spcAft>
              <a:buClr>
                <a:schemeClr val="dk1"/>
              </a:buClr>
              <a:buSzPts val="1799"/>
              <a:buNone/>
              <a:defRPr sz="1999">
                <a:solidFill>
                  <a:schemeClr val="dk1"/>
                </a:solidFill>
                <a:latin typeface="Consolas"/>
                <a:ea typeface="Consolas"/>
                <a:cs typeface="Consolas"/>
                <a:sym typeface="Consolas"/>
              </a:defRPr>
            </a:lvl3pPr>
            <a:lvl4pPr marL="1828800" lvl="3" indent="-228600" algn="l">
              <a:lnSpc>
                <a:spcPct val="100000"/>
              </a:lnSpc>
              <a:spcBef>
                <a:spcPts val="360"/>
              </a:spcBef>
              <a:spcAft>
                <a:spcPts val="0"/>
              </a:spcAft>
              <a:buClr>
                <a:schemeClr val="dk1"/>
              </a:buClr>
              <a:buSzPts val="1619"/>
              <a:buNone/>
              <a:defRPr sz="1799">
                <a:solidFill>
                  <a:schemeClr val="dk1"/>
                </a:solidFill>
                <a:latin typeface="Consolas"/>
                <a:ea typeface="Consolas"/>
                <a:cs typeface="Consolas"/>
                <a:sym typeface="Consolas"/>
              </a:defRPr>
            </a:lvl4pPr>
            <a:lvl5pPr marL="2286000" lvl="4" indent="-228600" algn="l">
              <a:lnSpc>
                <a:spcPct val="100000"/>
              </a:lnSpc>
              <a:spcBef>
                <a:spcPts val="360"/>
              </a:spcBef>
              <a:spcAft>
                <a:spcPts val="0"/>
              </a:spcAft>
              <a:buClr>
                <a:schemeClr val="dk1"/>
              </a:buClr>
              <a:buSzPts val="1619"/>
              <a:buNone/>
              <a:defRPr sz="1799">
                <a:solidFill>
                  <a:schemeClr val="dk1"/>
                </a:solidFill>
                <a:latin typeface="Consolas"/>
                <a:ea typeface="Consolas"/>
                <a:cs typeface="Consolas"/>
                <a:sym typeface="Consolas"/>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826" name="Google Shape;826;p101"/>
          <p:cNvSpPr txBox="1">
            <a:spLocks noGrp="1"/>
          </p:cNvSpPr>
          <p:nvPr>
            <p:ph type="body" idx="3"/>
          </p:nvPr>
        </p:nvSpPr>
        <p:spPr>
          <a:xfrm>
            <a:off x="7575550" y="1336675"/>
            <a:ext cx="4033838" cy="369332"/>
          </a:xfrm>
          <a:prstGeom prst="rect">
            <a:avLst/>
          </a:prstGeom>
          <a:noFill/>
          <a:ln>
            <a:noFill/>
          </a:ln>
        </p:spPr>
        <p:txBody>
          <a:bodyPr spcFirstLastPara="1" wrap="square" lIns="0" tIns="0" rIns="0" bIns="0" anchor="t" anchorCtr="0">
            <a:spAutoFit/>
          </a:bodyPr>
          <a:lstStyle>
            <a:lvl1pPr marL="457200" lvl="0" indent="-228600" algn="l">
              <a:lnSpc>
                <a:spcPct val="100000"/>
              </a:lnSpc>
              <a:spcBef>
                <a:spcPts val="600"/>
              </a:spcBef>
              <a:spcAft>
                <a:spcPts val="0"/>
              </a:spcAft>
              <a:buClr>
                <a:schemeClr val="dk1"/>
              </a:buClr>
              <a:buSzPts val="2160"/>
              <a:buNone/>
              <a:defRPr sz="2400" b="0" i="0">
                <a:solidFill>
                  <a:schemeClr val="dk1"/>
                </a:solidFill>
                <a:latin typeface="Quattrocento Sans"/>
                <a:ea typeface="Quattrocento Sans"/>
                <a:cs typeface="Quattrocento Sans"/>
                <a:sym typeface="Quattrocento Sans"/>
              </a:defRPr>
            </a:lvl1pPr>
            <a:lvl2pPr marL="914400" lvl="1" indent="-228600" algn="l">
              <a:lnSpc>
                <a:spcPct val="100000"/>
              </a:lnSpc>
              <a:spcBef>
                <a:spcPts val="60"/>
              </a:spcBef>
              <a:spcAft>
                <a:spcPts val="0"/>
              </a:spcAft>
              <a:buClr>
                <a:srgbClr val="2F2F2F"/>
              </a:buClr>
              <a:buSzPts val="2160"/>
              <a:buNone/>
              <a:defRPr sz="2400" b="0" i="0">
                <a:solidFill>
                  <a:srgbClr val="2F2F2F"/>
                </a:solidFill>
                <a:latin typeface="Quattrocento Sans"/>
                <a:ea typeface="Quattrocento Sans"/>
                <a:cs typeface="Quattrocento Sans"/>
                <a:sym typeface="Quattrocento Sans"/>
              </a:defRPr>
            </a:lvl2pPr>
            <a:lvl3pPr marL="1371600" lvl="2" indent="-228600" algn="l">
              <a:lnSpc>
                <a:spcPct val="100000"/>
              </a:lnSpc>
              <a:spcBef>
                <a:spcPts val="320"/>
              </a:spcBef>
              <a:spcAft>
                <a:spcPts val="0"/>
              </a:spcAft>
              <a:buClr>
                <a:schemeClr val="dk1"/>
              </a:buClr>
              <a:buSzPts val="1440"/>
              <a:buNone/>
              <a:defRPr/>
            </a:lvl3pPr>
            <a:lvl4pPr marL="1828800" lvl="3" indent="-228600" algn="l">
              <a:lnSpc>
                <a:spcPct val="100000"/>
              </a:lnSpc>
              <a:spcBef>
                <a:spcPts val="280"/>
              </a:spcBef>
              <a:spcAft>
                <a:spcPts val="0"/>
              </a:spcAft>
              <a:buClr>
                <a:schemeClr val="dk1"/>
              </a:buClr>
              <a:buSzPts val="1260"/>
              <a:buNone/>
              <a:defRPr/>
            </a:lvl4pPr>
            <a:lvl5pPr marL="2286000" lvl="4" indent="-228600" algn="l">
              <a:lnSpc>
                <a:spcPct val="100000"/>
              </a:lnSpc>
              <a:spcBef>
                <a:spcPts val="280"/>
              </a:spcBef>
              <a:spcAft>
                <a:spcPts val="0"/>
              </a:spcAft>
              <a:buClr>
                <a:schemeClr val="dk1"/>
              </a:buClr>
              <a:buSzPts val="1260"/>
              <a:buNone/>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Tree>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436">
          <p15:clr>
            <a:srgbClr val="5ACBF0"/>
          </p15:clr>
        </p15:guide>
        <p15:guide id="3" orient="horz" pos="839">
          <p15:clr>
            <a:srgbClr val="5ACBF0"/>
          </p15:clr>
        </p15:guide>
        <p15:guide id="4" pos="4402">
          <p15:clr>
            <a:srgbClr val="5ACBF0"/>
          </p15:clr>
        </p15:guide>
        <p15:guide id="5" pos="4034">
          <p15:clr>
            <a:srgbClr val="5ACBF0"/>
          </p15:clr>
        </p15:guide>
        <p15:guide id="6" pos="4772">
          <p15:clr>
            <a:srgbClr val="5ACBF0"/>
          </p15:clr>
        </p15:guide>
      </p15:sldGuideLst>
    </p:ext>
  </p:extLst>
</p:sldLayout>
</file>

<file path=ppt/slideLayouts/slideLayout101.xml><?xml version="1.0" encoding="utf-8"?>
<p:sldLayout xmlns:a="http://schemas.openxmlformats.org/drawingml/2006/main" xmlns:r="http://schemas.openxmlformats.org/officeDocument/2006/relationships" xmlns:p="http://schemas.openxmlformats.org/presentationml/2006/main" matchingName="Demo slide">
  <p:cSld name="Demo slide">
    <p:bg>
      <p:bgPr>
        <a:solidFill>
          <a:schemeClr val="dk2"/>
        </a:solidFill>
        <a:effectLst/>
      </p:bgPr>
    </p:bg>
    <p:spTree>
      <p:nvGrpSpPr>
        <p:cNvPr id="1" name="Shape 827"/>
        <p:cNvGrpSpPr/>
        <p:nvPr/>
      </p:nvGrpSpPr>
      <p:grpSpPr>
        <a:xfrm>
          <a:off x="0" y="0"/>
          <a:ext cx="0" cy="0"/>
          <a:chOff x="0" y="0"/>
          <a:chExt cx="0" cy="0"/>
        </a:xfrm>
      </p:grpSpPr>
      <p:sp>
        <p:nvSpPr>
          <p:cNvPr id="828" name="Google Shape;828;p102"/>
          <p:cNvSpPr txBox="1">
            <a:spLocks noGrp="1"/>
          </p:cNvSpPr>
          <p:nvPr>
            <p:ph type="title"/>
          </p:nvPr>
        </p:nvSpPr>
        <p:spPr>
          <a:xfrm>
            <a:off x="585216" y="3033223"/>
            <a:ext cx="9144000" cy="498598"/>
          </a:xfrm>
          <a:prstGeom prst="rect">
            <a:avLst/>
          </a:prstGeom>
          <a:noFill/>
          <a:ln>
            <a:noFill/>
          </a:ln>
        </p:spPr>
        <p:txBody>
          <a:bodyPr spcFirstLastPara="1" wrap="square" lIns="0" tIns="0" rIns="0" bIns="0" anchor="b" anchorCtr="0">
            <a:spAutoFit/>
          </a:bodyPr>
          <a:lstStyle>
            <a:lvl1pPr lvl="0" algn="l">
              <a:lnSpc>
                <a:spcPct val="90000"/>
              </a:lnSpc>
              <a:spcBef>
                <a:spcPts val="0"/>
              </a:spcBef>
              <a:spcAft>
                <a:spcPts val="0"/>
              </a:spcAft>
              <a:buClr>
                <a:srgbClr val="50E6FF"/>
              </a:buClr>
              <a:buSzPts val="3600"/>
              <a:buFont typeface="Quattrocento Sans"/>
              <a:buNone/>
              <a:defRPr sz="3600" b="0" cap="none">
                <a:solidFill>
                  <a:srgbClr val="50E6FF"/>
                </a:solidFill>
                <a:latin typeface="Quattrocento Sans"/>
                <a:ea typeface="Quattrocento Sans"/>
                <a:cs typeface="Quattrocento Sans"/>
                <a:sym typeface="Quattrocento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29" name="Google Shape;829;p102"/>
          <p:cNvSpPr txBox="1">
            <a:spLocks noGrp="1"/>
          </p:cNvSpPr>
          <p:nvPr>
            <p:ph type="body" idx="1"/>
          </p:nvPr>
        </p:nvSpPr>
        <p:spPr>
          <a:xfrm>
            <a:off x="585216" y="3977319"/>
            <a:ext cx="9144000" cy="338554"/>
          </a:xfrm>
          <a:prstGeom prst="rect">
            <a:avLst/>
          </a:prstGeom>
          <a:noFill/>
          <a:ln>
            <a:noFill/>
          </a:ln>
        </p:spPr>
        <p:txBody>
          <a:bodyPr spcFirstLastPara="1" wrap="square" lIns="0" tIns="0" rIns="0" bIns="0" anchor="t" anchorCtr="0">
            <a:spAutoFit/>
          </a:bodyPr>
          <a:lstStyle>
            <a:lvl1pPr marL="457200" lvl="0" indent="-228600" algn="l">
              <a:lnSpc>
                <a:spcPct val="100000"/>
              </a:lnSpc>
              <a:spcBef>
                <a:spcPts val="0"/>
              </a:spcBef>
              <a:spcAft>
                <a:spcPts val="0"/>
              </a:spcAft>
              <a:buClr>
                <a:schemeClr val="lt1"/>
              </a:buClr>
              <a:buSzPts val="1980"/>
              <a:buFont typeface="Arial"/>
              <a:buNone/>
              <a:defRPr sz="2200">
                <a:solidFill>
                  <a:schemeClr val="lt1"/>
                </a:solidFill>
                <a:latin typeface="Quattrocento Sans"/>
                <a:ea typeface="Quattrocento Sans"/>
                <a:cs typeface="Quattrocento Sans"/>
                <a:sym typeface="Quattrocento Sans"/>
              </a:defRPr>
            </a:lvl1pPr>
            <a:lvl2pPr marL="914400" lvl="1" indent="-331469" algn="l">
              <a:lnSpc>
                <a:spcPct val="100000"/>
              </a:lnSpc>
              <a:spcBef>
                <a:spcPts val="360"/>
              </a:spcBef>
              <a:spcAft>
                <a:spcPts val="0"/>
              </a:spcAft>
              <a:buClr>
                <a:schemeClr val="lt1"/>
              </a:buClr>
              <a:buSzPts val="1620"/>
              <a:buChar char="·"/>
              <a:defRPr/>
            </a:lvl2pPr>
            <a:lvl3pPr marL="1371600" lvl="2" indent="-331469" algn="l">
              <a:lnSpc>
                <a:spcPct val="100000"/>
              </a:lnSpc>
              <a:spcBef>
                <a:spcPts val="360"/>
              </a:spcBef>
              <a:spcAft>
                <a:spcPts val="0"/>
              </a:spcAft>
              <a:buClr>
                <a:schemeClr val="lt1"/>
              </a:buClr>
              <a:buSzPts val="1620"/>
              <a:buChar char="·"/>
              <a:defRPr/>
            </a:lvl3pPr>
            <a:lvl4pPr marL="1828800" lvl="3" indent="-331469" algn="l">
              <a:lnSpc>
                <a:spcPct val="100000"/>
              </a:lnSpc>
              <a:spcBef>
                <a:spcPts val="360"/>
              </a:spcBef>
              <a:spcAft>
                <a:spcPts val="0"/>
              </a:spcAft>
              <a:buClr>
                <a:schemeClr val="lt1"/>
              </a:buClr>
              <a:buSzPts val="1620"/>
              <a:buChar char="·"/>
              <a:defRPr/>
            </a:lvl4pPr>
            <a:lvl5pPr marL="2286000" lvl="4" indent="-331470" algn="l">
              <a:lnSpc>
                <a:spcPct val="100000"/>
              </a:lnSpc>
              <a:spcBef>
                <a:spcPts val="360"/>
              </a:spcBef>
              <a:spcAft>
                <a:spcPts val="0"/>
              </a:spcAft>
              <a:buClr>
                <a:schemeClr val="lt1"/>
              </a:buClr>
              <a:buSzPts val="1620"/>
              <a:buChar char="·"/>
              <a:defRPr/>
            </a:lvl5pPr>
            <a:lvl6pPr marL="2743200" lvl="5" indent="-342900" algn="l">
              <a:spcBef>
                <a:spcPts val="360"/>
              </a:spcBef>
              <a:spcAft>
                <a:spcPts val="0"/>
              </a:spcAft>
              <a:buClr>
                <a:schemeClr val="lt1"/>
              </a:buClr>
              <a:buSzPts val="1800"/>
              <a:buChar char="•"/>
              <a:defRPr/>
            </a:lvl6pPr>
            <a:lvl7pPr marL="3200400" lvl="6" indent="-342900" algn="l">
              <a:spcBef>
                <a:spcPts val="360"/>
              </a:spcBef>
              <a:spcAft>
                <a:spcPts val="0"/>
              </a:spcAft>
              <a:buClr>
                <a:schemeClr val="lt1"/>
              </a:buClr>
              <a:buSzPts val="1800"/>
              <a:buChar char="•"/>
              <a:defRPr/>
            </a:lvl7pPr>
            <a:lvl8pPr marL="3657600" lvl="7" indent="-342900" algn="l">
              <a:spcBef>
                <a:spcPts val="360"/>
              </a:spcBef>
              <a:spcAft>
                <a:spcPts val="0"/>
              </a:spcAft>
              <a:buClr>
                <a:schemeClr val="lt1"/>
              </a:buClr>
              <a:buSzPts val="1800"/>
              <a:buChar char="•"/>
              <a:defRPr/>
            </a:lvl8pPr>
            <a:lvl9pPr marL="4114800" lvl="8" indent="-342900" algn="l">
              <a:spcBef>
                <a:spcPts val="360"/>
              </a:spcBef>
              <a:spcAft>
                <a:spcPts val="0"/>
              </a:spcAft>
              <a:buClr>
                <a:schemeClr val="lt1"/>
              </a:buClr>
              <a:buSzPts val="1800"/>
              <a:buChar char="•"/>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guide id="4" orient="horz" pos="2505">
          <p15:clr>
            <a:srgbClr val="5ACBF0"/>
          </p15:clr>
        </p15:guide>
      </p15:sldGuideLst>
    </p:ext>
  </p:extLst>
</p:sldLayout>
</file>

<file path=ppt/slideLayouts/slideLayout102.xml><?xml version="1.0" encoding="utf-8"?>
<p:sldLayout xmlns:a="http://schemas.openxmlformats.org/drawingml/2006/main" xmlns:r="http://schemas.openxmlformats.org/officeDocument/2006/relationships" xmlns:p="http://schemas.openxmlformats.org/presentationml/2006/main" matchingName="Demo slide 2">
  <p:cSld name="Demo slide 2">
    <p:bg>
      <p:bgPr>
        <a:solidFill>
          <a:schemeClr val="lt1"/>
        </a:solidFill>
        <a:effectLst/>
      </p:bgPr>
    </p:bg>
    <p:spTree>
      <p:nvGrpSpPr>
        <p:cNvPr id="1" name="Shape 830"/>
        <p:cNvGrpSpPr/>
        <p:nvPr/>
      </p:nvGrpSpPr>
      <p:grpSpPr>
        <a:xfrm>
          <a:off x="0" y="0"/>
          <a:ext cx="0" cy="0"/>
          <a:chOff x="0" y="0"/>
          <a:chExt cx="0" cy="0"/>
        </a:xfrm>
      </p:grpSpPr>
      <p:sp>
        <p:nvSpPr>
          <p:cNvPr id="831" name="Google Shape;831;p103"/>
          <p:cNvSpPr txBox="1">
            <a:spLocks noGrp="1"/>
          </p:cNvSpPr>
          <p:nvPr>
            <p:ph type="title"/>
          </p:nvPr>
        </p:nvSpPr>
        <p:spPr>
          <a:xfrm>
            <a:off x="585216" y="3033223"/>
            <a:ext cx="9144000" cy="498598"/>
          </a:xfrm>
          <a:prstGeom prst="rect">
            <a:avLst/>
          </a:prstGeom>
          <a:noFill/>
          <a:ln>
            <a:noFill/>
          </a:ln>
        </p:spPr>
        <p:txBody>
          <a:bodyPr spcFirstLastPara="1" wrap="square" lIns="0" tIns="0" rIns="0" bIns="0" anchor="b" anchorCtr="0">
            <a:spAutoFit/>
          </a:bodyPr>
          <a:lstStyle>
            <a:lvl1pPr lvl="0" algn="l">
              <a:lnSpc>
                <a:spcPct val="90000"/>
              </a:lnSpc>
              <a:spcBef>
                <a:spcPts val="0"/>
              </a:spcBef>
              <a:spcAft>
                <a:spcPts val="0"/>
              </a:spcAft>
              <a:buClr>
                <a:schemeClr val="dk1"/>
              </a:buClr>
              <a:buSzPts val="3600"/>
              <a:buFont typeface="Quattrocento Sans"/>
              <a:buNone/>
              <a:defRPr sz="3600" b="0" cap="none">
                <a:solidFill>
                  <a:schemeClr val="dk1"/>
                </a:solidFill>
                <a:latin typeface="Quattrocento Sans"/>
                <a:ea typeface="Quattrocento Sans"/>
                <a:cs typeface="Quattrocento Sans"/>
                <a:sym typeface="Quattrocento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32" name="Google Shape;832;p103"/>
          <p:cNvSpPr txBox="1">
            <a:spLocks noGrp="1"/>
          </p:cNvSpPr>
          <p:nvPr>
            <p:ph type="body" idx="1"/>
          </p:nvPr>
        </p:nvSpPr>
        <p:spPr>
          <a:xfrm>
            <a:off x="585216" y="3977319"/>
            <a:ext cx="9144000" cy="338554"/>
          </a:xfrm>
          <a:prstGeom prst="rect">
            <a:avLst/>
          </a:prstGeom>
          <a:noFill/>
          <a:ln>
            <a:noFill/>
          </a:ln>
        </p:spPr>
        <p:txBody>
          <a:bodyPr spcFirstLastPara="1" wrap="square" lIns="0" tIns="0" rIns="0" bIns="0" anchor="t" anchorCtr="0">
            <a:spAutoFit/>
          </a:bodyPr>
          <a:lstStyle>
            <a:lvl1pPr marL="457200" lvl="0" indent="-228600" algn="l">
              <a:lnSpc>
                <a:spcPct val="100000"/>
              </a:lnSpc>
              <a:spcBef>
                <a:spcPts val="0"/>
              </a:spcBef>
              <a:spcAft>
                <a:spcPts val="0"/>
              </a:spcAft>
              <a:buClr>
                <a:schemeClr val="dk1"/>
              </a:buClr>
              <a:buSzPts val="1980"/>
              <a:buFont typeface="Arial"/>
              <a:buNone/>
              <a:defRPr sz="2200">
                <a:solidFill>
                  <a:schemeClr val="dk1"/>
                </a:solidFill>
                <a:latin typeface="Quattrocento Sans"/>
                <a:ea typeface="Quattrocento Sans"/>
                <a:cs typeface="Quattrocento Sans"/>
                <a:sym typeface="Quattrocento Sans"/>
              </a:defRPr>
            </a:lvl1pPr>
            <a:lvl2pPr marL="914400" lvl="1" indent="-331469" algn="l">
              <a:lnSpc>
                <a:spcPct val="100000"/>
              </a:lnSpc>
              <a:spcBef>
                <a:spcPts val="360"/>
              </a:spcBef>
              <a:spcAft>
                <a:spcPts val="0"/>
              </a:spcAft>
              <a:buClr>
                <a:schemeClr val="dk1"/>
              </a:buClr>
              <a:buSzPts val="1620"/>
              <a:buChar char="·"/>
              <a:defRPr/>
            </a:lvl2pPr>
            <a:lvl3pPr marL="1371600" lvl="2" indent="-331469" algn="l">
              <a:lnSpc>
                <a:spcPct val="100000"/>
              </a:lnSpc>
              <a:spcBef>
                <a:spcPts val="360"/>
              </a:spcBef>
              <a:spcAft>
                <a:spcPts val="0"/>
              </a:spcAft>
              <a:buClr>
                <a:schemeClr val="dk1"/>
              </a:buClr>
              <a:buSzPts val="1620"/>
              <a:buChar char="·"/>
              <a:defRPr/>
            </a:lvl3pPr>
            <a:lvl4pPr marL="1828800" lvl="3" indent="-331469" algn="l">
              <a:lnSpc>
                <a:spcPct val="100000"/>
              </a:lnSpc>
              <a:spcBef>
                <a:spcPts val="360"/>
              </a:spcBef>
              <a:spcAft>
                <a:spcPts val="0"/>
              </a:spcAft>
              <a:buClr>
                <a:schemeClr val="dk1"/>
              </a:buClr>
              <a:buSzPts val="1620"/>
              <a:buChar char="·"/>
              <a:defRPr/>
            </a:lvl4pPr>
            <a:lvl5pPr marL="2286000" lvl="4" indent="-331470" algn="l">
              <a:lnSpc>
                <a:spcPct val="100000"/>
              </a:lnSpc>
              <a:spcBef>
                <a:spcPts val="360"/>
              </a:spcBef>
              <a:spcAft>
                <a:spcPts val="0"/>
              </a:spcAft>
              <a:buClr>
                <a:schemeClr val="dk1"/>
              </a:buClr>
              <a:buSzPts val="162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guide id="4" orient="horz" pos="2505">
          <p15:clr>
            <a:srgbClr val="5ACBF0"/>
          </p15:clr>
        </p15:guide>
      </p15:sldGuideLst>
    </p:ext>
  </p:extLst>
</p:sldLayout>
</file>

<file path=ppt/slideLayouts/slideLayout103.xml><?xml version="1.0" encoding="utf-8"?>
<p:sldLayout xmlns:a="http://schemas.openxmlformats.org/drawingml/2006/main" xmlns:r="http://schemas.openxmlformats.org/officeDocument/2006/relationships" xmlns:p="http://schemas.openxmlformats.org/presentationml/2006/main" matchingName="Section Divider">
  <p:cSld name="Section Divider">
    <p:bg>
      <p:bgPr>
        <a:solidFill>
          <a:schemeClr val="dk2"/>
        </a:solidFill>
        <a:effectLst/>
      </p:bgPr>
    </p:bg>
    <p:spTree>
      <p:nvGrpSpPr>
        <p:cNvPr id="1" name="Shape 833"/>
        <p:cNvGrpSpPr/>
        <p:nvPr/>
      </p:nvGrpSpPr>
      <p:grpSpPr>
        <a:xfrm>
          <a:off x="0" y="0"/>
          <a:ext cx="0" cy="0"/>
          <a:chOff x="0" y="0"/>
          <a:chExt cx="0" cy="0"/>
        </a:xfrm>
      </p:grpSpPr>
      <p:sp>
        <p:nvSpPr>
          <p:cNvPr id="834" name="Google Shape;834;p104"/>
          <p:cNvSpPr txBox="1">
            <a:spLocks noGrp="1"/>
          </p:cNvSpPr>
          <p:nvPr>
            <p:ph type="title"/>
          </p:nvPr>
        </p:nvSpPr>
        <p:spPr>
          <a:xfrm>
            <a:off x="585216" y="3033223"/>
            <a:ext cx="9144000" cy="498598"/>
          </a:xfrm>
          <a:prstGeom prst="rect">
            <a:avLst/>
          </a:prstGeom>
          <a:noFill/>
          <a:ln>
            <a:noFill/>
          </a:ln>
        </p:spPr>
        <p:txBody>
          <a:bodyPr spcFirstLastPara="1" wrap="square" lIns="0" tIns="0" rIns="0" bIns="0" anchor="b" anchorCtr="0">
            <a:spAutoFit/>
          </a:bodyPr>
          <a:lstStyle>
            <a:lvl1pPr lvl="0" algn="l">
              <a:lnSpc>
                <a:spcPct val="90000"/>
              </a:lnSpc>
              <a:spcBef>
                <a:spcPts val="0"/>
              </a:spcBef>
              <a:spcAft>
                <a:spcPts val="0"/>
              </a:spcAft>
              <a:buClr>
                <a:schemeClr val="accent3"/>
              </a:buClr>
              <a:buSzPts val="3600"/>
              <a:buFont typeface="Quattrocento Sans"/>
              <a:buNone/>
              <a:defRPr sz="3600" b="0" cap="none">
                <a:solidFill>
                  <a:schemeClr val="accent3"/>
                </a:solidFill>
                <a:latin typeface="Quattrocento Sans"/>
                <a:ea typeface="Quattrocento Sans"/>
                <a:cs typeface="Quattrocento Sans"/>
                <a:sym typeface="Quattrocento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35" name="Google Shape;835;p104"/>
          <p:cNvSpPr txBox="1">
            <a:spLocks noGrp="1"/>
          </p:cNvSpPr>
          <p:nvPr>
            <p:ph type="body" idx="1"/>
          </p:nvPr>
        </p:nvSpPr>
        <p:spPr>
          <a:xfrm>
            <a:off x="585216" y="3977319"/>
            <a:ext cx="9144000" cy="338554"/>
          </a:xfrm>
          <a:prstGeom prst="rect">
            <a:avLst/>
          </a:prstGeom>
          <a:noFill/>
          <a:ln>
            <a:noFill/>
          </a:ln>
        </p:spPr>
        <p:txBody>
          <a:bodyPr spcFirstLastPara="1" wrap="square" lIns="0" tIns="0" rIns="0" bIns="0" anchor="t" anchorCtr="0">
            <a:spAutoFit/>
          </a:bodyPr>
          <a:lstStyle>
            <a:lvl1pPr marL="457200" lvl="0" indent="-228600" algn="l">
              <a:lnSpc>
                <a:spcPct val="100000"/>
              </a:lnSpc>
              <a:spcBef>
                <a:spcPts val="0"/>
              </a:spcBef>
              <a:spcAft>
                <a:spcPts val="0"/>
              </a:spcAft>
              <a:buClr>
                <a:schemeClr val="lt1"/>
              </a:buClr>
              <a:buSzPts val="1980"/>
              <a:buFont typeface="Arial"/>
              <a:buNone/>
              <a:defRPr sz="2200">
                <a:solidFill>
                  <a:schemeClr val="lt1"/>
                </a:solidFill>
                <a:latin typeface="Quattrocento Sans"/>
                <a:ea typeface="Quattrocento Sans"/>
                <a:cs typeface="Quattrocento Sans"/>
                <a:sym typeface="Quattrocento Sans"/>
              </a:defRPr>
            </a:lvl1pPr>
            <a:lvl2pPr marL="914400" lvl="1" indent="-331469" algn="l">
              <a:lnSpc>
                <a:spcPct val="100000"/>
              </a:lnSpc>
              <a:spcBef>
                <a:spcPts val="360"/>
              </a:spcBef>
              <a:spcAft>
                <a:spcPts val="0"/>
              </a:spcAft>
              <a:buClr>
                <a:schemeClr val="lt1"/>
              </a:buClr>
              <a:buSzPts val="1620"/>
              <a:buChar char="·"/>
              <a:defRPr/>
            </a:lvl2pPr>
            <a:lvl3pPr marL="1371600" lvl="2" indent="-331469" algn="l">
              <a:lnSpc>
                <a:spcPct val="100000"/>
              </a:lnSpc>
              <a:spcBef>
                <a:spcPts val="360"/>
              </a:spcBef>
              <a:spcAft>
                <a:spcPts val="0"/>
              </a:spcAft>
              <a:buClr>
                <a:schemeClr val="lt1"/>
              </a:buClr>
              <a:buSzPts val="1620"/>
              <a:buChar char="·"/>
              <a:defRPr/>
            </a:lvl3pPr>
            <a:lvl4pPr marL="1828800" lvl="3" indent="-331469" algn="l">
              <a:lnSpc>
                <a:spcPct val="100000"/>
              </a:lnSpc>
              <a:spcBef>
                <a:spcPts val="360"/>
              </a:spcBef>
              <a:spcAft>
                <a:spcPts val="0"/>
              </a:spcAft>
              <a:buClr>
                <a:schemeClr val="lt1"/>
              </a:buClr>
              <a:buSzPts val="1620"/>
              <a:buChar char="·"/>
              <a:defRPr/>
            </a:lvl4pPr>
            <a:lvl5pPr marL="2286000" lvl="4" indent="-331470" algn="l">
              <a:lnSpc>
                <a:spcPct val="100000"/>
              </a:lnSpc>
              <a:spcBef>
                <a:spcPts val="360"/>
              </a:spcBef>
              <a:spcAft>
                <a:spcPts val="0"/>
              </a:spcAft>
              <a:buClr>
                <a:schemeClr val="lt1"/>
              </a:buClr>
              <a:buSzPts val="1620"/>
              <a:buChar char="·"/>
              <a:defRPr/>
            </a:lvl5pPr>
            <a:lvl6pPr marL="2743200" lvl="5" indent="-342900" algn="l">
              <a:spcBef>
                <a:spcPts val="360"/>
              </a:spcBef>
              <a:spcAft>
                <a:spcPts val="0"/>
              </a:spcAft>
              <a:buClr>
                <a:schemeClr val="lt1"/>
              </a:buClr>
              <a:buSzPts val="1800"/>
              <a:buChar char="•"/>
              <a:defRPr/>
            </a:lvl6pPr>
            <a:lvl7pPr marL="3200400" lvl="6" indent="-342900" algn="l">
              <a:spcBef>
                <a:spcPts val="360"/>
              </a:spcBef>
              <a:spcAft>
                <a:spcPts val="0"/>
              </a:spcAft>
              <a:buClr>
                <a:schemeClr val="lt1"/>
              </a:buClr>
              <a:buSzPts val="1800"/>
              <a:buChar char="•"/>
              <a:defRPr/>
            </a:lvl7pPr>
            <a:lvl8pPr marL="3657600" lvl="7" indent="-342900" algn="l">
              <a:spcBef>
                <a:spcPts val="360"/>
              </a:spcBef>
              <a:spcAft>
                <a:spcPts val="0"/>
              </a:spcAft>
              <a:buClr>
                <a:schemeClr val="lt1"/>
              </a:buClr>
              <a:buSzPts val="1800"/>
              <a:buChar char="•"/>
              <a:defRPr/>
            </a:lvl8pPr>
            <a:lvl9pPr marL="4114800" lvl="8" indent="-342900" algn="l">
              <a:spcBef>
                <a:spcPts val="360"/>
              </a:spcBef>
              <a:spcAft>
                <a:spcPts val="0"/>
              </a:spcAft>
              <a:buClr>
                <a:schemeClr val="lt1"/>
              </a:buClr>
              <a:buSzPts val="1800"/>
              <a:buChar char="•"/>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guide id="4" orient="horz" pos="2505">
          <p15:clr>
            <a:srgbClr val="5ACBF0"/>
          </p15:clr>
        </p15:guide>
      </p15:sldGuideLst>
    </p:ext>
  </p:extLst>
</p:sldLayout>
</file>

<file path=ppt/slideLayouts/slideLayout104.xml><?xml version="1.0" encoding="utf-8"?>
<p:sldLayout xmlns:a="http://schemas.openxmlformats.org/drawingml/2006/main" xmlns:r="http://schemas.openxmlformats.org/officeDocument/2006/relationships" xmlns:p="http://schemas.openxmlformats.org/presentationml/2006/main" matchingName="Section Divider 2">
  <p:cSld name="Section Divider 2">
    <p:bg>
      <p:bgPr>
        <a:solidFill>
          <a:schemeClr val="lt1"/>
        </a:solidFill>
        <a:effectLst/>
      </p:bgPr>
    </p:bg>
    <p:spTree>
      <p:nvGrpSpPr>
        <p:cNvPr id="1" name="Shape 836"/>
        <p:cNvGrpSpPr/>
        <p:nvPr/>
      </p:nvGrpSpPr>
      <p:grpSpPr>
        <a:xfrm>
          <a:off x="0" y="0"/>
          <a:ext cx="0" cy="0"/>
          <a:chOff x="0" y="0"/>
          <a:chExt cx="0" cy="0"/>
        </a:xfrm>
      </p:grpSpPr>
      <p:sp>
        <p:nvSpPr>
          <p:cNvPr id="837" name="Google Shape;837;p105"/>
          <p:cNvSpPr txBox="1">
            <a:spLocks noGrp="1"/>
          </p:cNvSpPr>
          <p:nvPr>
            <p:ph type="title"/>
          </p:nvPr>
        </p:nvSpPr>
        <p:spPr>
          <a:xfrm>
            <a:off x="585216" y="3033223"/>
            <a:ext cx="9144000" cy="498598"/>
          </a:xfrm>
          <a:prstGeom prst="rect">
            <a:avLst/>
          </a:prstGeom>
          <a:noFill/>
          <a:ln>
            <a:noFill/>
          </a:ln>
        </p:spPr>
        <p:txBody>
          <a:bodyPr spcFirstLastPara="1" wrap="square" lIns="0" tIns="0" rIns="0" bIns="0" anchor="b" anchorCtr="0">
            <a:spAutoFit/>
          </a:bodyPr>
          <a:lstStyle>
            <a:lvl1pPr lvl="0" algn="l">
              <a:lnSpc>
                <a:spcPct val="90000"/>
              </a:lnSpc>
              <a:spcBef>
                <a:spcPts val="0"/>
              </a:spcBef>
              <a:spcAft>
                <a:spcPts val="0"/>
              </a:spcAft>
              <a:buClr>
                <a:schemeClr val="dk1"/>
              </a:buClr>
              <a:buSzPts val="3600"/>
              <a:buFont typeface="Quattrocento Sans"/>
              <a:buNone/>
              <a:defRPr sz="3600" b="0" cap="none">
                <a:solidFill>
                  <a:schemeClr val="dk1"/>
                </a:solidFill>
                <a:latin typeface="Quattrocento Sans"/>
                <a:ea typeface="Quattrocento Sans"/>
                <a:cs typeface="Quattrocento Sans"/>
                <a:sym typeface="Quattrocento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38" name="Google Shape;838;p105"/>
          <p:cNvSpPr txBox="1">
            <a:spLocks noGrp="1"/>
          </p:cNvSpPr>
          <p:nvPr>
            <p:ph type="body" idx="1"/>
          </p:nvPr>
        </p:nvSpPr>
        <p:spPr>
          <a:xfrm>
            <a:off x="585216" y="3977319"/>
            <a:ext cx="9144000" cy="338554"/>
          </a:xfrm>
          <a:prstGeom prst="rect">
            <a:avLst/>
          </a:prstGeom>
          <a:noFill/>
          <a:ln>
            <a:noFill/>
          </a:ln>
        </p:spPr>
        <p:txBody>
          <a:bodyPr spcFirstLastPara="1" wrap="square" lIns="0" tIns="0" rIns="0" bIns="0" anchor="t" anchorCtr="0">
            <a:spAutoFit/>
          </a:bodyPr>
          <a:lstStyle>
            <a:lvl1pPr marL="457200" lvl="0" indent="-228600" algn="l">
              <a:lnSpc>
                <a:spcPct val="100000"/>
              </a:lnSpc>
              <a:spcBef>
                <a:spcPts val="0"/>
              </a:spcBef>
              <a:spcAft>
                <a:spcPts val="0"/>
              </a:spcAft>
              <a:buClr>
                <a:schemeClr val="dk1"/>
              </a:buClr>
              <a:buSzPts val="1980"/>
              <a:buFont typeface="Arial"/>
              <a:buNone/>
              <a:defRPr sz="2200">
                <a:solidFill>
                  <a:schemeClr val="dk1"/>
                </a:solidFill>
                <a:latin typeface="Quattrocento Sans"/>
                <a:ea typeface="Quattrocento Sans"/>
                <a:cs typeface="Quattrocento Sans"/>
                <a:sym typeface="Quattrocento Sans"/>
              </a:defRPr>
            </a:lvl1pPr>
            <a:lvl2pPr marL="914400" lvl="1" indent="-331469" algn="l">
              <a:lnSpc>
                <a:spcPct val="100000"/>
              </a:lnSpc>
              <a:spcBef>
                <a:spcPts val="360"/>
              </a:spcBef>
              <a:spcAft>
                <a:spcPts val="0"/>
              </a:spcAft>
              <a:buClr>
                <a:schemeClr val="dk1"/>
              </a:buClr>
              <a:buSzPts val="1620"/>
              <a:buChar char="·"/>
              <a:defRPr/>
            </a:lvl2pPr>
            <a:lvl3pPr marL="1371600" lvl="2" indent="-331469" algn="l">
              <a:lnSpc>
                <a:spcPct val="100000"/>
              </a:lnSpc>
              <a:spcBef>
                <a:spcPts val="360"/>
              </a:spcBef>
              <a:spcAft>
                <a:spcPts val="0"/>
              </a:spcAft>
              <a:buClr>
                <a:schemeClr val="dk1"/>
              </a:buClr>
              <a:buSzPts val="1620"/>
              <a:buChar char="·"/>
              <a:defRPr/>
            </a:lvl3pPr>
            <a:lvl4pPr marL="1828800" lvl="3" indent="-331469" algn="l">
              <a:lnSpc>
                <a:spcPct val="100000"/>
              </a:lnSpc>
              <a:spcBef>
                <a:spcPts val="360"/>
              </a:spcBef>
              <a:spcAft>
                <a:spcPts val="0"/>
              </a:spcAft>
              <a:buClr>
                <a:schemeClr val="dk1"/>
              </a:buClr>
              <a:buSzPts val="1620"/>
              <a:buChar char="·"/>
              <a:defRPr/>
            </a:lvl4pPr>
            <a:lvl5pPr marL="2286000" lvl="4" indent="-331470" algn="l">
              <a:lnSpc>
                <a:spcPct val="100000"/>
              </a:lnSpc>
              <a:spcBef>
                <a:spcPts val="360"/>
              </a:spcBef>
              <a:spcAft>
                <a:spcPts val="0"/>
              </a:spcAft>
              <a:buClr>
                <a:schemeClr val="dk1"/>
              </a:buClr>
              <a:buSzPts val="162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guide id="4" orient="horz" pos="2505">
          <p15:clr>
            <a:srgbClr val="5ACBF0"/>
          </p15:clr>
        </p15:guide>
      </p15:sldGuideLst>
    </p:ext>
  </p:extLst>
</p:sldLayout>
</file>

<file path=ppt/slideLayouts/slideLayout105.xml><?xml version="1.0" encoding="utf-8"?>
<p:sldLayout xmlns:a="http://schemas.openxmlformats.org/drawingml/2006/main" xmlns:r="http://schemas.openxmlformats.org/officeDocument/2006/relationships" xmlns:p="http://schemas.openxmlformats.org/presentationml/2006/main" matchingName="Section Divider 3">
  <p:cSld name="Section Divider 3">
    <p:bg>
      <p:bgPr>
        <a:solidFill>
          <a:schemeClr val="lt2"/>
        </a:solidFill>
        <a:effectLst/>
      </p:bgPr>
    </p:bg>
    <p:spTree>
      <p:nvGrpSpPr>
        <p:cNvPr id="1" name="Shape 839"/>
        <p:cNvGrpSpPr/>
        <p:nvPr/>
      </p:nvGrpSpPr>
      <p:grpSpPr>
        <a:xfrm>
          <a:off x="0" y="0"/>
          <a:ext cx="0" cy="0"/>
          <a:chOff x="0" y="0"/>
          <a:chExt cx="0" cy="0"/>
        </a:xfrm>
      </p:grpSpPr>
      <p:sp>
        <p:nvSpPr>
          <p:cNvPr id="840" name="Google Shape;840;p106"/>
          <p:cNvSpPr txBox="1">
            <a:spLocks noGrp="1"/>
          </p:cNvSpPr>
          <p:nvPr>
            <p:ph type="title"/>
          </p:nvPr>
        </p:nvSpPr>
        <p:spPr>
          <a:xfrm>
            <a:off x="585216" y="3033223"/>
            <a:ext cx="9144000" cy="498598"/>
          </a:xfrm>
          <a:prstGeom prst="rect">
            <a:avLst/>
          </a:prstGeom>
          <a:noFill/>
          <a:ln>
            <a:noFill/>
          </a:ln>
        </p:spPr>
        <p:txBody>
          <a:bodyPr spcFirstLastPara="1" wrap="square" lIns="0" tIns="0" rIns="0" bIns="0" anchor="b" anchorCtr="0">
            <a:spAutoFit/>
          </a:bodyPr>
          <a:lstStyle>
            <a:lvl1pPr lvl="0" algn="l">
              <a:lnSpc>
                <a:spcPct val="90000"/>
              </a:lnSpc>
              <a:spcBef>
                <a:spcPts val="0"/>
              </a:spcBef>
              <a:spcAft>
                <a:spcPts val="0"/>
              </a:spcAft>
              <a:buClr>
                <a:schemeClr val="dk1"/>
              </a:buClr>
              <a:buSzPts val="3600"/>
              <a:buFont typeface="Quattrocento Sans"/>
              <a:buNone/>
              <a:defRPr sz="3600" b="0" cap="none">
                <a:solidFill>
                  <a:schemeClr val="dk1"/>
                </a:solidFill>
                <a:latin typeface="Quattrocento Sans"/>
                <a:ea typeface="Quattrocento Sans"/>
                <a:cs typeface="Quattrocento Sans"/>
                <a:sym typeface="Quattrocento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41" name="Google Shape;841;p106"/>
          <p:cNvSpPr txBox="1">
            <a:spLocks noGrp="1"/>
          </p:cNvSpPr>
          <p:nvPr>
            <p:ph type="body" idx="1"/>
          </p:nvPr>
        </p:nvSpPr>
        <p:spPr>
          <a:xfrm>
            <a:off x="585216" y="3977319"/>
            <a:ext cx="9144000" cy="338554"/>
          </a:xfrm>
          <a:prstGeom prst="rect">
            <a:avLst/>
          </a:prstGeom>
          <a:noFill/>
          <a:ln>
            <a:noFill/>
          </a:ln>
        </p:spPr>
        <p:txBody>
          <a:bodyPr spcFirstLastPara="1" wrap="square" lIns="0" tIns="0" rIns="0" bIns="0" anchor="t" anchorCtr="0">
            <a:spAutoFit/>
          </a:bodyPr>
          <a:lstStyle>
            <a:lvl1pPr marL="457200" lvl="0" indent="-228600" algn="l">
              <a:lnSpc>
                <a:spcPct val="100000"/>
              </a:lnSpc>
              <a:spcBef>
                <a:spcPts val="0"/>
              </a:spcBef>
              <a:spcAft>
                <a:spcPts val="0"/>
              </a:spcAft>
              <a:buClr>
                <a:schemeClr val="dk1"/>
              </a:buClr>
              <a:buSzPts val="1980"/>
              <a:buFont typeface="Arial"/>
              <a:buNone/>
              <a:defRPr sz="2200">
                <a:solidFill>
                  <a:schemeClr val="dk1"/>
                </a:solidFill>
                <a:latin typeface="Quattrocento Sans"/>
                <a:ea typeface="Quattrocento Sans"/>
                <a:cs typeface="Quattrocento Sans"/>
                <a:sym typeface="Quattrocento Sans"/>
              </a:defRPr>
            </a:lvl1pPr>
            <a:lvl2pPr marL="914400" lvl="1" indent="-331469" algn="l">
              <a:lnSpc>
                <a:spcPct val="100000"/>
              </a:lnSpc>
              <a:spcBef>
                <a:spcPts val="360"/>
              </a:spcBef>
              <a:spcAft>
                <a:spcPts val="0"/>
              </a:spcAft>
              <a:buClr>
                <a:schemeClr val="dk1"/>
              </a:buClr>
              <a:buSzPts val="1620"/>
              <a:buChar char="·"/>
              <a:defRPr/>
            </a:lvl2pPr>
            <a:lvl3pPr marL="1371600" lvl="2" indent="-331469" algn="l">
              <a:lnSpc>
                <a:spcPct val="100000"/>
              </a:lnSpc>
              <a:spcBef>
                <a:spcPts val="360"/>
              </a:spcBef>
              <a:spcAft>
                <a:spcPts val="0"/>
              </a:spcAft>
              <a:buClr>
                <a:schemeClr val="dk1"/>
              </a:buClr>
              <a:buSzPts val="1620"/>
              <a:buChar char="·"/>
              <a:defRPr/>
            </a:lvl3pPr>
            <a:lvl4pPr marL="1828800" lvl="3" indent="-331469" algn="l">
              <a:lnSpc>
                <a:spcPct val="100000"/>
              </a:lnSpc>
              <a:spcBef>
                <a:spcPts val="360"/>
              </a:spcBef>
              <a:spcAft>
                <a:spcPts val="0"/>
              </a:spcAft>
              <a:buClr>
                <a:schemeClr val="dk1"/>
              </a:buClr>
              <a:buSzPts val="1620"/>
              <a:buChar char="·"/>
              <a:defRPr/>
            </a:lvl4pPr>
            <a:lvl5pPr marL="2286000" lvl="4" indent="-331470" algn="l">
              <a:lnSpc>
                <a:spcPct val="100000"/>
              </a:lnSpc>
              <a:spcBef>
                <a:spcPts val="360"/>
              </a:spcBef>
              <a:spcAft>
                <a:spcPts val="0"/>
              </a:spcAft>
              <a:buClr>
                <a:schemeClr val="dk1"/>
              </a:buClr>
              <a:buSzPts val="162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guide id="4" orient="horz" pos="2505">
          <p15:clr>
            <a:srgbClr val="5ACBF0"/>
          </p15:clr>
        </p15:guide>
      </p15:sldGuideLst>
    </p:ext>
  </p:extLst>
</p:sldLayout>
</file>

<file path=ppt/slideLayouts/slideLayout106.xml><?xml version="1.0" encoding="utf-8"?>
<p:sldLayout xmlns:a="http://schemas.openxmlformats.org/drawingml/2006/main" xmlns:r="http://schemas.openxmlformats.org/officeDocument/2006/relationships" xmlns:p="http://schemas.openxmlformats.org/presentationml/2006/main" matchingName="Section Divider 4">
  <p:cSld name="Section Divider 4">
    <p:bg>
      <p:bgPr>
        <a:solidFill>
          <a:schemeClr val="dk2"/>
        </a:solidFill>
        <a:effectLst/>
      </p:bgPr>
    </p:bg>
    <p:spTree>
      <p:nvGrpSpPr>
        <p:cNvPr id="1" name="Shape 842"/>
        <p:cNvGrpSpPr/>
        <p:nvPr/>
      </p:nvGrpSpPr>
      <p:grpSpPr>
        <a:xfrm>
          <a:off x="0" y="0"/>
          <a:ext cx="0" cy="0"/>
          <a:chOff x="0" y="0"/>
          <a:chExt cx="0" cy="0"/>
        </a:xfrm>
      </p:grpSpPr>
      <p:sp>
        <p:nvSpPr>
          <p:cNvPr id="843" name="Google Shape;843;p107"/>
          <p:cNvSpPr txBox="1">
            <a:spLocks noGrp="1"/>
          </p:cNvSpPr>
          <p:nvPr>
            <p:ph type="title"/>
          </p:nvPr>
        </p:nvSpPr>
        <p:spPr>
          <a:xfrm>
            <a:off x="585216" y="932048"/>
            <a:ext cx="9144000" cy="498598"/>
          </a:xfrm>
          <a:prstGeom prst="rect">
            <a:avLst/>
          </a:prstGeom>
          <a:noFill/>
          <a:ln>
            <a:noFill/>
          </a:ln>
        </p:spPr>
        <p:txBody>
          <a:bodyPr spcFirstLastPara="1" wrap="square" lIns="0" tIns="0" rIns="0" bIns="0" anchor="b" anchorCtr="0">
            <a:spAutoFit/>
          </a:bodyPr>
          <a:lstStyle>
            <a:lvl1pPr lvl="0" algn="l">
              <a:lnSpc>
                <a:spcPct val="90000"/>
              </a:lnSpc>
              <a:spcBef>
                <a:spcPts val="0"/>
              </a:spcBef>
              <a:spcAft>
                <a:spcPts val="0"/>
              </a:spcAft>
              <a:buClr>
                <a:schemeClr val="lt1"/>
              </a:buClr>
              <a:buSzPts val="3600"/>
              <a:buFont typeface="Quattrocento Sans"/>
              <a:buNone/>
              <a:defRPr sz="3600" b="0" cap="none">
                <a:solidFill>
                  <a:schemeClr val="lt1"/>
                </a:solidFill>
                <a:latin typeface="Quattrocento Sans"/>
                <a:ea typeface="Quattrocento Sans"/>
                <a:cs typeface="Quattrocento Sans"/>
                <a:sym typeface="Quattrocento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44" name="Google Shape;844;p107"/>
          <p:cNvSpPr txBox="1">
            <a:spLocks noGrp="1"/>
          </p:cNvSpPr>
          <p:nvPr>
            <p:ph type="body" idx="1"/>
          </p:nvPr>
        </p:nvSpPr>
        <p:spPr>
          <a:xfrm>
            <a:off x="585216" y="585788"/>
            <a:ext cx="9144000" cy="338554"/>
          </a:xfrm>
          <a:prstGeom prst="rect">
            <a:avLst/>
          </a:prstGeom>
          <a:noFill/>
          <a:ln>
            <a:noFill/>
          </a:ln>
        </p:spPr>
        <p:txBody>
          <a:bodyPr spcFirstLastPara="1" wrap="square" lIns="0" tIns="0" rIns="0" bIns="0" anchor="t" anchorCtr="0">
            <a:spAutoFit/>
          </a:bodyPr>
          <a:lstStyle>
            <a:lvl1pPr marL="457200" lvl="0" indent="-228600" algn="l">
              <a:lnSpc>
                <a:spcPct val="100000"/>
              </a:lnSpc>
              <a:spcBef>
                <a:spcPts val="0"/>
              </a:spcBef>
              <a:spcAft>
                <a:spcPts val="0"/>
              </a:spcAft>
              <a:buClr>
                <a:schemeClr val="accent3"/>
              </a:buClr>
              <a:buSzPts val="1980"/>
              <a:buFont typeface="Arial"/>
              <a:buNone/>
              <a:defRPr sz="2200">
                <a:solidFill>
                  <a:schemeClr val="accent3"/>
                </a:solidFill>
                <a:latin typeface="Quattrocento Sans"/>
                <a:ea typeface="Quattrocento Sans"/>
                <a:cs typeface="Quattrocento Sans"/>
                <a:sym typeface="Quattrocento Sans"/>
              </a:defRPr>
            </a:lvl1pPr>
            <a:lvl2pPr marL="914400" lvl="1" indent="-331469" algn="l">
              <a:lnSpc>
                <a:spcPct val="100000"/>
              </a:lnSpc>
              <a:spcBef>
                <a:spcPts val="360"/>
              </a:spcBef>
              <a:spcAft>
                <a:spcPts val="0"/>
              </a:spcAft>
              <a:buClr>
                <a:schemeClr val="lt1"/>
              </a:buClr>
              <a:buSzPts val="1620"/>
              <a:buChar char="·"/>
              <a:defRPr/>
            </a:lvl2pPr>
            <a:lvl3pPr marL="1371600" lvl="2" indent="-331469" algn="l">
              <a:lnSpc>
                <a:spcPct val="100000"/>
              </a:lnSpc>
              <a:spcBef>
                <a:spcPts val="360"/>
              </a:spcBef>
              <a:spcAft>
                <a:spcPts val="0"/>
              </a:spcAft>
              <a:buClr>
                <a:schemeClr val="lt1"/>
              </a:buClr>
              <a:buSzPts val="1620"/>
              <a:buChar char="·"/>
              <a:defRPr/>
            </a:lvl3pPr>
            <a:lvl4pPr marL="1828800" lvl="3" indent="-331469" algn="l">
              <a:lnSpc>
                <a:spcPct val="100000"/>
              </a:lnSpc>
              <a:spcBef>
                <a:spcPts val="360"/>
              </a:spcBef>
              <a:spcAft>
                <a:spcPts val="0"/>
              </a:spcAft>
              <a:buClr>
                <a:schemeClr val="lt1"/>
              </a:buClr>
              <a:buSzPts val="1620"/>
              <a:buChar char="·"/>
              <a:defRPr/>
            </a:lvl4pPr>
            <a:lvl5pPr marL="2286000" lvl="4" indent="-331470" algn="l">
              <a:lnSpc>
                <a:spcPct val="100000"/>
              </a:lnSpc>
              <a:spcBef>
                <a:spcPts val="360"/>
              </a:spcBef>
              <a:spcAft>
                <a:spcPts val="0"/>
              </a:spcAft>
              <a:buClr>
                <a:schemeClr val="lt1"/>
              </a:buClr>
              <a:buSzPts val="1620"/>
              <a:buChar char="·"/>
              <a:defRPr/>
            </a:lvl5pPr>
            <a:lvl6pPr marL="2743200" lvl="5" indent="-342900" algn="l">
              <a:spcBef>
                <a:spcPts val="360"/>
              </a:spcBef>
              <a:spcAft>
                <a:spcPts val="0"/>
              </a:spcAft>
              <a:buClr>
                <a:schemeClr val="lt1"/>
              </a:buClr>
              <a:buSzPts val="1800"/>
              <a:buChar char="•"/>
              <a:defRPr/>
            </a:lvl6pPr>
            <a:lvl7pPr marL="3200400" lvl="6" indent="-342900" algn="l">
              <a:spcBef>
                <a:spcPts val="360"/>
              </a:spcBef>
              <a:spcAft>
                <a:spcPts val="0"/>
              </a:spcAft>
              <a:buClr>
                <a:schemeClr val="lt1"/>
              </a:buClr>
              <a:buSzPts val="1800"/>
              <a:buChar char="•"/>
              <a:defRPr/>
            </a:lvl7pPr>
            <a:lvl8pPr marL="3657600" lvl="7" indent="-342900" algn="l">
              <a:spcBef>
                <a:spcPts val="360"/>
              </a:spcBef>
              <a:spcAft>
                <a:spcPts val="0"/>
              </a:spcAft>
              <a:buClr>
                <a:schemeClr val="lt1"/>
              </a:buClr>
              <a:buSzPts val="1800"/>
              <a:buChar char="•"/>
              <a:defRPr/>
            </a:lvl8pPr>
            <a:lvl9pPr marL="4114800" lvl="8" indent="-342900" algn="l">
              <a:spcBef>
                <a:spcPts val="360"/>
              </a:spcBef>
              <a:spcAft>
                <a:spcPts val="0"/>
              </a:spcAft>
              <a:buClr>
                <a:schemeClr val="lt1"/>
              </a:buClr>
              <a:buSzPts val="1800"/>
              <a:buChar char="•"/>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guide id="4" orient="horz" pos="2505">
          <p15:clr>
            <a:srgbClr val="5ACBF0"/>
          </p15:clr>
        </p15:guide>
      </p15:sldGuideLst>
    </p:ext>
  </p:extLst>
</p:sldLayout>
</file>

<file path=ppt/slideLayouts/slideLayout107.xml><?xml version="1.0" encoding="utf-8"?>
<p:sldLayout xmlns:a="http://schemas.openxmlformats.org/drawingml/2006/main" xmlns:r="http://schemas.openxmlformats.org/officeDocument/2006/relationships" xmlns:p="http://schemas.openxmlformats.org/presentationml/2006/main" matchingName="Section Title">
  <p:cSld name="Section Title">
    <p:bg>
      <p:bgPr>
        <a:solidFill>
          <a:schemeClr val="dk2"/>
        </a:solidFill>
        <a:effectLst/>
      </p:bgPr>
    </p:bg>
    <p:spTree>
      <p:nvGrpSpPr>
        <p:cNvPr id="1" name="Shape 845"/>
        <p:cNvGrpSpPr/>
        <p:nvPr/>
      </p:nvGrpSpPr>
      <p:grpSpPr>
        <a:xfrm>
          <a:off x="0" y="0"/>
          <a:ext cx="0" cy="0"/>
          <a:chOff x="0" y="0"/>
          <a:chExt cx="0" cy="0"/>
        </a:xfrm>
      </p:grpSpPr>
      <p:sp>
        <p:nvSpPr>
          <p:cNvPr id="846" name="Google Shape;846;p108"/>
          <p:cNvSpPr txBox="1">
            <a:spLocks noGrp="1"/>
          </p:cNvSpPr>
          <p:nvPr>
            <p:ph type="title"/>
          </p:nvPr>
        </p:nvSpPr>
        <p:spPr>
          <a:xfrm>
            <a:off x="585216" y="3035808"/>
            <a:ext cx="9144000" cy="498598"/>
          </a:xfrm>
          <a:prstGeom prst="rect">
            <a:avLst/>
          </a:prstGeom>
          <a:noFill/>
          <a:ln>
            <a:noFill/>
          </a:ln>
        </p:spPr>
        <p:txBody>
          <a:bodyPr spcFirstLastPara="1" wrap="square" lIns="0" tIns="0" rIns="0" bIns="0" anchor="b" anchorCtr="0">
            <a:spAutoFit/>
          </a:bodyPr>
          <a:lstStyle>
            <a:lvl1pPr lvl="0" algn="l">
              <a:lnSpc>
                <a:spcPct val="90000"/>
              </a:lnSpc>
              <a:spcBef>
                <a:spcPts val="0"/>
              </a:spcBef>
              <a:spcAft>
                <a:spcPts val="0"/>
              </a:spcAft>
              <a:buClr>
                <a:schemeClr val="accent3"/>
              </a:buClr>
              <a:buSzPts val="3600"/>
              <a:buFont typeface="Quattrocento Sans"/>
              <a:buNone/>
              <a:defRPr sz="3600" b="0" cap="none">
                <a:solidFill>
                  <a:schemeClr val="accent3"/>
                </a:solidFill>
                <a:latin typeface="Quattrocento Sans"/>
                <a:ea typeface="Quattrocento Sans"/>
                <a:cs typeface="Quattrocento Sans"/>
                <a:sym typeface="Quattrocento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extLst>
    <p:ext uri="{DCECCB84-F9BA-43D5-87BE-67443E8EF086}">
      <p15:sldGuideLst xmlns:p15="http://schemas.microsoft.com/office/powerpoint/2012/main">
        <p15:guide id="1" orient="horz" pos="2160">
          <p15:clr>
            <a:srgbClr val="FBAE40"/>
          </p15:clr>
        </p15:guide>
        <p15:guide id="2" pos="6127">
          <p15:clr>
            <a:srgbClr val="5ACBF0"/>
          </p15:clr>
        </p15:guide>
        <p15:guide id="3" orient="horz" pos="1911">
          <p15:clr>
            <a:srgbClr val="5ACBF0"/>
          </p15:clr>
        </p15:guide>
      </p15:sldGuideLst>
    </p:ext>
  </p:extLst>
</p:sldLayout>
</file>

<file path=ppt/slideLayouts/slideLayout108.xml><?xml version="1.0" encoding="utf-8"?>
<p:sldLayout xmlns:a="http://schemas.openxmlformats.org/drawingml/2006/main" xmlns:r="http://schemas.openxmlformats.org/officeDocument/2006/relationships" xmlns:p="http://schemas.openxmlformats.org/presentationml/2006/main" matchingName="Section Title 2">
  <p:cSld name="Section Title 2">
    <p:bg>
      <p:bgPr>
        <a:solidFill>
          <a:schemeClr val="lt1"/>
        </a:solidFill>
        <a:effectLst/>
      </p:bgPr>
    </p:bg>
    <p:spTree>
      <p:nvGrpSpPr>
        <p:cNvPr id="1" name="Shape 847"/>
        <p:cNvGrpSpPr/>
        <p:nvPr/>
      </p:nvGrpSpPr>
      <p:grpSpPr>
        <a:xfrm>
          <a:off x="0" y="0"/>
          <a:ext cx="0" cy="0"/>
          <a:chOff x="0" y="0"/>
          <a:chExt cx="0" cy="0"/>
        </a:xfrm>
      </p:grpSpPr>
      <p:sp>
        <p:nvSpPr>
          <p:cNvPr id="848" name="Google Shape;848;p109"/>
          <p:cNvSpPr txBox="1">
            <a:spLocks noGrp="1"/>
          </p:cNvSpPr>
          <p:nvPr>
            <p:ph type="title"/>
          </p:nvPr>
        </p:nvSpPr>
        <p:spPr>
          <a:xfrm>
            <a:off x="585216" y="3035808"/>
            <a:ext cx="9144000" cy="498598"/>
          </a:xfrm>
          <a:prstGeom prst="rect">
            <a:avLst/>
          </a:prstGeom>
          <a:noFill/>
          <a:ln>
            <a:noFill/>
          </a:ln>
        </p:spPr>
        <p:txBody>
          <a:bodyPr spcFirstLastPara="1" wrap="square" lIns="0" tIns="0" rIns="0" bIns="0" anchor="b" anchorCtr="0">
            <a:spAutoFit/>
          </a:bodyPr>
          <a:lstStyle>
            <a:lvl1pPr lvl="0" algn="l">
              <a:lnSpc>
                <a:spcPct val="90000"/>
              </a:lnSpc>
              <a:spcBef>
                <a:spcPts val="0"/>
              </a:spcBef>
              <a:spcAft>
                <a:spcPts val="0"/>
              </a:spcAft>
              <a:buClr>
                <a:schemeClr val="dk1"/>
              </a:buClr>
              <a:buSzPts val="3600"/>
              <a:buFont typeface="Quattrocento Sans"/>
              <a:buNone/>
              <a:defRPr sz="3600" b="0" cap="none">
                <a:solidFill>
                  <a:schemeClr val="dk1"/>
                </a:solidFill>
                <a:latin typeface="Quattrocento Sans"/>
                <a:ea typeface="Quattrocento Sans"/>
                <a:cs typeface="Quattrocento Sans"/>
                <a:sym typeface="Quattrocento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sldGuideLst>
    </p:ext>
  </p:extLst>
</p:sldLayout>
</file>

<file path=ppt/slideLayouts/slideLayout109.xml><?xml version="1.0" encoding="utf-8"?>
<p:sldLayout xmlns:a="http://schemas.openxmlformats.org/drawingml/2006/main" xmlns:r="http://schemas.openxmlformats.org/officeDocument/2006/relationships" xmlns:p="http://schemas.openxmlformats.org/presentationml/2006/main" matchingName="Blank 12 Column">
  <p:cSld name="Blank 12 Column">
    <p:spTree>
      <p:nvGrpSpPr>
        <p:cNvPr id="1" name="Shape 849"/>
        <p:cNvGrpSpPr/>
        <p:nvPr/>
      </p:nvGrpSpPr>
      <p:grpSpPr>
        <a:xfrm>
          <a:off x="0" y="0"/>
          <a:ext cx="0" cy="0"/>
          <a:chOff x="0" y="0"/>
          <a:chExt cx="0" cy="0"/>
        </a:xfrm>
      </p:grpSpPr>
    </p:spTree>
  </p:cSld>
  <p:clrMapOvr>
    <a:masterClrMapping/>
  </p:clrMapOvr>
  <p:transition>
    <p:fade/>
  </p:transition>
  <p:extLst>
    <p:ext uri="{DCECCB84-F9BA-43D5-87BE-67443E8EF086}">
      <p15:sldGuideLst xmlns:p15="http://schemas.microsoft.com/office/powerpoint/2012/main">
        <p15:guide id="1" pos="779">
          <p15:clr>
            <a:srgbClr val="A4A3A4"/>
          </p15:clr>
        </p15:guide>
        <p15:guide id="2" pos="962">
          <p15:clr>
            <a:srgbClr val="A4A3A4"/>
          </p15:clr>
        </p15:guide>
        <p15:guide id="3" pos="1373">
          <p15:clr>
            <a:srgbClr val="A4A3A4"/>
          </p15:clr>
        </p15:guide>
        <p15:guide id="4" pos="1556">
          <p15:clr>
            <a:srgbClr val="A4A3A4"/>
          </p15:clr>
        </p15:guide>
        <p15:guide id="5" pos="1967">
          <p15:clr>
            <a:srgbClr val="A4A3A4"/>
          </p15:clr>
        </p15:guide>
        <p15:guide id="6" pos="2150">
          <p15:clr>
            <a:srgbClr val="A4A3A4"/>
          </p15:clr>
        </p15:guide>
        <p15:guide id="7" pos="2561">
          <p15:clr>
            <a:srgbClr val="A4A3A4"/>
          </p15:clr>
        </p15:guide>
        <p15:guide id="8" pos="2744">
          <p15:clr>
            <a:srgbClr val="A4A3A4"/>
          </p15:clr>
        </p15:guide>
        <p15:guide id="9" pos="3161">
          <p15:clr>
            <a:srgbClr val="A4A3A4"/>
          </p15:clr>
        </p15:guide>
        <p15:guide id="10" pos="3348">
          <p15:clr>
            <a:srgbClr val="A4A3A4"/>
          </p15:clr>
        </p15:guide>
        <p15:guide id="11" pos="3754">
          <p15:clr>
            <a:srgbClr val="A4A3A4"/>
          </p15:clr>
        </p15:guide>
        <p15:guide id="12" pos="3931">
          <p15:clr>
            <a:srgbClr val="A4A3A4"/>
          </p15:clr>
        </p15:guide>
        <p15:guide id="13" pos="4342">
          <p15:clr>
            <a:srgbClr val="A4A3A4"/>
          </p15:clr>
        </p15:guide>
        <p15:guide id="14" pos="4531">
          <p15:clr>
            <a:srgbClr val="A4A3A4"/>
          </p15:clr>
        </p15:guide>
        <p15:guide id="15" pos="4937">
          <p15:clr>
            <a:srgbClr val="A4A3A4"/>
          </p15:clr>
        </p15:guide>
        <p15:guide id="16" pos="5120">
          <p15:clr>
            <a:srgbClr val="A4A3A4"/>
          </p15:clr>
        </p15:guide>
        <p15:guide id="17" pos="5529">
          <p15:clr>
            <a:srgbClr val="A4A3A4"/>
          </p15:clr>
        </p15:guide>
        <p15:guide id="18" pos="5714">
          <p15:clr>
            <a:srgbClr val="A4A3A4"/>
          </p15:clr>
        </p15:guide>
        <p15:guide id="19" pos="6123">
          <p15:clr>
            <a:srgbClr val="A4A3A4"/>
          </p15:clr>
        </p15:guide>
        <p15:guide id="20" pos="6308">
          <p15:clr>
            <a:srgbClr val="A4A3A4"/>
          </p15:clr>
        </p15:guide>
        <p15:guide id="21" pos="6717">
          <p15:clr>
            <a:srgbClr val="A4A3A4"/>
          </p15:clr>
        </p15:guide>
        <p15:guide id="22" pos="6900">
          <p15:clr>
            <a:srgbClr val="A4A3A4"/>
          </p15:clr>
        </p15:guide>
        <p15:guide id="23" orient="horz" pos="905">
          <p15:clr>
            <a:srgbClr val="5ACBF0"/>
          </p15:clr>
        </p15:guide>
        <p15:guide id="24" orient="horz" pos="1271">
          <p15:clr>
            <a:srgbClr val="5ACBF0"/>
          </p15:clr>
        </p15:guide>
        <p15:guide id="25" orient="horz" pos="288">
          <p15:clr>
            <a:srgbClr val="5ACBF0"/>
          </p15:clr>
        </p15:guide>
      </p15:sldGuideLst>
    </p:ext>
  </p:extLst>
</p:sldLayout>
</file>

<file path=ppt/slideLayouts/slideLayout110.xml><?xml version="1.0" encoding="utf-8"?>
<p:sldLayout xmlns:a="http://schemas.openxmlformats.org/drawingml/2006/main" xmlns:r="http://schemas.openxmlformats.org/officeDocument/2006/relationships" xmlns:p="http://schemas.openxmlformats.org/presentationml/2006/main" matchingName="Blank 12 Column Dark Bkg">
  <p:cSld name="Blank 12 Column Dark Bkg">
    <p:bg>
      <p:bgPr>
        <a:solidFill>
          <a:schemeClr val="dk2"/>
        </a:solidFill>
        <a:effectLst/>
      </p:bgPr>
    </p:bg>
    <p:spTree>
      <p:nvGrpSpPr>
        <p:cNvPr id="1" name="Shape 850"/>
        <p:cNvGrpSpPr/>
        <p:nvPr/>
      </p:nvGrpSpPr>
      <p:grpSpPr>
        <a:xfrm>
          <a:off x="0" y="0"/>
          <a:ext cx="0" cy="0"/>
          <a:chOff x="0" y="0"/>
          <a:chExt cx="0" cy="0"/>
        </a:xfrm>
      </p:grpSpPr>
    </p:spTree>
  </p:cSld>
  <p:clrMapOvr>
    <a:masterClrMapping/>
  </p:clrMapOvr>
  <p:transition>
    <p:fade/>
  </p:transition>
  <p:extLst>
    <p:ext uri="{DCECCB84-F9BA-43D5-87BE-67443E8EF086}">
      <p15:sldGuideLst xmlns:p15="http://schemas.microsoft.com/office/powerpoint/2012/main">
        <p15:guide id="1" pos="779">
          <p15:clr>
            <a:srgbClr val="A4A3A4"/>
          </p15:clr>
        </p15:guide>
        <p15:guide id="2" pos="962">
          <p15:clr>
            <a:srgbClr val="A4A3A4"/>
          </p15:clr>
        </p15:guide>
        <p15:guide id="3" pos="1373">
          <p15:clr>
            <a:srgbClr val="A4A3A4"/>
          </p15:clr>
        </p15:guide>
        <p15:guide id="4" pos="1556">
          <p15:clr>
            <a:srgbClr val="A4A3A4"/>
          </p15:clr>
        </p15:guide>
        <p15:guide id="5" pos="1967">
          <p15:clr>
            <a:srgbClr val="A4A3A4"/>
          </p15:clr>
        </p15:guide>
        <p15:guide id="6" pos="2150">
          <p15:clr>
            <a:srgbClr val="A4A3A4"/>
          </p15:clr>
        </p15:guide>
        <p15:guide id="7" pos="2561">
          <p15:clr>
            <a:srgbClr val="A4A3A4"/>
          </p15:clr>
        </p15:guide>
        <p15:guide id="8" pos="2744">
          <p15:clr>
            <a:srgbClr val="A4A3A4"/>
          </p15:clr>
        </p15:guide>
        <p15:guide id="9" pos="3155">
          <p15:clr>
            <a:srgbClr val="A4A3A4"/>
          </p15:clr>
        </p15:guide>
        <p15:guide id="10" pos="3338">
          <p15:clr>
            <a:srgbClr val="A4A3A4"/>
          </p15:clr>
        </p15:guide>
        <p15:guide id="11" pos="3749">
          <p15:clr>
            <a:srgbClr val="A4A3A4"/>
          </p15:clr>
        </p15:guide>
        <p15:guide id="12" pos="3932">
          <p15:clr>
            <a:srgbClr val="A4A3A4"/>
          </p15:clr>
        </p15:guide>
        <p15:guide id="13" pos="4343">
          <p15:clr>
            <a:srgbClr val="A4A3A4"/>
          </p15:clr>
        </p15:guide>
        <p15:guide id="14" pos="4526">
          <p15:clr>
            <a:srgbClr val="A4A3A4"/>
          </p15:clr>
        </p15:guide>
        <p15:guide id="15" pos="4937">
          <p15:clr>
            <a:srgbClr val="A4A3A4"/>
          </p15:clr>
        </p15:guide>
        <p15:guide id="16" pos="5120">
          <p15:clr>
            <a:srgbClr val="A4A3A4"/>
          </p15:clr>
        </p15:guide>
        <p15:guide id="17" pos="5529">
          <p15:clr>
            <a:srgbClr val="A4A3A4"/>
          </p15:clr>
        </p15:guide>
        <p15:guide id="18" pos="5714">
          <p15:clr>
            <a:srgbClr val="A4A3A4"/>
          </p15:clr>
        </p15:guide>
        <p15:guide id="19" pos="6123">
          <p15:clr>
            <a:srgbClr val="A4A3A4"/>
          </p15:clr>
        </p15:guide>
        <p15:guide id="20" pos="6308">
          <p15:clr>
            <a:srgbClr val="A4A3A4"/>
          </p15:clr>
        </p15:guide>
        <p15:guide id="21" pos="6717">
          <p15:clr>
            <a:srgbClr val="A4A3A4"/>
          </p15:clr>
        </p15:guide>
        <p15:guide id="22" pos="6900">
          <p15:clr>
            <a:srgbClr val="A4A3A4"/>
          </p15:clr>
        </p15:guide>
        <p15:guide id="23" orient="horz" pos="905">
          <p15:clr>
            <a:srgbClr val="5ACBF0"/>
          </p15:clr>
        </p15:guide>
        <p15:guide id="24" orient="horz" pos="1271">
          <p15:clr>
            <a:srgbClr val="5ACBF0"/>
          </p15:clr>
        </p15:guide>
        <p15:guide id="25" orient="horz" pos="288">
          <p15:clr>
            <a:srgbClr val="5ACBF0"/>
          </p15:clr>
        </p15:guide>
      </p15:sldGuideLst>
    </p:ext>
  </p:extLst>
</p:sldLayout>
</file>

<file path=ppt/slideLayouts/slideLayout111.xml><?xml version="1.0" encoding="utf-8"?>
<p:sldLayout xmlns:a="http://schemas.openxmlformats.org/drawingml/2006/main" xmlns:r="http://schemas.openxmlformats.org/officeDocument/2006/relationships" xmlns:p="http://schemas.openxmlformats.org/presentationml/2006/main" matchingName="Apendix Blue Bkg">
  <p:cSld name="Apendix Blue Bkg">
    <p:bg>
      <p:bgPr>
        <a:solidFill>
          <a:schemeClr val="dk2"/>
        </a:solidFill>
        <a:effectLst/>
      </p:bgPr>
    </p:bg>
    <p:spTree>
      <p:nvGrpSpPr>
        <p:cNvPr id="1" name="Shape 851"/>
        <p:cNvGrpSpPr/>
        <p:nvPr/>
      </p:nvGrpSpPr>
      <p:grpSpPr>
        <a:xfrm>
          <a:off x="0" y="0"/>
          <a:ext cx="0" cy="0"/>
          <a:chOff x="0" y="0"/>
          <a:chExt cx="0" cy="0"/>
        </a:xfrm>
      </p:grpSpPr>
      <p:sp>
        <p:nvSpPr>
          <p:cNvPr id="852" name="Google Shape;852;p112"/>
          <p:cNvSpPr txBox="1">
            <a:spLocks noGrp="1"/>
          </p:cNvSpPr>
          <p:nvPr>
            <p:ph type="body" idx="1"/>
          </p:nvPr>
        </p:nvSpPr>
        <p:spPr>
          <a:xfrm>
            <a:off x="584200" y="5715040"/>
            <a:ext cx="5367338" cy="553998"/>
          </a:xfrm>
          <a:prstGeom prst="rect">
            <a:avLst/>
          </a:prstGeom>
          <a:noFill/>
          <a:ln>
            <a:noFill/>
          </a:ln>
        </p:spPr>
        <p:txBody>
          <a:bodyPr spcFirstLastPara="1" wrap="square" lIns="0" tIns="0" rIns="0" bIns="0" anchor="b" anchorCtr="0">
            <a:spAutoFit/>
          </a:bodyPr>
          <a:lstStyle>
            <a:lvl1pPr marL="457200" lvl="0" indent="-228600" algn="l">
              <a:lnSpc>
                <a:spcPct val="100000"/>
              </a:lnSpc>
              <a:spcBef>
                <a:spcPts val="720"/>
              </a:spcBef>
              <a:spcAft>
                <a:spcPts val="0"/>
              </a:spcAft>
              <a:buClr>
                <a:schemeClr val="lt1"/>
              </a:buClr>
              <a:buSzPts val="3240"/>
              <a:buNone/>
              <a:defRPr sz="3600">
                <a:latin typeface="Quattrocento Sans"/>
                <a:ea typeface="Quattrocento Sans"/>
                <a:cs typeface="Quattrocento Sans"/>
                <a:sym typeface="Quattrocento Sans"/>
              </a:defRPr>
            </a:lvl1pPr>
            <a:lvl2pPr marL="914400" lvl="1" indent="-331469" algn="l">
              <a:lnSpc>
                <a:spcPct val="100000"/>
              </a:lnSpc>
              <a:spcBef>
                <a:spcPts val="360"/>
              </a:spcBef>
              <a:spcAft>
                <a:spcPts val="0"/>
              </a:spcAft>
              <a:buClr>
                <a:schemeClr val="lt1"/>
              </a:buClr>
              <a:buSzPts val="1620"/>
              <a:buChar char="·"/>
              <a:defRPr/>
            </a:lvl2pPr>
            <a:lvl3pPr marL="1371600" lvl="2" indent="-331469" algn="l">
              <a:lnSpc>
                <a:spcPct val="100000"/>
              </a:lnSpc>
              <a:spcBef>
                <a:spcPts val="360"/>
              </a:spcBef>
              <a:spcAft>
                <a:spcPts val="0"/>
              </a:spcAft>
              <a:buClr>
                <a:schemeClr val="lt1"/>
              </a:buClr>
              <a:buSzPts val="1620"/>
              <a:buChar char="·"/>
              <a:defRPr/>
            </a:lvl3pPr>
            <a:lvl4pPr marL="1828800" lvl="3" indent="-331469" algn="l">
              <a:lnSpc>
                <a:spcPct val="100000"/>
              </a:lnSpc>
              <a:spcBef>
                <a:spcPts val="360"/>
              </a:spcBef>
              <a:spcAft>
                <a:spcPts val="0"/>
              </a:spcAft>
              <a:buClr>
                <a:schemeClr val="lt1"/>
              </a:buClr>
              <a:buSzPts val="1620"/>
              <a:buChar char="·"/>
              <a:defRPr/>
            </a:lvl4pPr>
            <a:lvl5pPr marL="2286000" lvl="4" indent="-331470" algn="l">
              <a:lnSpc>
                <a:spcPct val="100000"/>
              </a:lnSpc>
              <a:spcBef>
                <a:spcPts val="360"/>
              </a:spcBef>
              <a:spcAft>
                <a:spcPts val="0"/>
              </a:spcAft>
              <a:buClr>
                <a:schemeClr val="lt1"/>
              </a:buClr>
              <a:buSzPts val="1620"/>
              <a:buChar char="·"/>
              <a:defRPr/>
            </a:lvl5pPr>
            <a:lvl6pPr marL="2743200" lvl="5" indent="-342900" algn="l">
              <a:spcBef>
                <a:spcPts val="360"/>
              </a:spcBef>
              <a:spcAft>
                <a:spcPts val="0"/>
              </a:spcAft>
              <a:buClr>
                <a:schemeClr val="lt1"/>
              </a:buClr>
              <a:buSzPts val="1800"/>
              <a:buChar char="•"/>
              <a:defRPr/>
            </a:lvl6pPr>
            <a:lvl7pPr marL="3200400" lvl="6" indent="-342900" algn="l">
              <a:spcBef>
                <a:spcPts val="360"/>
              </a:spcBef>
              <a:spcAft>
                <a:spcPts val="0"/>
              </a:spcAft>
              <a:buClr>
                <a:schemeClr val="lt1"/>
              </a:buClr>
              <a:buSzPts val="1800"/>
              <a:buChar char="•"/>
              <a:defRPr/>
            </a:lvl7pPr>
            <a:lvl8pPr marL="3657600" lvl="7" indent="-342900" algn="l">
              <a:spcBef>
                <a:spcPts val="360"/>
              </a:spcBef>
              <a:spcAft>
                <a:spcPts val="0"/>
              </a:spcAft>
              <a:buClr>
                <a:schemeClr val="lt1"/>
              </a:buClr>
              <a:buSzPts val="1800"/>
              <a:buChar char="•"/>
              <a:defRPr/>
            </a:lvl8pPr>
            <a:lvl9pPr marL="4114800" lvl="8" indent="-342900" algn="l">
              <a:spcBef>
                <a:spcPts val="360"/>
              </a:spcBef>
              <a:spcAft>
                <a:spcPts val="0"/>
              </a:spcAft>
              <a:buClr>
                <a:schemeClr val="lt1"/>
              </a:buClr>
              <a:buSzPts val="1800"/>
              <a:buChar char="•"/>
              <a:defRPr/>
            </a:lvl9pPr>
          </a:lstStyle>
          <a:p>
            <a:endParaRPr/>
          </a:p>
        </p:txBody>
      </p:sp>
    </p:spTree>
  </p:cSld>
  <p:clrMapOvr>
    <a:masterClrMapping/>
  </p:clrMapOvr>
  <p:transition>
    <p:fade/>
  </p:transition>
  <p:extLst>
    <p:ext uri="{DCECCB84-F9BA-43D5-87BE-67443E8EF086}">
      <p15:sldGuideLst xmlns:p15="http://schemas.microsoft.com/office/powerpoint/2012/main">
        <p15:guide id="1" pos="3749">
          <p15:clr>
            <a:srgbClr val="A4A3A4"/>
          </p15:clr>
        </p15:guide>
        <p15:guide id="2" pos="3932">
          <p15:clr>
            <a:srgbClr val="A4A3A4"/>
          </p15:clr>
        </p15:guide>
        <p15:guide id="3" orient="horz" pos="905">
          <p15:clr>
            <a:srgbClr val="5ACBF0"/>
          </p15:clr>
        </p15:guide>
        <p15:guide id="4" orient="horz" pos="1271">
          <p15:clr>
            <a:srgbClr val="5ACBF0"/>
          </p15:clr>
        </p15:guide>
        <p15:guide id="5" orient="horz" pos="288">
          <p15:clr>
            <a:srgbClr val="5ACBF0"/>
          </p15:clr>
        </p15:guide>
      </p15:sldGuideLst>
    </p:ext>
  </p:extLst>
</p:sldLayout>
</file>

<file path=ppt/slideLayouts/slideLayout112.xml><?xml version="1.0" encoding="utf-8"?>
<p:sldLayout xmlns:a="http://schemas.openxmlformats.org/drawingml/2006/main" xmlns:r="http://schemas.openxmlformats.org/officeDocument/2006/relationships" xmlns:p="http://schemas.openxmlformats.org/presentationml/2006/main" matchingName="Closing logo slide">
  <p:cSld name="Closing logo slide">
    <p:bg>
      <p:bgPr>
        <a:solidFill>
          <a:schemeClr val="dk2"/>
        </a:solidFill>
        <a:effectLst/>
      </p:bgPr>
    </p:bg>
    <p:spTree>
      <p:nvGrpSpPr>
        <p:cNvPr id="1" name="Shape 853"/>
        <p:cNvGrpSpPr/>
        <p:nvPr/>
      </p:nvGrpSpPr>
      <p:grpSpPr>
        <a:xfrm>
          <a:off x="0" y="0"/>
          <a:ext cx="0" cy="0"/>
          <a:chOff x="0" y="0"/>
          <a:chExt cx="0" cy="0"/>
        </a:xfrm>
      </p:grpSpPr>
      <p:sp>
        <p:nvSpPr>
          <p:cNvPr id="854" name="Google Shape;854;p113" descr="This is a copyright notice that should be included on the final slide."/>
          <p:cNvSpPr txBox="1"/>
          <p:nvPr/>
        </p:nvSpPr>
        <p:spPr>
          <a:xfrm>
            <a:off x="584200" y="6161316"/>
            <a:ext cx="4482124" cy="107722"/>
          </a:xfrm>
          <a:prstGeom prst="rect">
            <a:avLst/>
          </a:prstGeom>
          <a:noFill/>
          <a:ln>
            <a:noFill/>
          </a:ln>
        </p:spPr>
        <p:txBody>
          <a:bodyPr spcFirstLastPara="1" wrap="square" lIns="0" tIns="0" rIns="0" bIns="0" anchor="b" anchorCtr="0">
            <a:spAutoFit/>
          </a:bodyPr>
          <a:lstStyle/>
          <a:p>
            <a:pPr marL="0" marR="0" lvl="0" indent="0" algn="l" rtl="0">
              <a:spcBef>
                <a:spcPts val="0"/>
              </a:spcBef>
              <a:spcAft>
                <a:spcPts val="0"/>
              </a:spcAft>
              <a:buNone/>
            </a:pPr>
            <a:r>
              <a:rPr lang="en-US" sz="700">
                <a:solidFill>
                  <a:schemeClr val="lt1"/>
                </a:solidFill>
                <a:latin typeface="Quattrocento Sans"/>
                <a:ea typeface="Quattrocento Sans"/>
                <a:cs typeface="Quattrocento Sans"/>
                <a:sym typeface="Quattrocento Sans"/>
              </a:rPr>
              <a:t>© Copyright Microsoft Corporation. All rights reserved. </a:t>
            </a:r>
            <a:endParaRPr/>
          </a:p>
        </p:txBody>
      </p:sp>
      <p:pic>
        <p:nvPicPr>
          <p:cNvPr id="855" name="Google Shape;855;p113" descr="Microsoft logo white text version"/>
          <p:cNvPicPr preferRelativeResize="0"/>
          <p:nvPr/>
        </p:nvPicPr>
        <p:blipFill rotWithShape="1">
          <a:blip r:embed="rId2">
            <a:alphaModFix/>
          </a:blip>
          <a:srcRect/>
          <a:stretch/>
        </p:blipFill>
        <p:spPr>
          <a:xfrm>
            <a:off x="584200" y="585788"/>
            <a:ext cx="1366245" cy="292608"/>
          </a:xfrm>
          <a:prstGeom prst="rect">
            <a:avLst/>
          </a:prstGeom>
          <a:noFill/>
          <a:ln>
            <a:noFill/>
          </a:ln>
        </p:spPr>
      </p:pic>
    </p:spTree>
  </p:cSld>
  <p:clrMapOvr>
    <a:masterClrMapping/>
  </p:clrMapOvr>
  <p:transition>
    <p:fade/>
  </p:transition>
</p:sldLayout>
</file>

<file path=ppt/slideLayouts/slideLayout113.xml><?xml version="1.0" encoding="utf-8"?>
<p:sldLayout xmlns:a="http://schemas.openxmlformats.org/drawingml/2006/main" xmlns:r="http://schemas.openxmlformats.org/officeDocument/2006/relationships" xmlns:p="http://schemas.openxmlformats.org/presentationml/2006/main" matchingName="Black Notes slide Layout">
  <p:cSld name="Black Notes slide Layout">
    <p:bg>
      <p:bgPr>
        <a:solidFill>
          <a:schemeClr val="dk1"/>
        </a:solidFill>
        <a:effectLst/>
      </p:bgPr>
    </p:bg>
    <p:spTree>
      <p:nvGrpSpPr>
        <p:cNvPr id="1" name="Shape 856"/>
        <p:cNvGrpSpPr/>
        <p:nvPr/>
      </p:nvGrpSpPr>
      <p:grpSpPr>
        <a:xfrm>
          <a:off x="0" y="0"/>
          <a:ext cx="0" cy="0"/>
          <a:chOff x="0" y="0"/>
          <a:chExt cx="0" cy="0"/>
        </a:xfrm>
      </p:grpSpPr>
      <p:sp>
        <p:nvSpPr>
          <p:cNvPr id="857" name="Google Shape;857;p114"/>
          <p:cNvSpPr txBox="1">
            <a:spLocks noGrp="1"/>
          </p:cNvSpPr>
          <p:nvPr>
            <p:ph type="title"/>
          </p:nvPr>
        </p:nvSpPr>
        <p:spPr>
          <a:xfrm>
            <a:off x="588263" y="457200"/>
            <a:ext cx="11018520" cy="553998"/>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Clr>
                <a:schemeClr val="lt1"/>
              </a:buClr>
              <a:buSzPts val="3600"/>
              <a:buFont typeface="Quattrocento Sans"/>
              <a:buNone/>
              <a:defRPr b="0">
                <a:solidFill>
                  <a:schemeClr val="lt1"/>
                </a:solidFill>
                <a:latin typeface="Quattrocento Sans"/>
                <a:ea typeface="Quattrocento Sans"/>
                <a:cs typeface="Quattrocento Sans"/>
                <a:sym typeface="Quattrocento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58" name="Google Shape;858;p114"/>
          <p:cNvSpPr txBox="1">
            <a:spLocks noGrp="1"/>
          </p:cNvSpPr>
          <p:nvPr>
            <p:ph type="body" idx="1"/>
          </p:nvPr>
        </p:nvSpPr>
        <p:spPr>
          <a:xfrm>
            <a:off x="584200" y="1436688"/>
            <a:ext cx="11018838" cy="2215991"/>
          </a:xfrm>
          <a:prstGeom prst="rect">
            <a:avLst/>
          </a:prstGeom>
          <a:noFill/>
          <a:ln>
            <a:noFill/>
          </a:ln>
        </p:spPr>
        <p:txBody>
          <a:bodyPr spcFirstLastPara="1" wrap="square" lIns="0" tIns="0" rIns="0" bIns="0" anchor="t" anchorCtr="0">
            <a:spAutoFit/>
          </a:bodyPr>
          <a:lstStyle>
            <a:lvl1pPr marL="457200" lvl="0" indent="-434340" algn="l">
              <a:lnSpc>
                <a:spcPct val="100000"/>
              </a:lnSpc>
              <a:spcBef>
                <a:spcPts val="720"/>
              </a:spcBef>
              <a:spcAft>
                <a:spcPts val="0"/>
              </a:spcAft>
              <a:buClr>
                <a:schemeClr val="lt1"/>
              </a:buClr>
              <a:buSzPts val="3240"/>
              <a:buChar char="·"/>
              <a:defRPr sz="3600">
                <a:latin typeface="Quattrocento Sans"/>
                <a:ea typeface="Quattrocento Sans"/>
                <a:cs typeface="Quattrocento Sans"/>
                <a:sym typeface="Quattrocento Sans"/>
              </a:defRPr>
            </a:lvl1pPr>
            <a:lvl2pPr marL="914400" lvl="1" indent="-388619" algn="l">
              <a:lnSpc>
                <a:spcPct val="100000"/>
              </a:lnSpc>
              <a:spcBef>
                <a:spcPts val="560"/>
              </a:spcBef>
              <a:spcAft>
                <a:spcPts val="0"/>
              </a:spcAft>
              <a:buClr>
                <a:schemeClr val="lt1"/>
              </a:buClr>
              <a:buSzPts val="2520"/>
              <a:buChar char="·"/>
              <a:defRPr sz="2800">
                <a:latin typeface="Quattrocento Sans"/>
                <a:ea typeface="Quattrocento Sans"/>
                <a:cs typeface="Quattrocento Sans"/>
                <a:sym typeface="Quattrocento Sans"/>
              </a:defRPr>
            </a:lvl2pPr>
            <a:lvl3pPr marL="1371600" lvl="2" indent="-365760" algn="l">
              <a:lnSpc>
                <a:spcPct val="100000"/>
              </a:lnSpc>
              <a:spcBef>
                <a:spcPts val="480"/>
              </a:spcBef>
              <a:spcAft>
                <a:spcPts val="0"/>
              </a:spcAft>
              <a:buClr>
                <a:schemeClr val="lt1"/>
              </a:buClr>
              <a:buSzPts val="2160"/>
              <a:buChar char="·"/>
              <a:defRPr sz="2400">
                <a:latin typeface="Quattrocento Sans"/>
                <a:ea typeface="Quattrocento Sans"/>
                <a:cs typeface="Quattrocento Sans"/>
                <a:sym typeface="Quattrocento Sans"/>
              </a:defRPr>
            </a:lvl3pPr>
            <a:lvl4pPr marL="1828800" lvl="3" indent="-342900" algn="l">
              <a:lnSpc>
                <a:spcPct val="100000"/>
              </a:lnSpc>
              <a:spcBef>
                <a:spcPts val="400"/>
              </a:spcBef>
              <a:spcAft>
                <a:spcPts val="0"/>
              </a:spcAft>
              <a:buClr>
                <a:schemeClr val="lt1"/>
              </a:buClr>
              <a:buSzPts val="1800"/>
              <a:buChar char="·"/>
              <a:defRPr sz="2000">
                <a:latin typeface="Quattrocento Sans"/>
                <a:ea typeface="Quattrocento Sans"/>
                <a:cs typeface="Quattrocento Sans"/>
                <a:sym typeface="Quattrocento Sans"/>
              </a:defRPr>
            </a:lvl4pPr>
            <a:lvl5pPr marL="2286000" lvl="4" indent="-331470" algn="l">
              <a:lnSpc>
                <a:spcPct val="100000"/>
              </a:lnSpc>
              <a:spcBef>
                <a:spcPts val="360"/>
              </a:spcBef>
              <a:spcAft>
                <a:spcPts val="0"/>
              </a:spcAft>
              <a:buClr>
                <a:schemeClr val="lt1"/>
              </a:buClr>
              <a:buSzPts val="1620"/>
              <a:buChar char="·"/>
              <a:defRPr sz="1800">
                <a:latin typeface="Quattrocento Sans"/>
                <a:ea typeface="Quattrocento Sans"/>
                <a:cs typeface="Quattrocento Sans"/>
                <a:sym typeface="Quattrocento Sans"/>
              </a:defRPr>
            </a:lvl5pPr>
            <a:lvl6pPr marL="2743200" lvl="5" indent="-342900" algn="l">
              <a:spcBef>
                <a:spcPts val="360"/>
              </a:spcBef>
              <a:spcAft>
                <a:spcPts val="0"/>
              </a:spcAft>
              <a:buClr>
                <a:schemeClr val="lt1"/>
              </a:buClr>
              <a:buSzPts val="1800"/>
              <a:buChar char="•"/>
              <a:defRPr/>
            </a:lvl6pPr>
            <a:lvl7pPr marL="3200400" lvl="6" indent="-342900" algn="l">
              <a:spcBef>
                <a:spcPts val="360"/>
              </a:spcBef>
              <a:spcAft>
                <a:spcPts val="0"/>
              </a:spcAft>
              <a:buClr>
                <a:schemeClr val="lt1"/>
              </a:buClr>
              <a:buSzPts val="1800"/>
              <a:buChar char="•"/>
              <a:defRPr/>
            </a:lvl7pPr>
            <a:lvl8pPr marL="3657600" lvl="7" indent="-342900" algn="l">
              <a:spcBef>
                <a:spcPts val="360"/>
              </a:spcBef>
              <a:spcAft>
                <a:spcPts val="0"/>
              </a:spcAft>
              <a:buClr>
                <a:schemeClr val="lt1"/>
              </a:buClr>
              <a:buSzPts val="1800"/>
              <a:buChar char="•"/>
              <a:defRPr/>
            </a:lvl8pPr>
            <a:lvl9pPr marL="4114800" lvl="8" indent="-342900" algn="l">
              <a:spcBef>
                <a:spcPts val="360"/>
              </a:spcBef>
              <a:spcAft>
                <a:spcPts val="0"/>
              </a:spcAft>
              <a:buClr>
                <a:schemeClr val="lt1"/>
              </a:buClr>
              <a:buSzPts val="1800"/>
              <a:buChar char="•"/>
              <a:defRPr/>
            </a:lvl9pPr>
          </a:lstStyle>
          <a:p>
            <a:endParaRPr/>
          </a:p>
        </p:txBody>
      </p:sp>
      <p:sp>
        <p:nvSpPr>
          <p:cNvPr id="859" name="Google Shape;859;p114"/>
          <p:cNvSpPr txBox="1">
            <a:spLocks noGrp="1"/>
          </p:cNvSpPr>
          <p:nvPr>
            <p:ph type="body" idx="2"/>
          </p:nvPr>
        </p:nvSpPr>
        <p:spPr>
          <a:xfrm>
            <a:off x="1" y="6269038"/>
            <a:ext cx="12192001" cy="588963"/>
          </a:xfrm>
          <a:prstGeom prst="rect">
            <a:avLst/>
          </a:prstGeom>
          <a:solidFill>
            <a:srgbClr val="FFFF99"/>
          </a:solidFill>
          <a:ln>
            <a:noFill/>
          </a:ln>
        </p:spPr>
        <p:txBody>
          <a:bodyPr spcFirstLastPara="1" wrap="square" lIns="155450" tIns="77725" rIns="155450" bIns="45700" anchor="b" anchorCtr="0">
            <a:noAutofit/>
          </a:bodyPr>
          <a:lstStyle>
            <a:lvl1pPr marL="457200" lvl="0" indent="-228600" algn="r">
              <a:lnSpc>
                <a:spcPct val="100000"/>
              </a:lnSpc>
              <a:spcBef>
                <a:spcPts val="740"/>
              </a:spcBef>
              <a:spcAft>
                <a:spcPts val="0"/>
              </a:spcAft>
              <a:buClr>
                <a:srgbClr val="000000"/>
              </a:buClr>
              <a:buSzPts val="3330"/>
              <a:buFont typeface="Arial"/>
              <a:buNone/>
              <a:defRPr sz="3700">
                <a:solidFill>
                  <a:srgbClr val="000000"/>
                </a:solidFill>
                <a:latin typeface="Quattrocento Sans"/>
                <a:ea typeface="Quattrocento Sans"/>
                <a:cs typeface="Quattrocento Sans"/>
                <a:sym typeface="Quattrocento Sans"/>
              </a:defRPr>
            </a:lvl1pPr>
            <a:lvl2pPr marL="914400" lvl="1" indent="-331469" algn="l">
              <a:lnSpc>
                <a:spcPct val="100000"/>
              </a:lnSpc>
              <a:spcBef>
                <a:spcPts val="360"/>
              </a:spcBef>
              <a:spcAft>
                <a:spcPts val="0"/>
              </a:spcAft>
              <a:buClr>
                <a:schemeClr val="lt1"/>
              </a:buClr>
              <a:buSzPts val="1620"/>
              <a:buChar char="·"/>
              <a:defRPr/>
            </a:lvl2pPr>
            <a:lvl3pPr marL="1371600" lvl="2" indent="-331469" algn="l">
              <a:lnSpc>
                <a:spcPct val="100000"/>
              </a:lnSpc>
              <a:spcBef>
                <a:spcPts val="360"/>
              </a:spcBef>
              <a:spcAft>
                <a:spcPts val="0"/>
              </a:spcAft>
              <a:buClr>
                <a:schemeClr val="lt1"/>
              </a:buClr>
              <a:buSzPts val="1620"/>
              <a:buChar char="·"/>
              <a:defRPr/>
            </a:lvl3pPr>
            <a:lvl4pPr marL="1828800" lvl="3" indent="-331469" algn="l">
              <a:lnSpc>
                <a:spcPct val="100000"/>
              </a:lnSpc>
              <a:spcBef>
                <a:spcPts val="360"/>
              </a:spcBef>
              <a:spcAft>
                <a:spcPts val="0"/>
              </a:spcAft>
              <a:buClr>
                <a:schemeClr val="lt1"/>
              </a:buClr>
              <a:buSzPts val="1620"/>
              <a:buChar char="·"/>
              <a:defRPr/>
            </a:lvl4pPr>
            <a:lvl5pPr marL="2286000" lvl="4" indent="-331470" algn="l">
              <a:lnSpc>
                <a:spcPct val="100000"/>
              </a:lnSpc>
              <a:spcBef>
                <a:spcPts val="360"/>
              </a:spcBef>
              <a:spcAft>
                <a:spcPts val="0"/>
              </a:spcAft>
              <a:buClr>
                <a:schemeClr val="lt1"/>
              </a:buClr>
              <a:buSzPts val="1620"/>
              <a:buChar char="·"/>
              <a:defRPr/>
            </a:lvl5pPr>
            <a:lvl6pPr marL="2743200" lvl="5" indent="-342900" algn="l">
              <a:spcBef>
                <a:spcPts val="360"/>
              </a:spcBef>
              <a:spcAft>
                <a:spcPts val="0"/>
              </a:spcAft>
              <a:buClr>
                <a:schemeClr val="lt1"/>
              </a:buClr>
              <a:buSzPts val="1800"/>
              <a:buChar char="•"/>
              <a:defRPr/>
            </a:lvl6pPr>
            <a:lvl7pPr marL="3200400" lvl="6" indent="-342900" algn="l">
              <a:spcBef>
                <a:spcPts val="360"/>
              </a:spcBef>
              <a:spcAft>
                <a:spcPts val="0"/>
              </a:spcAft>
              <a:buClr>
                <a:schemeClr val="lt1"/>
              </a:buClr>
              <a:buSzPts val="1800"/>
              <a:buChar char="•"/>
              <a:defRPr/>
            </a:lvl7pPr>
            <a:lvl8pPr marL="3657600" lvl="7" indent="-342900" algn="l">
              <a:spcBef>
                <a:spcPts val="360"/>
              </a:spcBef>
              <a:spcAft>
                <a:spcPts val="0"/>
              </a:spcAft>
              <a:buClr>
                <a:schemeClr val="lt1"/>
              </a:buClr>
              <a:buSzPts val="1800"/>
              <a:buChar char="•"/>
              <a:defRPr/>
            </a:lvl8pPr>
            <a:lvl9pPr marL="4114800" lvl="8" indent="-342900" algn="l">
              <a:spcBef>
                <a:spcPts val="360"/>
              </a:spcBef>
              <a:spcAft>
                <a:spcPts val="0"/>
              </a:spcAft>
              <a:buClr>
                <a:schemeClr val="lt1"/>
              </a:buClr>
              <a:buSzPts val="1800"/>
              <a:buChar char="•"/>
              <a:defRPr/>
            </a:lvl9pPr>
          </a:lstStyle>
          <a:p>
            <a:endParaRPr/>
          </a:p>
        </p:txBody>
      </p:sp>
    </p:spTree>
  </p:cSld>
  <p:clrMapOvr>
    <a:masterClrMapping/>
  </p:clrMapOvr>
  <p:transition>
    <p:fade/>
  </p:transition>
  <p:extLst>
    <p:ext uri="{DCECCB84-F9BA-43D5-87BE-67443E8EF086}">
      <p15:sldGuideLst xmlns:p15="http://schemas.microsoft.com/office/powerpoint/2012/main">
        <p15:guide id="1" orient="horz" pos="904">
          <p15:clr>
            <a:srgbClr val="5ACBF0"/>
          </p15:clr>
        </p15:guide>
        <p15:guide id="2" orient="horz" pos="288">
          <p15:clr>
            <a:srgbClr val="5ACBF0"/>
          </p15:clr>
        </p15:guide>
      </p15:sldGuideLst>
    </p:ext>
  </p:extLst>
</p:sldLayout>
</file>

<file path=ppt/slideLayouts/slideLayout114.xml><?xml version="1.0" encoding="utf-8"?>
<p:sldLayout xmlns:a="http://schemas.openxmlformats.org/drawingml/2006/main" xmlns:r="http://schemas.openxmlformats.org/officeDocument/2006/relationships" xmlns:p="http://schemas.openxmlformats.org/presentationml/2006/main" matchingName=" Title square photo placeholder">
  <p:cSld name=" Title square photo placeholder">
    <p:bg>
      <p:bgPr>
        <a:solidFill>
          <a:schemeClr val="dk2"/>
        </a:solidFill>
        <a:effectLst/>
      </p:bgPr>
    </p:bg>
    <p:spTree>
      <p:nvGrpSpPr>
        <p:cNvPr id="1" name="Shape 860"/>
        <p:cNvGrpSpPr/>
        <p:nvPr/>
      </p:nvGrpSpPr>
      <p:grpSpPr>
        <a:xfrm>
          <a:off x="0" y="0"/>
          <a:ext cx="0" cy="0"/>
          <a:chOff x="0" y="0"/>
          <a:chExt cx="0" cy="0"/>
        </a:xfrm>
      </p:grpSpPr>
      <p:sp>
        <p:nvSpPr>
          <p:cNvPr id="861" name="Google Shape;861;p115"/>
          <p:cNvSpPr txBox="1">
            <a:spLocks noGrp="1"/>
          </p:cNvSpPr>
          <p:nvPr>
            <p:ph type="title"/>
          </p:nvPr>
        </p:nvSpPr>
        <p:spPr>
          <a:xfrm>
            <a:off x="588263" y="2425541"/>
            <a:ext cx="4167887" cy="1107996"/>
          </a:xfrm>
          <a:prstGeom prst="rect">
            <a:avLst/>
          </a:prstGeom>
          <a:noFill/>
          <a:ln>
            <a:noFill/>
          </a:ln>
        </p:spPr>
        <p:txBody>
          <a:bodyPr spcFirstLastPara="1" wrap="square" lIns="0" tIns="0" rIns="0" bIns="0" anchor="b" anchorCtr="0">
            <a:spAutoFit/>
          </a:bodyPr>
          <a:lstStyle>
            <a:lvl1pPr lvl="0" algn="l">
              <a:lnSpc>
                <a:spcPct val="100000"/>
              </a:lnSpc>
              <a:spcBef>
                <a:spcPts val="0"/>
              </a:spcBef>
              <a:spcAft>
                <a:spcPts val="0"/>
              </a:spcAft>
              <a:buClr>
                <a:srgbClr val="D59DFF"/>
              </a:buClr>
              <a:buSzPts val="3600"/>
              <a:buFont typeface="Quattrocento Sans"/>
              <a:buNone/>
              <a:defRPr>
                <a:solidFill>
                  <a:srgbClr val="D59DFF"/>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62" name="Google Shape;862;p115"/>
          <p:cNvSpPr txBox="1">
            <a:spLocks noGrp="1"/>
          </p:cNvSpPr>
          <p:nvPr>
            <p:ph type="body" idx="1"/>
          </p:nvPr>
        </p:nvSpPr>
        <p:spPr>
          <a:xfrm>
            <a:off x="582042" y="3962400"/>
            <a:ext cx="4164583" cy="338554"/>
          </a:xfrm>
          <a:prstGeom prst="rect">
            <a:avLst/>
          </a:prstGeom>
          <a:noFill/>
          <a:ln>
            <a:noFill/>
          </a:ln>
        </p:spPr>
        <p:txBody>
          <a:bodyPr spcFirstLastPara="1" wrap="square" lIns="0" tIns="0" rIns="0" bIns="0" anchor="t" anchorCtr="0">
            <a:spAutoFit/>
          </a:bodyPr>
          <a:lstStyle>
            <a:lvl1pPr marL="457200" lvl="0" indent="-228600" algn="l">
              <a:lnSpc>
                <a:spcPct val="100000"/>
              </a:lnSpc>
              <a:spcBef>
                <a:spcPts val="0"/>
              </a:spcBef>
              <a:spcAft>
                <a:spcPts val="0"/>
              </a:spcAft>
              <a:buClr>
                <a:schemeClr val="lt1"/>
              </a:buClr>
              <a:buSzPts val="1980"/>
              <a:buNone/>
              <a:defRPr sz="2200">
                <a:solidFill>
                  <a:schemeClr val="lt1"/>
                </a:solidFill>
                <a:latin typeface="Quattrocento Sans"/>
                <a:ea typeface="Quattrocento Sans"/>
                <a:cs typeface="Quattrocento Sans"/>
                <a:sym typeface="Quattrocento Sans"/>
              </a:defRPr>
            </a:lvl1pPr>
            <a:lvl2pPr marL="914400" lvl="1" indent="-331469" algn="l">
              <a:lnSpc>
                <a:spcPct val="100000"/>
              </a:lnSpc>
              <a:spcBef>
                <a:spcPts val="360"/>
              </a:spcBef>
              <a:spcAft>
                <a:spcPts val="0"/>
              </a:spcAft>
              <a:buClr>
                <a:schemeClr val="lt1"/>
              </a:buClr>
              <a:buSzPts val="1620"/>
              <a:buChar char="·"/>
              <a:defRPr/>
            </a:lvl2pPr>
            <a:lvl3pPr marL="1371600" lvl="2" indent="-331469" algn="l">
              <a:lnSpc>
                <a:spcPct val="100000"/>
              </a:lnSpc>
              <a:spcBef>
                <a:spcPts val="360"/>
              </a:spcBef>
              <a:spcAft>
                <a:spcPts val="0"/>
              </a:spcAft>
              <a:buClr>
                <a:schemeClr val="lt1"/>
              </a:buClr>
              <a:buSzPts val="1620"/>
              <a:buChar char="·"/>
              <a:defRPr/>
            </a:lvl3pPr>
            <a:lvl4pPr marL="1828800" lvl="3" indent="-331469" algn="l">
              <a:lnSpc>
                <a:spcPct val="100000"/>
              </a:lnSpc>
              <a:spcBef>
                <a:spcPts val="360"/>
              </a:spcBef>
              <a:spcAft>
                <a:spcPts val="0"/>
              </a:spcAft>
              <a:buClr>
                <a:schemeClr val="lt1"/>
              </a:buClr>
              <a:buSzPts val="1620"/>
              <a:buChar char="·"/>
              <a:defRPr/>
            </a:lvl4pPr>
            <a:lvl5pPr marL="2286000" lvl="4" indent="-331470" algn="l">
              <a:lnSpc>
                <a:spcPct val="100000"/>
              </a:lnSpc>
              <a:spcBef>
                <a:spcPts val="360"/>
              </a:spcBef>
              <a:spcAft>
                <a:spcPts val="0"/>
              </a:spcAft>
              <a:buClr>
                <a:schemeClr val="lt1"/>
              </a:buClr>
              <a:buSzPts val="1620"/>
              <a:buChar char="·"/>
              <a:defRPr/>
            </a:lvl5pPr>
            <a:lvl6pPr marL="2743200" lvl="5" indent="-342900" algn="l">
              <a:spcBef>
                <a:spcPts val="360"/>
              </a:spcBef>
              <a:spcAft>
                <a:spcPts val="0"/>
              </a:spcAft>
              <a:buClr>
                <a:schemeClr val="lt1"/>
              </a:buClr>
              <a:buSzPts val="1800"/>
              <a:buChar char="•"/>
              <a:defRPr/>
            </a:lvl6pPr>
            <a:lvl7pPr marL="3200400" lvl="6" indent="-342900" algn="l">
              <a:spcBef>
                <a:spcPts val="360"/>
              </a:spcBef>
              <a:spcAft>
                <a:spcPts val="0"/>
              </a:spcAft>
              <a:buClr>
                <a:schemeClr val="lt1"/>
              </a:buClr>
              <a:buSzPts val="1800"/>
              <a:buChar char="•"/>
              <a:defRPr/>
            </a:lvl7pPr>
            <a:lvl8pPr marL="3657600" lvl="7" indent="-342900" algn="l">
              <a:spcBef>
                <a:spcPts val="360"/>
              </a:spcBef>
              <a:spcAft>
                <a:spcPts val="0"/>
              </a:spcAft>
              <a:buClr>
                <a:schemeClr val="lt1"/>
              </a:buClr>
              <a:buSzPts val="1800"/>
              <a:buChar char="•"/>
              <a:defRPr/>
            </a:lvl8pPr>
            <a:lvl9pPr marL="4114800" lvl="8" indent="-342900" algn="l">
              <a:spcBef>
                <a:spcPts val="360"/>
              </a:spcBef>
              <a:spcAft>
                <a:spcPts val="0"/>
              </a:spcAft>
              <a:buClr>
                <a:schemeClr val="lt1"/>
              </a:buClr>
              <a:buSzPts val="1800"/>
              <a:buChar char="•"/>
              <a:defRPr/>
            </a:lvl9pPr>
          </a:lstStyle>
          <a:p>
            <a:endParaRPr/>
          </a:p>
        </p:txBody>
      </p:sp>
      <p:pic>
        <p:nvPicPr>
          <p:cNvPr id="863" name="Google Shape;863;p115" descr="Microsoft logo white text version"/>
          <p:cNvPicPr preferRelativeResize="0"/>
          <p:nvPr/>
        </p:nvPicPr>
        <p:blipFill rotWithShape="1">
          <a:blip r:embed="rId2">
            <a:alphaModFix/>
          </a:blip>
          <a:srcRect/>
          <a:stretch/>
        </p:blipFill>
        <p:spPr>
          <a:xfrm>
            <a:off x="584200" y="585788"/>
            <a:ext cx="1366245" cy="292608"/>
          </a:xfrm>
          <a:prstGeom prst="rect">
            <a:avLst/>
          </a:prstGeom>
          <a:noFill/>
          <a:ln>
            <a:noFill/>
          </a:ln>
        </p:spPr>
      </p:pic>
      <p:pic>
        <p:nvPicPr>
          <p:cNvPr id="864" name="Google Shape;864;p115" descr="This photo is a 'placeholder' only. Drag or drop your photo here, or click and tap the center to insert a photo."/>
          <p:cNvPicPr preferRelativeResize="0">
            <a:picLocks noGrp="1"/>
          </p:cNvPicPr>
          <p:nvPr>
            <p:ph type="pic" idx="2"/>
          </p:nvPr>
        </p:nvPicPr>
        <p:blipFill/>
        <p:spPr>
          <a:xfrm>
            <a:off x="5334000" y="0"/>
            <a:ext cx="6858000" cy="6858000"/>
          </a:xfrm>
          <a:prstGeom prst="rect">
            <a:avLst/>
          </a:prstGeom>
          <a:blipFill rotWithShape="1">
            <a:blip r:embed="rId3">
              <a:alphaModFix/>
            </a:blip>
            <a:stretch>
              <a:fillRect/>
            </a:stretch>
          </a:blipFill>
          <a:ln>
            <a:noFill/>
          </a:ln>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extLst>
    <p:ext uri="{DCECCB84-F9BA-43D5-87BE-67443E8EF086}">
      <p15:sldGuideLst xmlns:p15="http://schemas.microsoft.com/office/powerpoint/2012/main">
        <p15:guide id="1" orient="horz" pos="2496">
          <p15:clr>
            <a:srgbClr val="5ACBF0"/>
          </p15:clr>
        </p15:guide>
        <p15:guide id="2" pos="3355">
          <p15:clr>
            <a:srgbClr val="5ACBF0"/>
          </p15:clr>
        </p15:guide>
        <p15:guide id="3" orient="horz" pos="2160">
          <p15:clr>
            <a:srgbClr val="FBAE40"/>
          </p15:clr>
        </p15:guide>
        <p15:guide id="4" orient="horz" pos="2229">
          <p15:clr>
            <a:srgbClr val="5ACBF0"/>
          </p15:clr>
        </p15:guide>
        <p15:guide id="5" pos="2996">
          <p15:clr>
            <a:srgbClr val="5ACBF0"/>
          </p15:clr>
        </p15:guide>
      </p15:sldGuideLst>
    </p:ext>
  </p:extLst>
</p:sldLayout>
</file>

<file path=ppt/slideLayouts/slideLayout115.xml><?xml version="1.0" encoding="utf-8"?>
<p:sldLayout xmlns:a="http://schemas.openxmlformats.org/drawingml/2006/main" xmlns:r="http://schemas.openxmlformats.org/officeDocument/2006/relationships" xmlns:p="http://schemas.openxmlformats.org/presentationml/2006/main" matchingName="1_Title Slide 2">
  <p:cSld name="1_Title Slide 2">
    <p:spTree>
      <p:nvGrpSpPr>
        <p:cNvPr id="1" name="Shape 865"/>
        <p:cNvGrpSpPr/>
        <p:nvPr/>
      </p:nvGrpSpPr>
      <p:grpSpPr>
        <a:xfrm>
          <a:off x="0" y="0"/>
          <a:ext cx="0" cy="0"/>
          <a:chOff x="0" y="0"/>
          <a:chExt cx="0" cy="0"/>
        </a:xfrm>
      </p:grpSpPr>
      <p:pic>
        <p:nvPicPr>
          <p:cNvPr id="866" name="Google Shape;866;p116" descr="Microsoft logo, gray text version"/>
          <p:cNvPicPr preferRelativeResize="0"/>
          <p:nvPr/>
        </p:nvPicPr>
        <p:blipFill rotWithShape="1">
          <a:blip r:embed="rId2">
            <a:alphaModFix/>
          </a:blip>
          <a:srcRect/>
          <a:stretch/>
        </p:blipFill>
        <p:spPr>
          <a:xfrm>
            <a:off x="584200" y="585788"/>
            <a:ext cx="1366440" cy="292608"/>
          </a:xfrm>
          <a:prstGeom prst="rect">
            <a:avLst/>
          </a:prstGeom>
          <a:noFill/>
          <a:ln>
            <a:noFill/>
          </a:ln>
        </p:spPr>
      </p:pic>
      <p:pic>
        <p:nvPicPr>
          <p:cNvPr id="867" name="Google Shape;867;p116"/>
          <p:cNvPicPr preferRelativeResize="0"/>
          <p:nvPr/>
        </p:nvPicPr>
        <p:blipFill rotWithShape="1">
          <a:blip r:embed="rId3">
            <a:alphaModFix/>
          </a:blip>
          <a:srcRect/>
          <a:stretch/>
        </p:blipFill>
        <p:spPr>
          <a:xfrm>
            <a:off x="0" y="0"/>
            <a:ext cx="12191999" cy="6857998"/>
          </a:xfrm>
          <a:prstGeom prst="rect">
            <a:avLst/>
          </a:prstGeom>
          <a:noFill/>
          <a:ln>
            <a:noFill/>
          </a:ln>
        </p:spPr>
      </p:pic>
      <p:pic>
        <p:nvPicPr>
          <p:cNvPr id="868" name="Google Shape;868;p116"/>
          <p:cNvPicPr preferRelativeResize="0"/>
          <p:nvPr/>
        </p:nvPicPr>
        <p:blipFill rotWithShape="1">
          <a:blip r:embed="rId4">
            <a:alphaModFix/>
          </a:blip>
          <a:srcRect/>
          <a:stretch/>
        </p:blipFill>
        <p:spPr>
          <a:xfrm>
            <a:off x="241097" y="2917914"/>
            <a:ext cx="4023360" cy="1112711"/>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116.xml><?xml version="1.0" encoding="utf-8"?>
<p:sldLayout xmlns:a="http://schemas.openxmlformats.org/drawingml/2006/main" xmlns:r="http://schemas.openxmlformats.org/officeDocument/2006/relationships" xmlns:p="http://schemas.openxmlformats.org/presentationml/2006/main" matchingName="1_Title Only without graphic">
  <p:cSld name="1_Title Only without graphic">
    <p:bg>
      <p:bgPr>
        <a:solidFill>
          <a:srgbClr val="F2F2F2"/>
        </a:solidFill>
        <a:effectLst/>
      </p:bgPr>
    </p:bg>
    <p:spTree>
      <p:nvGrpSpPr>
        <p:cNvPr id="1" name="Shape 869"/>
        <p:cNvGrpSpPr/>
        <p:nvPr/>
      </p:nvGrpSpPr>
      <p:grpSpPr>
        <a:xfrm>
          <a:off x="0" y="0"/>
          <a:ext cx="0" cy="0"/>
          <a:chOff x="0" y="0"/>
          <a:chExt cx="0" cy="0"/>
        </a:xfrm>
      </p:grpSpPr>
      <p:sp>
        <p:nvSpPr>
          <p:cNvPr id="870" name="Google Shape;870;p117"/>
          <p:cNvSpPr txBox="1">
            <a:spLocks noGrp="1"/>
          </p:cNvSpPr>
          <p:nvPr>
            <p:ph type="title"/>
          </p:nvPr>
        </p:nvSpPr>
        <p:spPr>
          <a:xfrm>
            <a:off x="588263" y="457200"/>
            <a:ext cx="11018520" cy="553998"/>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Clr>
                <a:schemeClr val="accent1"/>
              </a:buClr>
              <a:buSzPts val="3600"/>
              <a:buFont typeface="Quattrocento Sans"/>
              <a:buNone/>
              <a:defRPr>
                <a:solidFill>
                  <a:schemeClr val="accen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117.xml><?xml version="1.0" encoding="utf-8"?>
<p:sldLayout xmlns:a="http://schemas.openxmlformats.org/drawingml/2006/main" xmlns:r="http://schemas.openxmlformats.org/officeDocument/2006/relationships" xmlns:p="http://schemas.openxmlformats.org/presentationml/2006/main" matchingName="2_Title Only with graphic">
  <p:cSld name="2_Title Only with graphic">
    <p:bg>
      <p:bgPr>
        <a:solidFill>
          <a:srgbClr val="F2F2F2"/>
        </a:solidFill>
        <a:effectLst/>
      </p:bgPr>
    </p:bg>
    <p:spTree>
      <p:nvGrpSpPr>
        <p:cNvPr id="1" name="Shape 871"/>
        <p:cNvGrpSpPr/>
        <p:nvPr/>
      </p:nvGrpSpPr>
      <p:grpSpPr>
        <a:xfrm>
          <a:off x="0" y="0"/>
          <a:ext cx="0" cy="0"/>
          <a:chOff x="0" y="0"/>
          <a:chExt cx="0" cy="0"/>
        </a:xfrm>
      </p:grpSpPr>
      <p:sp>
        <p:nvSpPr>
          <p:cNvPr id="872" name="Google Shape;872;p118"/>
          <p:cNvSpPr txBox="1">
            <a:spLocks noGrp="1"/>
          </p:cNvSpPr>
          <p:nvPr>
            <p:ph type="title"/>
          </p:nvPr>
        </p:nvSpPr>
        <p:spPr>
          <a:xfrm>
            <a:off x="588263" y="457200"/>
            <a:ext cx="11018520" cy="553998"/>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Clr>
                <a:schemeClr val="accent1"/>
              </a:buClr>
              <a:buSzPts val="3600"/>
              <a:buFont typeface="Quattrocento Sans"/>
              <a:buNone/>
              <a:defRPr>
                <a:solidFill>
                  <a:schemeClr val="accen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118.xml><?xml version="1.0" encoding="utf-8"?>
<p:sldLayout xmlns:a="http://schemas.openxmlformats.org/drawingml/2006/main" xmlns:r="http://schemas.openxmlformats.org/officeDocument/2006/relationships" xmlns:p="http://schemas.openxmlformats.org/presentationml/2006/main" matchingName="2_Title and Content" type="obj">
  <p:cSld name="OBJECT">
    <p:spTree>
      <p:nvGrpSpPr>
        <p:cNvPr id="1" name="Shape 873"/>
        <p:cNvGrpSpPr/>
        <p:nvPr/>
      </p:nvGrpSpPr>
      <p:grpSpPr>
        <a:xfrm>
          <a:off x="0" y="0"/>
          <a:ext cx="0" cy="0"/>
          <a:chOff x="0" y="0"/>
          <a:chExt cx="0" cy="0"/>
        </a:xfrm>
      </p:grpSpPr>
      <p:sp>
        <p:nvSpPr>
          <p:cNvPr id="874" name="Google Shape;874;p119"/>
          <p:cNvSpPr txBox="1">
            <a:spLocks noGrp="1"/>
          </p:cNvSpPr>
          <p:nvPr>
            <p:ph type="title"/>
          </p:nvPr>
        </p:nvSpPr>
        <p:spPr>
          <a:xfrm>
            <a:off x="588263" y="457200"/>
            <a:ext cx="11018520" cy="553998"/>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75" name="Google Shape;875;p119"/>
          <p:cNvSpPr txBox="1">
            <a:spLocks noGrp="1"/>
          </p:cNvSpPr>
          <p:nvPr>
            <p:ph type="body" idx="1"/>
          </p:nvPr>
        </p:nvSpPr>
        <p:spPr>
          <a:xfrm>
            <a:off x="584200" y="1435503"/>
            <a:ext cx="11018520" cy="1612749"/>
          </a:xfrm>
          <a:prstGeom prst="rect">
            <a:avLst/>
          </a:prstGeom>
          <a:noFill/>
          <a:ln>
            <a:noFill/>
          </a:ln>
        </p:spPr>
        <p:txBody>
          <a:bodyPr spcFirstLastPara="1" wrap="square" lIns="0" tIns="0" rIns="0" bIns="0" anchor="t" anchorCtr="0">
            <a:spAutoFit/>
          </a:bodyPr>
          <a:lstStyle>
            <a:lvl1pPr marL="457200" lvl="0" indent="-331470" algn="l">
              <a:lnSpc>
                <a:spcPct val="100000"/>
              </a:lnSpc>
              <a:spcBef>
                <a:spcPts val="360"/>
              </a:spcBef>
              <a:spcAft>
                <a:spcPts val="0"/>
              </a:spcAft>
              <a:buClr>
                <a:schemeClr val="dk1"/>
              </a:buClr>
              <a:buSzPts val="1620"/>
              <a:buChar char="·"/>
              <a:defRPr/>
            </a:lvl1pPr>
            <a:lvl2pPr marL="914400" lvl="1" indent="-331469" algn="l">
              <a:lnSpc>
                <a:spcPct val="100000"/>
              </a:lnSpc>
              <a:spcBef>
                <a:spcPts val="360"/>
              </a:spcBef>
              <a:spcAft>
                <a:spcPts val="0"/>
              </a:spcAft>
              <a:buClr>
                <a:schemeClr val="dk1"/>
              </a:buClr>
              <a:buSzPts val="1620"/>
              <a:buChar char="·"/>
              <a:defRPr/>
            </a:lvl2pPr>
            <a:lvl3pPr marL="1371600" lvl="2" indent="-331469" algn="l">
              <a:lnSpc>
                <a:spcPct val="100000"/>
              </a:lnSpc>
              <a:spcBef>
                <a:spcPts val="360"/>
              </a:spcBef>
              <a:spcAft>
                <a:spcPts val="0"/>
              </a:spcAft>
              <a:buClr>
                <a:schemeClr val="dk1"/>
              </a:buClr>
              <a:buSzPts val="1620"/>
              <a:buChar char="·"/>
              <a:defRPr/>
            </a:lvl3pPr>
            <a:lvl4pPr marL="1828800" lvl="3" indent="-331469" algn="l">
              <a:lnSpc>
                <a:spcPct val="100000"/>
              </a:lnSpc>
              <a:spcBef>
                <a:spcPts val="360"/>
              </a:spcBef>
              <a:spcAft>
                <a:spcPts val="0"/>
              </a:spcAft>
              <a:buClr>
                <a:schemeClr val="dk1"/>
              </a:buClr>
              <a:buSzPts val="1620"/>
              <a:buChar char="·"/>
              <a:defRPr/>
            </a:lvl4pPr>
            <a:lvl5pPr marL="2286000" lvl="4" indent="-331470" algn="l">
              <a:lnSpc>
                <a:spcPct val="100000"/>
              </a:lnSpc>
              <a:spcBef>
                <a:spcPts val="360"/>
              </a:spcBef>
              <a:spcAft>
                <a:spcPts val="0"/>
              </a:spcAft>
              <a:buClr>
                <a:schemeClr val="dk1"/>
              </a:buClr>
              <a:buSzPts val="162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876" name="Google Shape;876;p119"/>
          <p:cNvSpPr txBox="1">
            <a:spLocks noGrp="1"/>
          </p:cNvSpPr>
          <p:nvPr>
            <p:ph type="dt" idx="10"/>
          </p:nvPr>
        </p:nvSpPr>
        <p:spPr>
          <a:xfrm>
            <a:off x="0" y="0"/>
            <a:ext cx="3000000" cy="30000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Quattrocento Sans"/>
                <a:ea typeface="Quattrocento Sans"/>
                <a:cs typeface="Quattrocento Sans"/>
                <a:sym typeface="Quattrocento Sans"/>
              </a:defRPr>
            </a:lvl1pPr>
            <a:lvl2pPr marR="0" lvl="1" algn="l" rtl="0">
              <a:spcBef>
                <a:spcPts val="0"/>
              </a:spcBef>
              <a:spcAft>
                <a:spcPts val="0"/>
              </a:spcAft>
              <a:buSzPts val="1400"/>
              <a:buNone/>
              <a:defRPr sz="1800" b="0" i="0" u="none" strike="noStrike" cap="none">
                <a:solidFill>
                  <a:schemeClr val="dk1"/>
                </a:solidFill>
                <a:latin typeface="Quattrocento Sans"/>
                <a:ea typeface="Quattrocento Sans"/>
                <a:cs typeface="Quattrocento Sans"/>
                <a:sym typeface="Quattrocento Sans"/>
              </a:defRPr>
            </a:lvl2pPr>
            <a:lvl3pPr marR="0" lvl="2" algn="l" rtl="0">
              <a:spcBef>
                <a:spcPts val="0"/>
              </a:spcBef>
              <a:spcAft>
                <a:spcPts val="0"/>
              </a:spcAft>
              <a:buSzPts val="1400"/>
              <a:buNone/>
              <a:defRPr sz="1800" b="0" i="0" u="none" strike="noStrike" cap="none">
                <a:solidFill>
                  <a:schemeClr val="dk1"/>
                </a:solidFill>
                <a:latin typeface="Quattrocento Sans"/>
                <a:ea typeface="Quattrocento Sans"/>
                <a:cs typeface="Quattrocento Sans"/>
                <a:sym typeface="Quattrocento Sans"/>
              </a:defRPr>
            </a:lvl3pPr>
            <a:lvl4pPr marR="0" lvl="3" algn="l" rtl="0">
              <a:spcBef>
                <a:spcPts val="0"/>
              </a:spcBef>
              <a:spcAft>
                <a:spcPts val="0"/>
              </a:spcAft>
              <a:buSzPts val="1400"/>
              <a:buNone/>
              <a:defRPr sz="1800" b="0" i="0" u="none" strike="noStrike" cap="none">
                <a:solidFill>
                  <a:schemeClr val="dk1"/>
                </a:solidFill>
                <a:latin typeface="Quattrocento Sans"/>
                <a:ea typeface="Quattrocento Sans"/>
                <a:cs typeface="Quattrocento Sans"/>
                <a:sym typeface="Quattrocento Sans"/>
              </a:defRPr>
            </a:lvl4pPr>
            <a:lvl5pPr marR="0" lvl="4" algn="l" rtl="0">
              <a:spcBef>
                <a:spcPts val="0"/>
              </a:spcBef>
              <a:spcAft>
                <a:spcPts val="0"/>
              </a:spcAft>
              <a:buSzPts val="1400"/>
              <a:buNone/>
              <a:defRPr sz="1800" b="0" i="0" u="none" strike="noStrike" cap="none">
                <a:solidFill>
                  <a:schemeClr val="dk1"/>
                </a:solidFill>
                <a:latin typeface="Quattrocento Sans"/>
                <a:ea typeface="Quattrocento Sans"/>
                <a:cs typeface="Quattrocento Sans"/>
                <a:sym typeface="Quattrocento Sans"/>
              </a:defRPr>
            </a:lvl5pPr>
            <a:lvl6pPr marR="0" lvl="5" algn="l" rtl="0">
              <a:spcBef>
                <a:spcPts val="0"/>
              </a:spcBef>
              <a:spcAft>
                <a:spcPts val="0"/>
              </a:spcAft>
              <a:buSzPts val="1400"/>
              <a:buNone/>
              <a:defRPr sz="1800" b="0" i="0" u="none" strike="noStrike" cap="none">
                <a:solidFill>
                  <a:schemeClr val="dk1"/>
                </a:solidFill>
                <a:latin typeface="Quattrocento Sans"/>
                <a:ea typeface="Quattrocento Sans"/>
                <a:cs typeface="Quattrocento Sans"/>
                <a:sym typeface="Quattrocento Sans"/>
              </a:defRPr>
            </a:lvl6pPr>
            <a:lvl7pPr marR="0" lvl="6" algn="l" rtl="0">
              <a:spcBef>
                <a:spcPts val="0"/>
              </a:spcBef>
              <a:spcAft>
                <a:spcPts val="0"/>
              </a:spcAft>
              <a:buSzPts val="1400"/>
              <a:buNone/>
              <a:defRPr sz="1800" b="0" i="0" u="none" strike="noStrike" cap="none">
                <a:solidFill>
                  <a:schemeClr val="dk1"/>
                </a:solidFill>
                <a:latin typeface="Quattrocento Sans"/>
                <a:ea typeface="Quattrocento Sans"/>
                <a:cs typeface="Quattrocento Sans"/>
                <a:sym typeface="Quattrocento Sans"/>
              </a:defRPr>
            </a:lvl7pPr>
            <a:lvl8pPr marR="0" lvl="7" algn="l" rtl="0">
              <a:spcBef>
                <a:spcPts val="0"/>
              </a:spcBef>
              <a:spcAft>
                <a:spcPts val="0"/>
              </a:spcAft>
              <a:buSzPts val="1400"/>
              <a:buNone/>
              <a:defRPr sz="1800" b="0" i="0" u="none" strike="noStrike" cap="none">
                <a:solidFill>
                  <a:schemeClr val="dk1"/>
                </a:solidFill>
                <a:latin typeface="Quattrocento Sans"/>
                <a:ea typeface="Quattrocento Sans"/>
                <a:cs typeface="Quattrocento Sans"/>
                <a:sym typeface="Quattrocento Sans"/>
              </a:defRPr>
            </a:lvl8pPr>
            <a:lvl9pPr marR="0" lvl="8" algn="l" rtl="0">
              <a:spcBef>
                <a:spcPts val="0"/>
              </a:spcBef>
              <a:spcAft>
                <a:spcPts val="0"/>
              </a:spcAft>
              <a:buSzPts val="1400"/>
              <a:buNone/>
              <a:defRPr sz="1800" b="0" i="0" u="none" strike="noStrike" cap="none">
                <a:solidFill>
                  <a:schemeClr val="dk1"/>
                </a:solidFill>
                <a:latin typeface="Quattrocento Sans"/>
                <a:ea typeface="Quattrocento Sans"/>
                <a:cs typeface="Quattrocento Sans"/>
                <a:sym typeface="Quattrocento Sans"/>
              </a:defRPr>
            </a:lvl9pPr>
          </a:lstStyle>
          <a:p>
            <a:endParaRPr/>
          </a:p>
        </p:txBody>
      </p:sp>
      <p:sp>
        <p:nvSpPr>
          <p:cNvPr id="877" name="Google Shape;877;p119"/>
          <p:cNvSpPr txBox="1">
            <a:spLocks noGrp="1"/>
          </p:cNvSpPr>
          <p:nvPr>
            <p:ph type="ftr" idx="11"/>
          </p:nvPr>
        </p:nvSpPr>
        <p:spPr>
          <a:xfrm>
            <a:off x="0" y="0"/>
            <a:ext cx="3000000" cy="30000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Quattrocento Sans"/>
                <a:ea typeface="Quattrocento Sans"/>
                <a:cs typeface="Quattrocento Sans"/>
                <a:sym typeface="Quattrocento Sans"/>
              </a:defRPr>
            </a:lvl1pPr>
            <a:lvl2pPr marR="0" lvl="1" algn="l" rtl="0">
              <a:spcBef>
                <a:spcPts val="0"/>
              </a:spcBef>
              <a:spcAft>
                <a:spcPts val="0"/>
              </a:spcAft>
              <a:buSzPts val="1400"/>
              <a:buNone/>
              <a:defRPr sz="1800" b="0" i="0" u="none" strike="noStrike" cap="none">
                <a:solidFill>
                  <a:schemeClr val="dk1"/>
                </a:solidFill>
                <a:latin typeface="Quattrocento Sans"/>
                <a:ea typeface="Quattrocento Sans"/>
                <a:cs typeface="Quattrocento Sans"/>
                <a:sym typeface="Quattrocento Sans"/>
              </a:defRPr>
            </a:lvl2pPr>
            <a:lvl3pPr marR="0" lvl="2" algn="l" rtl="0">
              <a:spcBef>
                <a:spcPts val="0"/>
              </a:spcBef>
              <a:spcAft>
                <a:spcPts val="0"/>
              </a:spcAft>
              <a:buSzPts val="1400"/>
              <a:buNone/>
              <a:defRPr sz="1800" b="0" i="0" u="none" strike="noStrike" cap="none">
                <a:solidFill>
                  <a:schemeClr val="dk1"/>
                </a:solidFill>
                <a:latin typeface="Quattrocento Sans"/>
                <a:ea typeface="Quattrocento Sans"/>
                <a:cs typeface="Quattrocento Sans"/>
                <a:sym typeface="Quattrocento Sans"/>
              </a:defRPr>
            </a:lvl3pPr>
            <a:lvl4pPr marR="0" lvl="3" algn="l" rtl="0">
              <a:spcBef>
                <a:spcPts val="0"/>
              </a:spcBef>
              <a:spcAft>
                <a:spcPts val="0"/>
              </a:spcAft>
              <a:buSzPts val="1400"/>
              <a:buNone/>
              <a:defRPr sz="1800" b="0" i="0" u="none" strike="noStrike" cap="none">
                <a:solidFill>
                  <a:schemeClr val="dk1"/>
                </a:solidFill>
                <a:latin typeface="Quattrocento Sans"/>
                <a:ea typeface="Quattrocento Sans"/>
                <a:cs typeface="Quattrocento Sans"/>
                <a:sym typeface="Quattrocento Sans"/>
              </a:defRPr>
            </a:lvl4pPr>
            <a:lvl5pPr marR="0" lvl="4" algn="l" rtl="0">
              <a:spcBef>
                <a:spcPts val="0"/>
              </a:spcBef>
              <a:spcAft>
                <a:spcPts val="0"/>
              </a:spcAft>
              <a:buSzPts val="1400"/>
              <a:buNone/>
              <a:defRPr sz="1800" b="0" i="0" u="none" strike="noStrike" cap="none">
                <a:solidFill>
                  <a:schemeClr val="dk1"/>
                </a:solidFill>
                <a:latin typeface="Quattrocento Sans"/>
                <a:ea typeface="Quattrocento Sans"/>
                <a:cs typeface="Quattrocento Sans"/>
                <a:sym typeface="Quattrocento Sans"/>
              </a:defRPr>
            </a:lvl5pPr>
            <a:lvl6pPr marR="0" lvl="5" algn="l" rtl="0">
              <a:spcBef>
                <a:spcPts val="0"/>
              </a:spcBef>
              <a:spcAft>
                <a:spcPts val="0"/>
              </a:spcAft>
              <a:buSzPts val="1400"/>
              <a:buNone/>
              <a:defRPr sz="1800" b="0" i="0" u="none" strike="noStrike" cap="none">
                <a:solidFill>
                  <a:schemeClr val="dk1"/>
                </a:solidFill>
                <a:latin typeface="Quattrocento Sans"/>
                <a:ea typeface="Quattrocento Sans"/>
                <a:cs typeface="Quattrocento Sans"/>
                <a:sym typeface="Quattrocento Sans"/>
              </a:defRPr>
            </a:lvl6pPr>
            <a:lvl7pPr marR="0" lvl="6" algn="l" rtl="0">
              <a:spcBef>
                <a:spcPts val="0"/>
              </a:spcBef>
              <a:spcAft>
                <a:spcPts val="0"/>
              </a:spcAft>
              <a:buSzPts val="1400"/>
              <a:buNone/>
              <a:defRPr sz="1800" b="0" i="0" u="none" strike="noStrike" cap="none">
                <a:solidFill>
                  <a:schemeClr val="dk1"/>
                </a:solidFill>
                <a:latin typeface="Quattrocento Sans"/>
                <a:ea typeface="Quattrocento Sans"/>
                <a:cs typeface="Quattrocento Sans"/>
                <a:sym typeface="Quattrocento Sans"/>
              </a:defRPr>
            </a:lvl7pPr>
            <a:lvl8pPr marR="0" lvl="7" algn="l" rtl="0">
              <a:spcBef>
                <a:spcPts val="0"/>
              </a:spcBef>
              <a:spcAft>
                <a:spcPts val="0"/>
              </a:spcAft>
              <a:buSzPts val="1400"/>
              <a:buNone/>
              <a:defRPr sz="1800" b="0" i="0" u="none" strike="noStrike" cap="none">
                <a:solidFill>
                  <a:schemeClr val="dk1"/>
                </a:solidFill>
                <a:latin typeface="Quattrocento Sans"/>
                <a:ea typeface="Quattrocento Sans"/>
                <a:cs typeface="Quattrocento Sans"/>
                <a:sym typeface="Quattrocento Sans"/>
              </a:defRPr>
            </a:lvl8pPr>
            <a:lvl9pPr marR="0" lvl="8" algn="l" rtl="0">
              <a:spcBef>
                <a:spcPts val="0"/>
              </a:spcBef>
              <a:spcAft>
                <a:spcPts val="0"/>
              </a:spcAft>
              <a:buSzPts val="1400"/>
              <a:buNone/>
              <a:defRPr sz="1800" b="0" i="0" u="none" strike="noStrike" cap="none">
                <a:solidFill>
                  <a:schemeClr val="dk1"/>
                </a:solidFill>
                <a:latin typeface="Quattrocento Sans"/>
                <a:ea typeface="Quattrocento Sans"/>
                <a:cs typeface="Quattrocento Sans"/>
                <a:sym typeface="Quattrocento Sans"/>
              </a:defRPr>
            </a:lvl9pPr>
          </a:lstStyle>
          <a:p>
            <a:endParaRPr/>
          </a:p>
        </p:txBody>
      </p:sp>
      <p:sp>
        <p:nvSpPr>
          <p:cNvPr id="878" name="Google Shape;878;p119"/>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lvl1pPr marL="0" marR="0" lvl="0" indent="0" algn="l" rtl="0">
              <a:spcBef>
                <a:spcPts val="0"/>
              </a:spcBef>
              <a:buNone/>
              <a:defRPr sz="1800">
                <a:solidFill>
                  <a:schemeClr val="dk1"/>
                </a:solidFill>
                <a:latin typeface="Quattrocento Sans"/>
                <a:ea typeface="Quattrocento Sans"/>
                <a:cs typeface="Quattrocento Sans"/>
                <a:sym typeface="Quattrocento Sans"/>
              </a:defRPr>
            </a:lvl1pPr>
            <a:lvl2pPr marL="0" marR="0" lvl="1" indent="0" algn="l" rtl="0">
              <a:spcBef>
                <a:spcPts val="0"/>
              </a:spcBef>
              <a:buNone/>
              <a:defRPr sz="1800">
                <a:solidFill>
                  <a:schemeClr val="dk1"/>
                </a:solidFill>
                <a:latin typeface="Quattrocento Sans"/>
                <a:ea typeface="Quattrocento Sans"/>
                <a:cs typeface="Quattrocento Sans"/>
                <a:sym typeface="Quattrocento Sans"/>
              </a:defRPr>
            </a:lvl2pPr>
            <a:lvl3pPr marL="0" marR="0" lvl="2" indent="0" algn="l" rtl="0">
              <a:spcBef>
                <a:spcPts val="0"/>
              </a:spcBef>
              <a:buNone/>
              <a:defRPr sz="1800">
                <a:solidFill>
                  <a:schemeClr val="dk1"/>
                </a:solidFill>
                <a:latin typeface="Quattrocento Sans"/>
                <a:ea typeface="Quattrocento Sans"/>
                <a:cs typeface="Quattrocento Sans"/>
                <a:sym typeface="Quattrocento Sans"/>
              </a:defRPr>
            </a:lvl3pPr>
            <a:lvl4pPr marL="0" marR="0" lvl="3" indent="0" algn="l" rtl="0">
              <a:spcBef>
                <a:spcPts val="0"/>
              </a:spcBef>
              <a:buNone/>
              <a:defRPr sz="1800">
                <a:solidFill>
                  <a:schemeClr val="dk1"/>
                </a:solidFill>
                <a:latin typeface="Quattrocento Sans"/>
                <a:ea typeface="Quattrocento Sans"/>
                <a:cs typeface="Quattrocento Sans"/>
                <a:sym typeface="Quattrocento Sans"/>
              </a:defRPr>
            </a:lvl4pPr>
            <a:lvl5pPr marL="0" marR="0" lvl="4" indent="0" algn="l" rtl="0">
              <a:spcBef>
                <a:spcPts val="0"/>
              </a:spcBef>
              <a:buNone/>
              <a:defRPr sz="1800">
                <a:solidFill>
                  <a:schemeClr val="dk1"/>
                </a:solidFill>
                <a:latin typeface="Quattrocento Sans"/>
                <a:ea typeface="Quattrocento Sans"/>
                <a:cs typeface="Quattrocento Sans"/>
                <a:sym typeface="Quattrocento Sans"/>
              </a:defRPr>
            </a:lvl5pPr>
            <a:lvl6pPr marL="0" marR="0" lvl="5" indent="0" algn="l" rtl="0">
              <a:spcBef>
                <a:spcPts val="0"/>
              </a:spcBef>
              <a:buNone/>
              <a:defRPr sz="1800">
                <a:solidFill>
                  <a:schemeClr val="dk1"/>
                </a:solidFill>
                <a:latin typeface="Quattrocento Sans"/>
                <a:ea typeface="Quattrocento Sans"/>
                <a:cs typeface="Quattrocento Sans"/>
                <a:sym typeface="Quattrocento Sans"/>
              </a:defRPr>
            </a:lvl6pPr>
            <a:lvl7pPr marL="0" marR="0" lvl="6" indent="0" algn="l" rtl="0">
              <a:spcBef>
                <a:spcPts val="0"/>
              </a:spcBef>
              <a:buNone/>
              <a:defRPr sz="1800">
                <a:solidFill>
                  <a:schemeClr val="dk1"/>
                </a:solidFill>
                <a:latin typeface="Quattrocento Sans"/>
                <a:ea typeface="Quattrocento Sans"/>
                <a:cs typeface="Quattrocento Sans"/>
                <a:sym typeface="Quattrocento Sans"/>
              </a:defRPr>
            </a:lvl7pPr>
            <a:lvl8pPr marL="0" marR="0" lvl="7" indent="0" algn="l" rtl="0">
              <a:spcBef>
                <a:spcPts val="0"/>
              </a:spcBef>
              <a:buNone/>
              <a:defRPr sz="1800">
                <a:solidFill>
                  <a:schemeClr val="dk1"/>
                </a:solidFill>
                <a:latin typeface="Quattrocento Sans"/>
                <a:ea typeface="Quattrocento Sans"/>
                <a:cs typeface="Quattrocento Sans"/>
                <a:sym typeface="Quattrocento Sans"/>
              </a:defRPr>
            </a:lvl8pPr>
            <a:lvl9pPr marL="0" marR="0" lvl="8" indent="0" algn="l" rtl="0">
              <a:spcBef>
                <a:spcPts val="0"/>
              </a:spcBef>
              <a:buNone/>
              <a:defRPr sz="1800">
                <a:solidFill>
                  <a:schemeClr val="dk1"/>
                </a:solidFill>
                <a:latin typeface="Quattrocento Sans"/>
                <a:ea typeface="Quattrocento Sans"/>
                <a:cs typeface="Quattrocento Sans"/>
                <a:sym typeface="Quattrocento Sans"/>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9.xml><?xml version="1.0" encoding="utf-8"?>
<p:sldLayout xmlns:a="http://schemas.openxmlformats.org/drawingml/2006/main" xmlns:r="http://schemas.openxmlformats.org/officeDocument/2006/relationships" xmlns:p="http://schemas.openxmlformats.org/presentationml/2006/main" matchingName="1_Title and Content">
  <p:cSld name="1_Title and Content">
    <p:spTree>
      <p:nvGrpSpPr>
        <p:cNvPr id="1" name="Shape 879"/>
        <p:cNvGrpSpPr/>
        <p:nvPr/>
      </p:nvGrpSpPr>
      <p:grpSpPr>
        <a:xfrm>
          <a:off x="0" y="0"/>
          <a:ext cx="0" cy="0"/>
          <a:chOff x="0" y="0"/>
          <a:chExt cx="0" cy="0"/>
        </a:xfrm>
      </p:grpSpPr>
      <p:sp>
        <p:nvSpPr>
          <p:cNvPr id="880" name="Google Shape;880;p120"/>
          <p:cNvSpPr txBox="1">
            <a:spLocks noGrp="1"/>
          </p:cNvSpPr>
          <p:nvPr>
            <p:ph type="title"/>
          </p:nvPr>
        </p:nvSpPr>
        <p:spPr>
          <a:xfrm>
            <a:off x="588263" y="457200"/>
            <a:ext cx="11018520" cy="553998"/>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81" name="Google Shape;881;p120"/>
          <p:cNvSpPr txBox="1">
            <a:spLocks noGrp="1"/>
          </p:cNvSpPr>
          <p:nvPr>
            <p:ph type="body" idx="1"/>
          </p:nvPr>
        </p:nvSpPr>
        <p:spPr>
          <a:xfrm>
            <a:off x="584200" y="1435497"/>
            <a:ext cx="11018520" cy="2308324"/>
          </a:xfrm>
          <a:prstGeom prst="rect">
            <a:avLst/>
          </a:prstGeom>
          <a:noFill/>
          <a:ln>
            <a:noFill/>
          </a:ln>
        </p:spPr>
        <p:txBody>
          <a:bodyPr spcFirstLastPara="1" wrap="square" lIns="0" tIns="0" rIns="0" bIns="0" anchor="t" anchorCtr="0">
            <a:spAutoFit/>
          </a:bodyPr>
          <a:lstStyle>
            <a:lvl1pPr marL="457200" lvl="0" indent="-331470" algn="l">
              <a:lnSpc>
                <a:spcPct val="100000"/>
              </a:lnSpc>
              <a:spcBef>
                <a:spcPts val="360"/>
              </a:spcBef>
              <a:spcAft>
                <a:spcPts val="0"/>
              </a:spcAft>
              <a:buClr>
                <a:schemeClr val="dk1"/>
              </a:buClr>
              <a:buSzPts val="1620"/>
              <a:buChar char="·"/>
              <a:defRPr/>
            </a:lvl1pPr>
            <a:lvl2pPr marL="914400" lvl="1" indent="-331469" algn="l">
              <a:lnSpc>
                <a:spcPct val="100000"/>
              </a:lnSpc>
              <a:spcBef>
                <a:spcPts val="360"/>
              </a:spcBef>
              <a:spcAft>
                <a:spcPts val="0"/>
              </a:spcAft>
              <a:buClr>
                <a:schemeClr val="dk1"/>
              </a:buClr>
              <a:buSzPts val="1620"/>
              <a:buChar char="·"/>
              <a:defRPr/>
            </a:lvl2pPr>
            <a:lvl3pPr marL="1371600" lvl="2" indent="-331469" algn="l">
              <a:lnSpc>
                <a:spcPct val="100000"/>
              </a:lnSpc>
              <a:spcBef>
                <a:spcPts val="360"/>
              </a:spcBef>
              <a:spcAft>
                <a:spcPts val="0"/>
              </a:spcAft>
              <a:buClr>
                <a:schemeClr val="dk1"/>
              </a:buClr>
              <a:buSzPts val="1620"/>
              <a:buChar char="·"/>
              <a:defRPr/>
            </a:lvl3pPr>
            <a:lvl4pPr marL="1828800" lvl="3" indent="-331469" algn="l">
              <a:lnSpc>
                <a:spcPct val="100000"/>
              </a:lnSpc>
              <a:spcBef>
                <a:spcPts val="360"/>
              </a:spcBef>
              <a:spcAft>
                <a:spcPts val="0"/>
              </a:spcAft>
              <a:buClr>
                <a:schemeClr val="dk1"/>
              </a:buClr>
              <a:buSzPts val="1620"/>
              <a:buChar char="·"/>
              <a:defRPr/>
            </a:lvl4pPr>
            <a:lvl5pPr marL="2286000" lvl="4" indent="-331470" algn="l">
              <a:lnSpc>
                <a:spcPct val="100000"/>
              </a:lnSpc>
              <a:spcBef>
                <a:spcPts val="360"/>
              </a:spcBef>
              <a:spcAft>
                <a:spcPts val="0"/>
              </a:spcAft>
              <a:buClr>
                <a:schemeClr val="dk1"/>
              </a:buClr>
              <a:buSzPts val="162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Tree>
  </p:cSld>
  <p:clrMapOvr>
    <a:masterClrMapping/>
  </p:clrMapOvr>
  <p:transition>
    <p:fade/>
  </p:transition>
  <p:extLst>
    <p:ext uri="{DCECCB84-F9BA-43D5-87BE-67443E8EF086}">
      <p15:sldGuideLst xmlns:p15="http://schemas.microsoft.com/office/powerpoint/2012/main">
        <p15:guide id="1" orient="horz" pos="1272">
          <p15:clr>
            <a:srgbClr val="5ACBF0"/>
          </p15:clr>
        </p15:guide>
        <p15:guide id="2" orient="horz" pos="288">
          <p15:clr>
            <a:srgbClr val="5ACBF0"/>
          </p15:clr>
        </p15:guide>
        <p15:guide id="3" orient="horz" pos="904">
          <p15:clr>
            <a:srgbClr val="5ACBF0"/>
          </p15:clr>
        </p15:guide>
      </p15:sldGuideLst>
    </p:ext>
  </p:extLst>
</p:sldLayout>
</file>

<file path=ppt/slideLayouts/slideLayout120.xml><?xml version="1.0" encoding="utf-8"?>
<p:sldLayout xmlns:a="http://schemas.openxmlformats.org/drawingml/2006/main" xmlns:r="http://schemas.openxmlformats.org/officeDocument/2006/relationships" xmlns:p="http://schemas.openxmlformats.org/presentationml/2006/main" matchingName="Blank 2">
  <p:cSld name="Blank 2">
    <p:bg>
      <p:bgPr>
        <a:solidFill>
          <a:schemeClr val="dk2"/>
        </a:solidFill>
        <a:effectLst/>
      </p:bgPr>
    </p:bg>
    <p:spTree>
      <p:nvGrpSpPr>
        <p:cNvPr id="1" name="Shape 882"/>
        <p:cNvGrpSpPr/>
        <p:nvPr/>
      </p:nvGrpSpPr>
      <p:grpSpPr>
        <a:xfrm>
          <a:off x="0" y="0"/>
          <a:ext cx="0" cy="0"/>
          <a:chOff x="0" y="0"/>
          <a:chExt cx="0" cy="0"/>
        </a:xfrm>
      </p:grpSpPr>
    </p:spTree>
  </p:cSld>
  <p:clrMapOvr>
    <a:masterClrMapping/>
  </p:clrMapOvr>
  <p:transition>
    <p:fade/>
  </p:transition>
  <p:extLst>
    <p:ext uri="{DCECCB84-F9BA-43D5-87BE-67443E8EF086}">
      <p15:sldGuideLst xmlns:p15="http://schemas.microsoft.com/office/powerpoint/2012/main">
        <p15:guide id="1" orient="horz" pos="904">
          <p15:clr>
            <a:srgbClr val="5ACBF0"/>
          </p15:clr>
        </p15:guide>
        <p15:guide id="2" orient="horz" pos="1272">
          <p15:clr>
            <a:srgbClr val="5ACBF0"/>
          </p15:clr>
        </p15:guide>
        <p15:guide id="3" orient="horz" pos="288">
          <p15:clr>
            <a:srgbClr val="5ACBF0"/>
          </p15:clr>
        </p15:guide>
      </p15:sldGuideLst>
    </p:ext>
  </p:extLst>
</p:sldLayout>
</file>

<file path=ppt/slideLayouts/slideLayout121.xml><?xml version="1.0" encoding="utf-8"?>
<p:sldLayout xmlns:a="http://schemas.openxmlformats.org/drawingml/2006/main" xmlns:r="http://schemas.openxmlformats.org/officeDocument/2006/relationships" xmlns:p="http://schemas.openxmlformats.org/presentationml/2006/main" matchingName=" Title square photo placeholder">
  <p:cSld name=" Title square photo placeholder">
    <p:bg>
      <p:bgPr>
        <a:solidFill>
          <a:schemeClr val="dk2"/>
        </a:solidFill>
        <a:effectLst/>
      </p:bgPr>
    </p:bg>
    <p:spTree>
      <p:nvGrpSpPr>
        <p:cNvPr id="1" name="Shape 888"/>
        <p:cNvGrpSpPr/>
        <p:nvPr/>
      </p:nvGrpSpPr>
      <p:grpSpPr>
        <a:xfrm>
          <a:off x="0" y="0"/>
          <a:ext cx="0" cy="0"/>
          <a:chOff x="0" y="0"/>
          <a:chExt cx="0" cy="0"/>
        </a:xfrm>
      </p:grpSpPr>
      <p:sp>
        <p:nvSpPr>
          <p:cNvPr id="889" name="Google Shape;889;p123"/>
          <p:cNvSpPr txBox="1">
            <a:spLocks noGrp="1"/>
          </p:cNvSpPr>
          <p:nvPr>
            <p:ph type="title"/>
          </p:nvPr>
        </p:nvSpPr>
        <p:spPr>
          <a:xfrm>
            <a:off x="588263" y="2425541"/>
            <a:ext cx="4167887" cy="1107996"/>
          </a:xfrm>
          <a:prstGeom prst="rect">
            <a:avLst/>
          </a:prstGeom>
          <a:noFill/>
          <a:ln>
            <a:noFill/>
          </a:ln>
        </p:spPr>
        <p:txBody>
          <a:bodyPr spcFirstLastPara="1" wrap="square" lIns="0" tIns="0" rIns="0" bIns="0" anchor="b" anchorCtr="0">
            <a:spAutoFit/>
          </a:bodyPr>
          <a:lstStyle>
            <a:lvl1pPr lvl="0" algn="l">
              <a:lnSpc>
                <a:spcPct val="100000"/>
              </a:lnSpc>
              <a:spcBef>
                <a:spcPts val="0"/>
              </a:spcBef>
              <a:spcAft>
                <a:spcPts val="0"/>
              </a:spcAft>
              <a:buClr>
                <a:srgbClr val="D59DFF"/>
              </a:buClr>
              <a:buSzPts val="3600"/>
              <a:buFont typeface="Quattrocento Sans"/>
              <a:buNone/>
              <a:defRPr>
                <a:solidFill>
                  <a:srgbClr val="D59DFF"/>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90" name="Google Shape;890;p123"/>
          <p:cNvSpPr txBox="1">
            <a:spLocks noGrp="1"/>
          </p:cNvSpPr>
          <p:nvPr>
            <p:ph type="body" idx="1"/>
          </p:nvPr>
        </p:nvSpPr>
        <p:spPr>
          <a:xfrm>
            <a:off x="582042" y="3962400"/>
            <a:ext cx="4164583" cy="338554"/>
          </a:xfrm>
          <a:prstGeom prst="rect">
            <a:avLst/>
          </a:prstGeom>
          <a:noFill/>
          <a:ln>
            <a:noFill/>
          </a:ln>
        </p:spPr>
        <p:txBody>
          <a:bodyPr spcFirstLastPara="1" wrap="square" lIns="0" tIns="0" rIns="0" bIns="0" anchor="t" anchorCtr="0">
            <a:spAutoFit/>
          </a:bodyPr>
          <a:lstStyle>
            <a:lvl1pPr marL="457200" lvl="0" indent="-228600" algn="l">
              <a:lnSpc>
                <a:spcPct val="100000"/>
              </a:lnSpc>
              <a:spcBef>
                <a:spcPts val="0"/>
              </a:spcBef>
              <a:spcAft>
                <a:spcPts val="0"/>
              </a:spcAft>
              <a:buClr>
                <a:schemeClr val="lt1"/>
              </a:buClr>
              <a:buSzPts val="1980"/>
              <a:buNone/>
              <a:defRPr sz="2200">
                <a:solidFill>
                  <a:schemeClr val="lt1"/>
                </a:solidFill>
                <a:latin typeface="Quattrocento Sans"/>
                <a:ea typeface="Quattrocento Sans"/>
                <a:cs typeface="Quattrocento Sans"/>
                <a:sym typeface="Quattrocento Sans"/>
              </a:defRPr>
            </a:lvl1pPr>
            <a:lvl2pPr marL="914400" lvl="1" indent="-331469" algn="l">
              <a:lnSpc>
                <a:spcPct val="100000"/>
              </a:lnSpc>
              <a:spcBef>
                <a:spcPts val="360"/>
              </a:spcBef>
              <a:spcAft>
                <a:spcPts val="0"/>
              </a:spcAft>
              <a:buClr>
                <a:schemeClr val="lt1"/>
              </a:buClr>
              <a:buSzPts val="1620"/>
              <a:buChar char="·"/>
              <a:defRPr/>
            </a:lvl2pPr>
            <a:lvl3pPr marL="1371600" lvl="2" indent="-331469" algn="l">
              <a:lnSpc>
                <a:spcPct val="100000"/>
              </a:lnSpc>
              <a:spcBef>
                <a:spcPts val="360"/>
              </a:spcBef>
              <a:spcAft>
                <a:spcPts val="0"/>
              </a:spcAft>
              <a:buClr>
                <a:schemeClr val="lt1"/>
              </a:buClr>
              <a:buSzPts val="1620"/>
              <a:buChar char="·"/>
              <a:defRPr/>
            </a:lvl3pPr>
            <a:lvl4pPr marL="1828800" lvl="3" indent="-331469" algn="l">
              <a:lnSpc>
                <a:spcPct val="100000"/>
              </a:lnSpc>
              <a:spcBef>
                <a:spcPts val="360"/>
              </a:spcBef>
              <a:spcAft>
                <a:spcPts val="0"/>
              </a:spcAft>
              <a:buClr>
                <a:schemeClr val="lt1"/>
              </a:buClr>
              <a:buSzPts val="1620"/>
              <a:buChar char="·"/>
              <a:defRPr/>
            </a:lvl4pPr>
            <a:lvl5pPr marL="2286000" lvl="4" indent="-331470" algn="l">
              <a:lnSpc>
                <a:spcPct val="100000"/>
              </a:lnSpc>
              <a:spcBef>
                <a:spcPts val="360"/>
              </a:spcBef>
              <a:spcAft>
                <a:spcPts val="0"/>
              </a:spcAft>
              <a:buClr>
                <a:schemeClr val="lt1"/>
              </a:buClr>
              <a:buSzPts val="1620"/>
              <a:buChar char="·"/>
              <a:defRPr/>
            </a:lvl5pPr>
            <a:lvl6pPr marL="2743200" lvl="5" indent="-342900" algn="l">
              <a:spcBef>
                <a:spcPts val="360"/>
              </a:spcBef>
              <a:spcAft>
                <a:spcPts val="0"/>
              </a:spcAft>
              <a:buClr>
                <a:schemeClr val="lt1"/>
              </a:buClr>
              <a:buSzPts val="1800"/>
              <a:buChar char="•"/>
              <a:defRPr/>
            </a:lvl6pPr>
            <a:lvl7pPr marL="3200400" lvl="6" indent="-342900" algn="l">
              <a:spcBef>
                <a:spcPts val="360"/>
              </a:spcBef>
              <a:spcAft>
                <a:spcPts val="0"/>
              </a:spcAft>
              <a:buClr>
                <a:schemeClr val="lt1"/>
              </a:buClr>
              <a:buSzPts val="1800"/>
              <a:buChar char="•"/>
              <a:defRPr/>
            </a:lvl7pPr>
            <a:lvl8pPr marL="3657600" lvl="7" indent="-342900" algn="l">
              <a:spcBef>
                <a:spcPts val="360"/>
              </a:spcBef>
              <a:spcAft>
                <a:spcPts val="0"/>
              </a:spcAft>
              <a:buClr>
                <a:schemeClr val="lt1"/>
              </a:buClr>
              <a:buSzPts val="1800"/>
              <a:buChar char="•"/>
              <a:defRPr/>
            </a:lvl8pPr>
            <a:lvl9pPr marL="4114800" lvl="8" indent="-342900" algn="l">
              <a:spcBef>
                <a:spcPts val="360"/>
              </a:spcBef>
              <a:spcAft>
                <a:spcPts val="0"/>
              </a:spcAft>
              <a:buClr>
                <a:schemeClr val="lt1"/>
              </a:buClr>
              <a:buSzPts val="1800"/>
              <a:buChar char="•"/>
              <a:defRPr/>
            </a:lvl9pPr>
          </a:lstStyle>
          <a:p>
            <a:endParaRPr/>
          </a:p>
        </p:txBody>
      </p:sp>
      <p:pic>
        <p:nvPicPr>
          <p:cNvPr id="891" name="Google Shape;891;p123" descr="Microsoft logo white text version"/>
          <p:cNvPicPr preferRelativeResize="0"/>
          <p:nvPr/>
        </p:nvPicPr>
        <p:blipFill rotWithShape="1">
          <a:blip r:embed="rId2">
            <a:alphaModFix/>
          </a:blip>
          <a:srcRect/>
          <a:stretch/>
        </p:blipFill>
        <p:spPr>
          <a:xfrm>
            <a:off x="584200" y="585788"/>
            <a:ext cx="1366245" cy="292608"/>
          </a:xfrm>
          <a:prstGeom prst="rect">
            <a:avLst/>
          </a:prstGeom>
          <a:noFill/>
          <a:ln>
            <a:noFill/>
          </a:ln>
        </p:spPr>
      </p:pic>
      <p:pic>
        <p:nvPicPr>
          <p:cNvPr id="892" name="Google Shape;892;p123" descr="This photo is a 'placeholder' only. Drag or drop your photo here, or click and tap the center to insert a photo."/>
          <p:cNvPicPr preferRelativeResize="0">
            <a:picLocks noGrp="1"/>
          </p:cNvPicPr>
          <p:nvPr>
            <p:ph type="pic" idx="2"/>
          </p:nvPr>
        </p:nvPicPr>
        <p:blipFill/>
        <p:spPr>
          <a:xfrm>
            <a:off x="5334000" y="0"/>
            <a:ext cx="6858000" cy="6858000"/>
          </a:xfrm>
          <a:prstGeom prst="rect">
            <a:avLst/>
          </a:prstGeom>
          <a:blipFill rotWithShape="1">
            <a:blip r:embed="rId3">
              <a:alphaModFix/>
            </a:blip>
            <a:stretch>
              <a:fillRect/>
            </a:stretch>
          </a:blipFill>
          <a:ln>
            <a:noFill/>
          </a:ln>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extLst>
    <p:ext uri="{DCECCB84-F9BA-43D5-87BE-67443E8EF086}">
      <p15:sldGuideLst xmlns:p15="http://schemas.microsoft.com/office/powerpoint/2012/main">
        <p15:guide id="1" orient="horz" pos="2496">
          <p15:clr>
            <a:srgbClr val="5ACBF0"/>
          </p15:clr>
        </p15:guide>
        <p15:guide id="2" pos="3355">
          <p15:clr>
            <a:srgbClr val="5ACBF0"/>
          </p15:clr>
        </p15:guide>
        <p15:guide id="3" orient="horz" pos="2160">
          <p15:clr>
            <a:srgbClr val="FBAE40"/>
          </p15:clr>
        </p15:guide>
        <p15:guide id="4" orient="horz" pos="2229">
          <p15:clr>
            <a:srgbClr val="5ACBF0"/>
          </p15:clr>
        </p15:guide>
        <p15:guide id="5" pos="2996">
          <p15:clr>
            <a:srgbClr val="5ACBF0"/>
          </p15:clr>
        </p15:guide>
      </p15:sldGuideLst>
    </p:ext>
  </p:extLst>
</p:sldLayout>
</file>

<file path=ppt/slideMasters/_rels/slideMaster1.xml.rels><?xml version="1.0" encoding="UTF-8" standalone="yes"?>
<Relationships xmlns="http://schemas.openxmlformats.org/package/2006/relationships"><Relationship Id="rId26" Type="http://schemas.openxmlformats.org/officeDocument/2006/relationships/slideLayout" Target="../slideLayouts/slideLayout26.xml"/><Relationship Id="rId117" Type="http://schemas.openxmlformats.org/officeDocument/2006/relationships/slideLayout" Target="../slideLayouts/slideLayout117.xml"/><Relationship Id="rId21" Type="http://schemas.openxmlformats.org/officeDocument/2006/relationships/slideLayout" Target="../slideLayouts/slideLayout21.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63" Type="http://schemas.openxmlformats.org/officeDocument/2006/relationships/slideLayout" Target="../slideLayouts/slideLayout63.xml"/><Relationship Id="rId68" Type="http://schemas.openxmlformats.org/officeDocument/2006/relationships/slideLayout" Target="../slideLayouts/slideLayout68.xml"/><Relationship Id="rId84" Type="http://schemas.openxmlformats.org/officeDocument/2006/relationships/slideLayout" Target="../slideLayouts/slideLayout84.xml"/><Relationship Id="rId89" Type="http://schemas.openxmlformats.org/officeDocument/2006/relationships/slideLayout" Target="../slideLayouts/slideLayout89.xml"/><Relationship Id="rId112" Type="http://schemas.openxmlformats.org/officeDocument/2006/relationships/slideLayout" Target="../slideLayouts/slideLayout112.xml"/><Relationship Id="rId16" Type="http://schemas.openxmlformats.org/officeDocument/2006/relationships/slideLayout" Target="../slideLayouts/slideLayout16.xml"/><Relationship Id="rId107" Type="http://schemas.openxmlformats.org/officeDocument/2006/relationships/slideLayout" Target="../slideLayouts/slideLayout107.xml"/><Relationship Id="rId11" Type="http://schemas.openxmlformats.org/officeDocument/2006/relationships/slideLayout" Target="../slideLayouts/slideLayout11.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74" Type="http://schemas.openxmlformats.org/officeDocument/2006/relationships/slideLayout" Target="../slideLayouts/slideLayout74.xml"/><Relationship Id="rId79" Type="http://schemas.openxmlformats.org/officeDocument/2006/relationships/slideLayout" Target="../slideLayouts/slideLayout79.xml"/><Relationship Id="rId102" Type="http://schemas.openxmlformats.org/officeDocument/2006/relationships/slideLayout" Target="../slideLayouts/slideLayout102.xml"/><Relationship Id="rId5" Type="http://schemas.openxmlformats.org/officeDocument/2006/relationships/slideLayout" Target="../slideLayouts/slideLayout5.xml"/><Relationship Id="rId90" Type="http://schemas.openxmlformats.org/officeDocument/2006/relationships/slideLayout" Target="../slideLayouts/slideLayout90.xml"/><Relationship Id="rId95" Type="http://schemas.openxmlformats.org/officeDocument/2006/relationships/slideLayout" Target="../slideLayouts/slideLayout95.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64" Type="http://schemas.openxmlformats.org/officeDocument/2006/relationships/slideLayout" Target="../slideLayouts/slideLayout64.xml"/><Relationship Id="rId69" Type="http://schemas.openxmlformats.org/officeDocument/2006/relationships/slideLayout" Target="../slideLayouts/slideLayout69.xml"/><Relationship Id="rId113" Type="http://schemas.openxmlformats.org/officeDocument/2006/relationships/slideLayout" Target="../slideLayouts/slideLayout113.xml"/><Relationship Id="rId118" Type="http://schemas.openxmlformats.org/officeDocument/2006/relationships/slideLayout" Target="../slideLayouts/slideLayout118.xml"/><Relationship Id="rId80" Type="http://schemas.openxmlformats.org/officeDocument/2006/relationships/slideLayout" Target="../slideLayouts/slideLayout80.xml"/><Relationship Id="rId85" Type="http://schemas.openxmlformats.org/officeDocument/2006/relationships/slideLayout" Target="../slideLayouts/slideLayout85.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59" Type="http://schemas.openxmlformats.org/officeDocument/2006/relationships/slideLayout" Target="../slideLayouts/slideLayout59.xml"/><Relationship Id="rId103" Type="http://schemas.openxmlformats.org/officeDocument/2006/relationships/slideLayout" Target="../slideLayouts/slideLayout103.xml"/><Relationship Id="rId108" Type="http://schemas.openxmlformats.org/officeDocument/2006/relationships/slideLayout" Target="../slideLayouts/slideLayout108.xml"/><Relationship Id="rId54" Type="http://schemas.openxmlformats.org/officeDocument/2006/relationships/slideLayout" Target="../slideLayouts/slideLayout54.xml"/><Relationship Id="rId70" Type="http://schemas.openxmlformats.org/officeDocument/2006/relationships/slideLayout" Target="../slideLayouts/slideLayout70.xml"/><Relationship Id="rId75" Type="http://schemas.openxmlformats.org/officeDocument/2006/relationships/slideLayout" Target="../slideLayouts/slideLayout75.xml"/><Relationship Id="rId91" Type="http://schemas.openxmlformats.org/officeDocument/2006/relationships/slideLayout" Target="../slideLayouts/slideLayout91.xml"/><Relationship Id="rId96" Type="http://schemas.openxmlformats.org/officeDocument/2006/relationships/slideLayout" Target="../slideLayouts/slideLayout96.xml"/><Relationship Id="rId1" Type="http://schemas.openxmlformats.org/officeDocument/2006/relationships/slideLayout" Target="../slideLayouts/slideLayout1.xml"/><Relationship Id="rId6" Type="http://schemas.openxmlformats.org/officeDocument/2006/relationships/slideLayout" Target="../slideLayouts/slideLayout6.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49" Type="http://schemas.openxmlformats.org/officeDocument/2006/relationships/slideLayout" Target="../slideLayouts/slideLayout49.xml"/><Relationship Id="rId114" Type="http://schemas.openxmlformats.org/officeDocument/2006/relationships/slideLayout" Target="../slideLayouts/slideLayout114.xml"/><Relationship Id="rId119" Type="http://schemas.openxmlformats.org/officeDocument/2006/relationships/slideLayout" Target="../slideLayouts/slideLayout119.xml"/><Relationship Id="rId44" Type="http://schemas.openxmlformats.org/officeDocument/2006/relationships/slideLayout" Target="../slideLayouts/slideLayout44.xml"/><Relationship Id="rId60" Type="http://schemas.openxmlformats.org/officeDocument/2006/relationships/slideLayout" Target="../slideLayouts/slideLayout60.xml"/><Relationship Id="rId65" Type="http://schemas.openxmlformats.org/officeDocument/2006/relationships/slideLayout" Target="../slideLayouts/slideLayout65.xml"/><Relationship Id="rId81" Type="http://schemas.openxmlformats.org/officeDocument/2006/relationships/slideLayout" Target="../slideLayouts/slideLayout81.xml"/><Relationship Id="rId86" Type="http://schemas.openxmlformats.org/officeDocument/2006/relationships/slideLayout" Target="../slideLayouts/slideLayout86.xml"/><Relationship Id="rId4" Type="http://schemas.openxmlformats.org/officeDocument/2006/relationships/slideLayout" Target="../slideLayouts/slideLayout4.xml"/><Relationship Id="rId9" Type="http://schemas.openxmlformats.org/officeDocument/2006/relationships/slideLayout" Target="../slideLayouts/slideLayout9.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9" Type="http://schemas.openxmlformats.org/officeDocument/2006/relationships/slideLayout" Target="../slideLayouts/slideLayout39.xml"/><Relationship Id="rId109" Type="http://schemas.openxmlformats.org/officeDocument/2006/relationships/slideLayout" Target="../slideLayouts/slideLayout109.xml"/><Relationship Id="rId34" Type="http://schemas.openxmlformats.org/officeDocument/2006/relationships/slideLayout" Target="../slideLayouts/slideLayout34.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6" Type="http://schemas.openxmlformats.org/officeDocument/2006/relationships/slideLayout" Target="../slideLayouts/slideLayout76.xml"/><Relationship Id="rId97" Type="http://schemas.openxmlformats.org/officeDocument/2006/relationships/slideLayout" Target="../slideLayouts/slideLayout97.xml"/><Relationship Id="rId104" Type="http://schemas.openxmlformats.org/officeDocument/2006/relationships/slideLayout" Target="../slideLayouts/slideLayout104.xml"/><Relationship Id="rId120" Type="http://schemas.openxmlformats.org/officeDocument/2006/relationships/slideLayout" Target="../slideLayouts/slideLayout120.xml"/><Relationship Id="rId7" Type="http://schemas.openxmlformats.org/officeDocument/2006/relationships/slideLayout" Target="../slideLayouts/slideLayout7.xml"/><Relationship Id="rId71" Type="http://schemas.openxmlformats.org/officeDocument/2006/relationships/slideLayout" Target="../slideLayouts/slideLayout71.xml"/><Relationship Id="rId92" Type="http://schemas.openxmlformats.org/officeDocument/2006/relationships/slideLayout" Target="../slideLayouts/slideLayout92.xml"/><Relationship Id="rId2" Type="http://schemas.openxmlformats.org/officeDocument/2006/relationships/slideLayout" Target="../slideLayouts/slideLayout2.xml"/><Relationship Id="rId29" Type="http://schemas.openxmlformats.org/officeDocument/2006/relationships/slideLayout" Target="../slideLayouts/slideLayout29.xml"/><Relationship Id="rId24" Type="http://schemas.openxmlformats.org/officeDocument/2006/relationships/slideLayout" Target="../slideLayouts/slideLayout24.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66" Type="http://schemas.openxmlformats.org/officeDocument/2006/relationships/slideLayout" Target="../slideLayouts/slideLayout66.xml"/><Relationship Id="rId87" Type="http://schemas.openxmlformats.org/officeDocument/2006/relationships/slideLayout" Target="../slideLayouts/slideLayout87.xml"/><Relationship Id="rId110" Type="http://schemas.openxmlformats.org/officeDocument/2006/relationships/slideLayout" Target="../slideLayouts/slideLayout110.xml"/><Relationship Id="rId115" Type="http://schemas.openxmlformats.org/officeDocument/2006/relationships/slideLayout" Target="../slideLayouts/slideLayout115.xml"/><Relationship Id="rId61" Type="http://schemas.openxmlformats.org/officeDocument/2006/relationships/slideLayout" Target="../slideLayouts/slideLayout61.xml"/><Relationship Id="rId82" Type="http://schemas.openxmlformats.org/officeDocument/2006/relationships/slideLayout" Target="../slideLayouts/slideLayout82.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56" Type="http://schemas.openxmlformats.org/officeDocument/2006/relationships/slideLayout" Target="../slideLayouts/slideLayout56.xml"/><Relationship Id="rId77" Type="http://schemas.openxmlformats.org/officeDocument/2006/relationships/slideLayout" Target="../slideLayouts/slideLayout77.xml"/><Relationship Id="rId100" Type="http://schemas.openxmlformats.org/officeDocument/2006/relationships/slideLayout" Target="../slideLayouts/slideLayout100.xml"/><Relationship Id="rId105" Type="http://schemas.openxmlformats.org/officeDocument/2006/relationships/slideLayout" Target="../slideLayouts/slideLayout105.xml"/><Relationship Id="rId8" Type="http://schemas.openxmlformats.org/officeDocument/2006/relationships/slideLayout" Target="../slideLayouts/slideLayout8.xml"/><Relationship Id="rId51" Type="http://schemas.openxmlformats.org/officeDocument/2006/relationships/slideLayout" Target="../slideLayouts/slideLayout51.xml"/><Relationship Id="rId72" Type="http://schemas.openxmlformats.org/officeDocument/2006/relationships/slideLayout" Target="../slideLayouts/slideLayout72.xml"/><Relationship Id="rId93" Type="http://schemas.openxmlformats.org/officeDocument/2006/relationships/slideLayout" Target="../slideLayouts/slideLayout93.xml"/><Relationship Id="rId98" Type="http://schemas.openxmlformats.org/officeDocument/2006/relationships/slideLayout" Target="../slideLayouts/slideLayout98.xml"/><Relationship Id="rId121" Type="http://schemas.openxmlformats.org/officeDocument/2006/relationships/theme" Target="../theme/theme1.xml"/><Relationship Id="rId3" Type="http://schemas.openxmlformats.org/officeDocument/2006/relationships/slideLayout" Target="../slideLayouts/slideLayout3.xml"/><Relationship Id="rId25" Type="http://schemas.openxmlformats.org/officeDocument/2006/relationships/slideLayout" Target="../slideLayouts/slideLayout25.xml"/><Relationship Id="rId46" Type="http://schemas.openxmlformats.org/officeDocument/2006/relationships/slideLayout" Target="../slideLayouts/slideLayout46.xml"/><Relationship Id="rId67" Type="http://schemas.openxmlformats.org/officeDocument/2006/relationships/slideLayout" Target="../slideLayouts/slideLayout67.xml"/><Relationship Id="rId116" Type="http://schemas.openxmlformats.org/officeDocument/2006/relationships/slideLayout" Target="../slideLayouts/slideLayout11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62" Type="http://schemas.openxmlformats.org/officeDocument/2006/relationships/slideLayout" Target="../slideLayouts/slideLayout62.xml"/><Relationship Id="rId83" Type="http://schemas.openxmlformats.org/officeDocument/2006/relationships/slideLayout" Target="../slideLayouts/slideLayout83.xml"/><Relationship Id="rId88" Type="http://schemas.openxmlformats.org/officeDocument/2006/relationships/slideLayout" Target="../slideLayouts/slideLayout88.xml"/><Relationship Id="rId111" Type="http://schemas.openxmlformats.org/officeDocument/2006/relationships/slideLayout" Target="../slideLayouts/slideLayout111.xml"/><Relationship Id="rId15" Type="http://schemas.openxmlformats.org/officeDocument/2006/relationships/slideLayout" Target="../slideLayouts/slideLayout15.xml"/><Relationship Id="rId36" Type="http://schemas.openxmlformats.org/officeDocument/2006/relationships/slideLayout" Target="../slideLayouts/slideLayout36.xml"/><Relationship Id="rId57" Type="http://schemas.openxmlformats.org/officeDocument/2006/relationships/slideLayout" Target="../slideLayouts/slideLayout57.xml"/><Relationship Id="rId106" Type="http://schemas.openxmlformats.org/officeDocument/2006/relationships/slideLayout" Target="../slideLayouts/slideLayout106.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52" Type="http://schemas.openxmlformats.org/officeDocument/2006/relationships/slideLayout" Target="../slideLayouts/slideLayout52.xml"/><Relationship Id="rId73" Type="http://schemas.openxmlformats.org/officeDocument/2006/relationships/slideLayout" Target="../slideLayouts/slideLayout73.xml"/><Relationship Id="rId78" Type="http://schemas.openxmlformats.org/officeDocument/2006/relationships/slideLayout" Target="../slideLayouts/slideLayout78.xml"/><Relationship Id="rId94" Type="http://schemas.openxmlformats.org/officeDocument/2006/relationships/slideLayout" Target="../slideLayouts/slideLayout94.xml"/><Relationship Id="rId99" Type="http://schemas.openxmlformats.org/officeDocument/2006/relationships/slideLayout" Target="../slideLayouts/slideLayout99.xml"/><Relationship Id="rId101" Type="http://schemas.openxmlformats.org/officeDocument/2006/relationships/slideLayout" Target="../slideLayouts/slideLayout101.xml"/><Relationship Id="rId122"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2.xml"/><Relationship Id="rId1" Type="http://schemas.openxmlformats.org/officeDocument/2006/relationships/slideLayout" Target="../slideLayouts/slideLayout12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
          <p:cNvSpPr txBox="1">
            <a:spLocks noGrp="1"/>
          </p:cNvSpPr>
          <p:nvPr>
            <p:ph type="title"/>
          </p:nvPr>
        </p:nvSpPr>
        <p:spPr>
          <a:xfrm>
            <a:off x="588263" y="457200"/>
            <a:ext cx="11018520" cy="553998"/>
          </a:xfrm>
          <a:prstGeom prst="rect">
            <a:avLst/>
          </a:prstGeom>
          <a:noFill/>
          <a:ln>
            <a:noFill/>
          </a:ln>
        </p:spPr>
        <p:txBody>
          <a:bodyPr spcFirstLastPara="1" wrap="square" lIns="0" tIns="0" rIns="0" bIns="0" anchor="t" anchorCtr="0">
            <a:spAutoFit/>
          </a:bodyPr>
          <a:lstStyle>
            <a:lvl1pPr marR="0" lvl="0" algn="l" rtl="0">
              <a:lnSpc>
                <a:spcPct val="100000"/>
              </a:lnSpc>
              <a:spcBef>
                <a:spcPts val="0"/>
              </a:spcBef>
              <a:spcAft>
                <a:spcPts val="0"/>
              </a:spcAft>
              <a:buClr>
                <a:schemeClr val="dk1"/>
              </a:buClr>
              <a:buSzPts val="3600"/>
              <a:buFont typeface="Quattrocento Sans"/>
              <a:buNone/>
              <a:defRPr sz="3600" b="0" i="0" u="none" strike="noStrike" cap="none">
                <a:solidFill>
                  <a:schemeClr val="dk1"/>
                </a:solidFill>
                <a:latin typeface="Quattrocento Sans"/>
                <a:ea typeface="Quattrocento Sans"/>
                <a:cs typeface="Quattrocento Sans"/>
                <a:sym typeface="Quattrocento Sans"/>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1"/>
          <p:cNvSpPr txBox="1">
            <a:spLocks noGrp="1"/>
          </p:cNvSpPr>
          <p:nvPr>
            <p:ph type="body" idx="1"/>
          </p:nvPr>
        </p:nvSpPr>
        <p:spPr>
          <a:xfrm>
            <a:off x="584200" y="1435503"/>
            <a:ext cx="11018520" cy="1612749"/>
          </a:xfrm>
          <a:prstGeom prst="rect">
            <a:avLst/>
          </a:prstGeom>
          <a:noFill/>
          <a:ln>
            <a:noFill/>
          </a:ln>
        </p:spPr>
        <p:txBody>
          <a:bodyPr spcFirstLastPara="1" wrap="square" lIns="0" tIns="0" rIns="0" bIns="0" anchor="t" anchorCtr="0">
            <a:spAutoFit/>
          </a:bodyPr>
          <a:lstStyle>
            <a:lvl1pPr marL="457200" marR="0" lvl="0" indent="-388620" algn="l" rtl="0">
              <a:lnSpc>
                <a:spcPct val="100000"/>
              </a:lnSpc>
              <a:spcBef>
                <a:spcPts val="560"/>
              </a:spcBef>
              <a:spcAft>
                <a:spcPts val="0"/>
              </a:spcAft>
              <a:buClr>
                <a:schemeClr val="dk1"/>
              </a:buClr>
              <a:buSzPts val="2520"/>
              <a:buFont typeface="Noto Sans Symbols"/>
              <a:buChar char="·"/>
              <a:defRPr sz="2800" b="0" i="0" u="none" strike="noStrike" cap="none">
                <a:solidFill>
                  <a:schemeClr val="dk1"/>
                </a:solidFill>
                <a:latin typeface="Quattrocento Sans"/>
                <a:ea typeface="Quattrocento Sans"/>
                <a:cs typeface="Quattrocento Sans"/>
                <a:sym typeface="Quattrocento Sans"/>
              </a:defRPr>
            </a:lvl1pPr>
            <a:lvl2pPr marL="914400" marR="0" lvl="1" indent="-342900" algn="l" rtl="0">
              <a:lnSpc>
                <a:spcPct val="100000"/>
              </a:lnSpc>
              <a:spcBef>
                <a:spcPts val="400"/>
              </a:spcBef>
              <a:spcAft>
                <a:spcPts val="0"/>
              </a:spcAft>
              <a:buClr>
                <a:schemeClr val="dk1"/>
              </a:buClr>
              <a:buSzPts val="1800"/>
              <a:buFont typeface="Noto Sans Symbols"/>
              <a:buChar char="·"/>
              <a:defRPr sz="2000" b="0" i="0" u="none" strike="noStrike" cap="none">
                <a:solidFill>
                  <a:schemeClr val="dk1"/>
                </a:solidFill>
                <a:latin typeface="Quattrocento Sans"/>
                <a:ea typeface="Quattrocento Sans"/>
                <a:cs typeface="Quattrocento Sans"/>
                <a:sym typeface="Quattrocento Sans"/>
              </a:defRPr>
            </a:lvl2pPr>
            <a:lvl3pPr marL="1371600" marR="0" lvl="2" indent="-320039" algn="l" rtl="0">
              <a:lnSpc>
                <a:spcPct val="100000"/>
              </a:lnSpc>
              <a:spcBef>
                <a:spcPts val="320"/>
              </a:spcBef>
              <a:spcAft>
                <a:spcPts val="0"/>
              </a:spcAft>
              <a:buClr>
                <a:schemeClr val="dk1"/>
              </a:buClr>
              <a:buSzPts val="1440"/>
              <a:buFont typeface="Noto Sans Symbols"/>
              <a:buChar char="·"/>
              <a:defRPr sz="1600" b="0" i="0" u="none" strike="noStrike" cap="none">
                <a:solidFill>
                  <a:schemeClr val="dk1"/>
                </a:solidFill>
                <a:latin typeface="Quattrocento Sans"/>
                <a:ea typeface="Quattrocento Sans"/>
                <a:cs typeface="Quattrocento Sans"/>
                <a:sym typeface="Quattrocento Sans"/>
              </a:defRPr>
            </a:lvl3pPr>
            <a:lvl4pPr marL="1828800" marR="0" lvl="3" indent="-308610" algn="l" rtl="0">
              <a:lnSpc>
                <a:spcPct val="100000"/>
              </a:lnSpc>
              <a:spcBef>
                <a:spcPts val="280"/>
              </a:spcBef>
              <a:spcAft>
                <a:spcPts val="0"/>
              </a:spcAft>
              <a:buClr>
                <a:schemeClr val="dk1"/>
              </a:buClr>
              <a:buSzPts val="1260"/>
              <a:buFont typeface="Noto Sans Symbols"/>
              <a:buChar char="·"/>
              <a:defRPr sz="1400" b="0" i="0" u="none" strike="noStrike" cap="none">
                <a:solidFill>
                  <a:schemeClr val="dk1"/>
                </a:solidFill>
                <a:latin typeface="Quattrocento Sans"/>
                <a:ea typeface="Quattrocento Sans"/>
                <a:cs typeface="Quattrocento Sans"/>
                <a:sym typeface="Quattrocento Sans"/>
              </a:defRPr>
            </a:lvl4pPr>
            <a:lvl5pPr marL="2286000" marR="0" lvl="4" indent="-308610" algn="l" rtl="0">
              <a:lnSpc>
                <a:spcPct val="100000"/>
              </a:lnSpc>
              <a:spcBef>
                <a:spcPts val="280"/>
              </a:spcBef>
              <a:spcAft>
                <a:spcPts val="0"/>
              </a:spcAft>
              <a:buClr>
                <a:schemeClr val="dk1"/>
              </a:buClr>
              <a:buSzPts val="1260"/>
              <a:buFont typeface="Noto Sans Symbols"/>
              <a:buChar char="·"/>
              <a:defRPr sz="1400" b="0" i="0" u="none" strike="noStrike" cap="none">
                <a:solidFill>
                  <a:schemeClr val="dk1"/>
                </a:solidFill>
                <a:latin typeface="Quattrocento Sans"/>
                <a:ea typeface="Quattrocento Sans"/>
                <a:cs typeface="Quattrocento Sans"/>
                <a:sym typeface="Quattrocento Sans"/>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Quattrocento Sans"/>
                <a:ea typeface="Quattrocento Sans"/>
                <a:cs typeface="Quattrocento Sans"/>
                <a:sym typeface="Quattrocento Sans"/>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Quattrocento Sans"/>
                <a:ea typeface="Quattrocento Sans"/>
                <a:cs typeface="Quattrocento Sans"/>
                <a:sym typeface="Quattrocento Sans"/>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Quattrocento Sans"/>
                <a:ea typeface="Quattrocento Sans"/>
                <a:cs typeface="Quattrocento Sans"/>
                <a:sym typeface="Quattrocento Sans"/>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Quattrocento Sans"/>
                <a:ea typeface="Quattrocento Sans"/>
                <a:cs typeface="Quattrocento Sans"/>
                <a:sym typeface="Quattrocento Sans"/>
              </a:defRPr>
            </a:lvl9pPr>
          </a:lstStyle>
          <a:p>
            <a:endParaRPr/>
          </a:p>
        </p:txBody>
      </p:sp>
      <p:pic>
        <p:nvPicPr>
          <p:cNvPr id="12" name="Google Shape;12;p1" descr="These are Microsoft Brand colors. The color bar is placed to the side of the Theme master so that it will be visible on all slides. Users can use the 'eye dropper' color tools under Color Fill Shape, Color Fill line etc. to easily select Brand colors. "/>
          <p:cNvPicPr preferRelativeResize="0"/>
          <p:nvPr/>
        </p:nvPicPr>
        <p:blipFill rotWithShape="1">
          <a:blip r:embed="rId122">
            <a:alphaModFix/>
          </a:blip>
          <a:srcRect l="761"/>
          <a:stretch/>
        </p:blipFill>
        <p:spPr>
          <a:xfrm rot="5400000">
            <a:off x="9509760" y="2843773"/>
            <a:ext cx="6858000" cy="1170455"/>
          </a:xfrm>
          <a:prstGeom prst="rect">
            <a:avLst/>
          </a:prstGeom>
          <a:noFill/>
          <a:ln>
            <a:noFill/>
          </a:ln>
        </p:spPr>
      </p:pic>
      <p:sp>
        <p:nvSpPr>
          <p:cNvPr id="13" name="Google Shape;13;p1"/>
          <p:cNvSpPr txBox="1"/>
          <p:nvPr/>
        </p:nvSpPr>
        <p:spPr>
          <a:xfrm>
            <a:off x="0" y="6705600"/>
            <a:ext cx="1828800" cy="1524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00" b="0" i="0" u="none" strike="noStrike" cap="none">
                <a:solidFill>
                  <a:srgbClr val="000000"/>
                </a:solidFill>
                <a:latin typeface="Calibri"/>
                <a:ea typeface="Calibri"/>
                <a:cs typeface="Calibri"/>
                <a:sym typeface="Calibri"/>
              </a:rPr>
              <a:t>Classified as Microsoft Confidential</a:t>
            </a:r>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 id="2147483678" r:id="rId31"/>
    <p:sldLayoutId id="2147483679" r:id="rId32"/>
    <p:sldLayoutId id="2147483680" r:id="rId33"/>
    <p:sldLayoutId id="2147483681" r:id="rId34"/>
    <p:sldLayoutId id="2147483682" r:id="rId35"/>
    <p:sldLayoutId id="2147483683" r:id="rId36"/>
    <p:sldLayoutId id="2147483684" r:id="rId37"/>
    <p:sldLayoutId id="2147483685" r:id="rId38"/>
    <p:sldLayoutId id="2147483686" r:id="rId39"/>
    <p:sldLayoutId id="2147483687" r:id="rId40"/>
    <p:sldLayoutId id="2147483688" r:id="rId41"/>
    <p:sldLayoutId id="2147483689" r:id="rId42"/>
    <p:sldLayoutId id="2147483690" r:id="rId43"/>
    <p:sldLayoutId id="2147483691" r:id="rId44"/>
    <p:sldLayoutId id="2147483692" r:id="rId45"/>
    <p:sldLayoutId id="2147483693" r:id="rId46"/>
    <p:sldLayoutId id="2147483694" r:id="rId47"/>
    <p:sldLayoutId id="2147483695" r:id="rId48"/>
    <p:sldLayoutId id="2147483696" r:id="rId49"/>
    <p:sldLayoutId id="2147483697" r:id="rId50"/>
    <p:sldLayoutId id="2147483698" r:id="rId51"/>
    <p:sldLayoutId id="2147483699" r:id="rId52"/>
    <p:sldLayoutId id="2147483700" r:id="rId53"/>
    <p:sldLayoutId id="2147483701" r:id="rId54"/>
    <p:sldLayoutId id="2147483702" r:id="rId55"/>
    <p:sldLayoutId id="2147483703" r:id="rId56"/>
    <p:sldLayoutId id="2147483704" r:id="rId57"/>
    <p:sldLayoutId id="2147483705" r:id="rId58"/>
    <p:sldLayoutId id="2147483706" r:id="rId59"/>
    <p:sldLayoutId id="2147483707" r:id="rId60"/>
    <p:sldLayoutId id="2147483708" r:id="rId61"/>
    <p:sldLayoutId id="2147483709" r:id="rId62"/>
    <p:sldLayoutId id="2147483710" r:id="rId63"/>
    <p:sldLayoutId id="2147483711" r:id="rId64"/>
    <p:sldLayoutId id="2147483712" r:id="rId65"/>
    <p:sldLayoutId id="2147483713" r:id="rId66"/>
    <p:sldLayoutId id="2147483714" r:id="rId67"/>
    <p:sldLayoutId id="2147483715" r:id="rId68"/>
    <p:sldLayoutId id="2147483716" r:id="rId69"/>
    <p:sldLayoutId id="2147483717" r:id="rId70"/>
    <p:sldLayoutId id="2147483718" r:id="rId71"/>
    <p:sldLayoutId id="2147483719" r:id="rId72"/>
    <p:sldLayoutId id="2147483720" r:id="rId73"/>
    <p:sldLayoutId id="2147483721" r:id="rId74"/>
    <p:sldLayoutId id="2147483722" r:id="rId75"/>
    <p:sldLayoutId id="2147483723" r:id="rId76"/>
    <p:sldLayoutId id="2147483724" r:id="rId77"/>
    <p:sldLayoutId id="2147483725" r:id="rId78"/>
    <p:sldLayoutId id="2147483726" r:id="rId79"/>
    <p:sldLayoutId id="2147483727" r:id="rId80"/>
    <p:sldLayoutId id="2147483728" r:id="rId81"/>
    <p:sldLayoutId id="2147483729" r:id="rId82"/>
    <p:sldLayoutId id="2147483730" r:id="rId83"/>
    <p:sldLayoutId id="2147483731" r:id="rId84"/>
    <p:sldLayoutId id="2147483732" r:id="rId85"/>
    <p:sldLayoutId id="2147483733" r:id="rId86"/>
    <p:sldLayoutId id="2147483734" r:id="rId87"/>
    <p:sldLayoutId id="2147483735" r:id="rId88"/>
    <p:sldLayoutId id="2147483736" r:id="rId89"/>
    <p:sldLayoutId id="2147483737" r:id="rId90"/>
    <p:sldLayoutId id="2147483738" r:id="rId91"/>
    <p:sldLayoutId id="2147483739" r:id="rId92"/>
    <p:sldLayoutId id="2147483740" r:id="rId93"/>
    <p:sldLayoutId id="2147483741" r:id="rId94"/>
    <p:sldLayoutId id="2147483742" r:id="rId95"/>
    <p:sldLayoutId id="2147483743" r:id="rId96"/>
    <p:sldLayoutId id="2147483744" r:id="rId97"/>
    <p:sldLayoutId id="2147483745" r:id="rId98"/>
    <p:sldLayoutId id="2147483746" r:id="rId99"/>
    <p:sldLayoutId id="2147483747" r:id="rId100"/>
    <p:sldLayoutId id="2147483748" r:id="rId101"/>
    <p:sldLayoutId id="2147483749" r:id="rId102"/>
    <p:sldLayoutId id="2147483750" r:id="rId103"/>
    <p:sldLayoutId id="2147483751" r:id="rId104"/>
    <p:sldLayoutId id="2147483752" r:id="rId105"/>
    <p:sldLayoutId id="2147483753" r:id="rId106"/>
    <p:sldLayoutId id="2147483754" r:id="rId107"/>
    <p:sldLayoutId id="2147483755" r:id="rId108"/>
    <p:sldLayoutId id="2147483756" r:id="rId109"/>
    <p:sldLayoutId id="2147483757" r:id="rId110"/>
    <p:sldLayoutId id="2147483758" r:id="rId111"/>
    <p:sldLayoutId id="2147483759" r:id="rId112"/>
    <p:sldLayoutId id="2147483760" r:id="rId113"/>
    <p:sldLayoutId id="2147483761" r:id="rId114"/>
    <p:sldLayoutId id="2147483762" r:id="rId115"/>
    <p:sldLayoutId id="2147483763" r:id="rId116"/>
    <p:sldLayoutId id="2147483764" r:id="rId117"/>
    <p:sldLayoutId id="2147483765" r:id="rId118"/>
    <p:sldLayoutId id="2147483766" r:id="rId119"/>
    <p:sldLayoutId id="2147483767" r:id="rId120"/>
  </p:sldLayoutIdLst>
  <p:transition>
    <p:fade/>
  </p:transition>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pos="368">
          <p15:clr>
            <a:srgbClr val="C35EA4"/>
          </p15:clr>
        </p15:guide>
        <p15:guide id="2" pos="7313">
          <p15:clr>
            <a:srgbClr val="C35EA4"/>
          </p15:clr>
        </p15:guide>
        <p15:guide id="3" orient="horz" pos="369">
          <p15:clr>
            <a:srgbClr val="C35EA4"/>
          </p15:clr>
        </p15:guide>
        <p15:guide id="4" orient="horz" pos="3949">
          <p15:clr>
            <a:srgbClr val="C35EA4"/>
          </p15:clr>
        </p15:guide>
        <p15:guide id="5" orient="horz" pos="184">
          <p15:clr>
            <a:srgbClr val="A4A3A4"/>
          </p15:clr>
        </p15:guide>
        <p15:guide id="6" pos="185">
          <p15:clr>
            <a:srgbClr val="A4A3A4"/>
          </p15:clr>
        </p15:guide>
        <p15:guide id="7" orient="horz" pos="4135">
          <p15:clr>
            <a:srgbClr val="A4A3A4"/>
          </p15:clr>
        </p15:guide>
        <p15:guide id="8" pos="7495">
          <p15:clr>
            <a:srgbClr val="A4A3A4"/>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Shape 883"/>
        <p:cNvGrpSpPr/>
        <p:nvPr/>
      </p:nvGrpSpPr>
      <p:grpSpPr>
        <a:xfrm>
          <a:off x="0" y="0"/>
          <a:ext cx="0" cy="0"/>
          <a:chOff x="0" y="0"/>
          <a:chExt cx="0" cy="0"/>
        </a:xfrm>
      </p:grpSpPr>
      <p:sp>
        <p:nvSpPr>
          <p:cNvPr id="884" name="Google Shape;884;p122"/>
          <p:cNvSpPr txBox="1">
            <a:spLocks noGrp="1"/>
          </p:cNvSpPr>
          <p:nvPr>
            <p:ph type="title"/>
          </p:nvPr>
        </p:nvSpPr>
        <p:spPr>
          <a:xfrm>
            <a:off x="588263" y="457200"/>
            <a:ext cx="11018520" cy="553998"/>
          </a:xfrm>
          <a:prstGeom prst="rect">
            <a:avLst/>
          </a:prstGeom>
          <a:noFill/>
          <a:ln>
            <a:noFill/>
          </a:ln>
        </p:spPr>
        <p:txBody>
          <a:bodyPr spcFirstLastPara="1" wrap="square" lIns="0" tIns="0" rIns="0" bIns="0" anchor="t" anchorCtr="0">
            <a:spAutoFit/>
          </a:bodyPr>
          <a:lstStyle>
            <a:lvl1pPr marR="0" lvl="0" algn="l" rtl="0">
              <a:lnSpc>
                <a:spcPct val="100000"/>
              </a:lnSpc>
              <a:spcBef>
                <a:spcPts val="0"/>
              </a:spcBef>
              <a:spcAft>
                <a:spcPts val="0"/>
              </a:spcAft>
              <a:buClr>
                <a:schemeClr val="lt1"/>
              </a:buClr>
              <a:buSzPts val="3600"/>
              <a:buFont typeface="Quattrocento Sans"/>
              <a:buNone/>
              <a:defRPr sz="3600" b="0" i="0" u="none" strike="noStrike" cap="none">
                <a:solidFill>
                  <a:schemeClr val="lt1"/>
                </a:solidFill>
                <a:latin typeface="Quattrocento Sans"/>
                <a:ea typeface="Quattrocento Sans"/>
                <a:cs typeface="Quattrocento Sans"/>
                <a:sym typeface="Quattrocento Sans"/>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885" name="Google Shape;885;p122"/>
          <p:cNvSpPr txBox="1">
            <a:spLocks noGrp="1"/>
          </p:cNvSpPr>
          <p:nvPr>
            <p:ph type="body" idx="1"/>
          </p:nvPr>
        </p:nvSpPr>
        <p:spPr>
          <a:xfrm>
            <a:off x="584200" y="1435503"/>
            <a:ext cx="11018520" cy="1612749"/>
          </a:xfrm>
          <a:prstGeom prst="rect">
            <a:avLst/>
          </a:prstGeom>
          <a:noFill/>
          <a:ln>
            <a:noFill/>
          </a:ln>
        </p:spPr>
        <p:txBody>
          <a:bodyPr spcFirstLastPara="1" wrap="square" lIns="0" tIns="0" rIns="0" bIns="0" anchor="t" anchorCtr="0">
            <a:spAutoFit/>
          </a:bodyPr>
          <a:lstStyle>
            <a:lvl1pPr marL="457200" marR="0" lvl="0" indent="-388620" algn="l" rtl="0">
              <a:lnSpc>
                <a:spcPct val="100000"/>
              </a:lnSpc>
              <a:spcBef>
                <a:spcPts val="560"/>
              </a:spcBef>
              <a:spcAft>
                <a:spcPts val="0"/>
              </a:spcAft>
              <a:buClr>
                <a:schemeClr val="lt1"/>
              </a:buClr>
              <a:buSzPts val="2520"/>
              <a:buFont typeface="Noto Sans Symbols"/>
              <a:buChar char="·"/>
              <a:defRPr sz="2800" b="0" i="0" u="none" strike="noStrike" cap="none">
                <a:solidFill>
                  <a:schemeClr val="lt1"/>
                </a:solidFill>
                <a:latin typeface="Quattrocento Sans"/>
                <a:ea typeface="Quattrocento Sans"/>
                <a:cs typeface="Quattrocento Sans"/>
                <a:sym typeface="Quattrocento Sans"/>
              </a:defRPr>
            </a:lvl1pPr>
            <a:lvl2pPr marL="914400" marR="0" lvl="1" indent="-342900" algn="l" rtl="0">
              <a:lnSpc>
                <a:spcPct val="100000"/>
              </a:lnSpc>
              <a:spcBef>
                <a:spcPts val="400"/>
              </a:spcBef>
              <a:spcAft>
                <a:spcPts val="0"/>
              </a:spcAft>
              <a:buClr>
                <a:schemeClr val="lt1"/>
              </a:buClr>
              <a:buSzPts val="1800"/>
              <a:buFont typeface="Noto Sans Symbols"/>
              <a:buChar char="·"/>
              <a:defRPr sz="2000" b="0" i="0" u="none" strike="noStrike" cap="none">
                <a:solidFill>
                  <a:schemeClr val="lt1"/>
                </a:solidFill>
                <a:latin typeface="Quattrocento Sans"/>
                <a:ea typeface="Quattrocento Sans"/>
                <a:cs typeface="Quattrocento Sans"/>
                <a:sym typeface="Quattrocento Sans"/>
              </a:defRPr>
            </a:lvl2pPr>
            <a:lvl3pPr marL="1371600" marR="0" lvl="2" indent="-320039" algn="l" rtl="0">
              <a:lnSpc>
                <a:spcPct val="100000"/>
              </a:lnSpc>
              <a:spcBef>
                <a:spcPts val="320"/>
              </a:spcBef>
              <a:spcAft>
                <a:spcPts val="0"/>
              </a:spcAft>
              <a:buClr>
                <a:schemeClr val="lt1"/>
              </a:buClr>
              <a:buSzPts val="1440"/>
              <a:buFont typeface="Noto Sans Symbols"/>
              <a:buChar char="·"/>
              <a:defRPr sz="1600" b="0" i="0" u="none" strike="noStrike" cap="none">
                <a:solidFill>
                  <a:schemeClr val="lt1"/>
                </a:solidFill>
                <a:latin typeface="Quattrocento Sans"/>
                <a:ea typeface="Quattrocento Sans"/>
                <a:cs typeface="Quattrocento Sans"/>
                <a:sym typeface="Quattrocento Sans"/>
              </a:defRPr>
            </a:lvl3pPr>
            <a:lvl4pPr marL="1828800" marR="0" lvl="3" indent="-308610" algn="l" rtl="0">
              <a:lnSpc>
                <a:spcPct val="100000"/>
              </a:lnSpc>
              <a:spcBef>
                <a:spcPts val="280"/>
              </a:spcBef>
              <a:spcAft>
                <a:spcPts val="0"/>
              </a:spcAft>
              <a:buClr>
                <a:schemeClr val="lt1"/>
              </a:buClr>
              <a:buSzPts val="1260"/>
              <a:buFont typeface="Noto Sans Symbols"/>
              <a:buChar char="·"/>
              <a:defRPr sz="1400" b="0" i="0" u="none" strike="noStrike" cap="none">
                <a:solidFill>
                  <a:schemeClr val="lt1"/>
                </a:solidFill>
                <a:latin typeface="Quattrocento Sans"/>
                <a:ea typeface="Quattrocento Sans"/>
                <a:cs typeface="Quattrocento Sans"/>
                <a:sym typeface="Quattrocento Sans"/>
              </a:defRPr>
            </a:lvl4pPr>
            <a:lvl5pPr marL="2286000" marR="0" lvl="4" indent="-308610" algn="l" rtl="0">
              <a:lnSpc>
                <a:spcPct val="100000"/>
              </a:lnSpc>
              <a:spcBef>
                <a:spcPts val="280"/>
              </a:spcBef>
              <a:spcAft>
                <a:spcPts val="0"/>
              </a:spcAft>
              <a:buClr>
                <a:schemeClr val="lt1"/>
              </a:buClr>
              <a:buSzPts val="1260"/>
              <a:buFont typeface="Noto Sans Symbols"/>
              <a:buChar char="·"/>
              <a:defRPr sz="1400" b="0" i="0" u="none" strike="noStrike" cap="none">
                <a:solidFill>
                  <a:schemeClr val="lt1"/>
                </a:solidFill>
                <a:latin typeface="Quattrocento Sans"/>
                <a:ea typeface="Quattrocento Sans"/>
                <a:cs typeface="Quattrocento Sans"/>
                <a:sym typeface="Quattrocento Sans"/>
              </a:defRPr>
            </a:lvl5pPr>
            <a:lvl6pPr marL="2743200" marR="0" lvl="5" indent="-355600" algn="l" rtl="0">
              <a:spcBef>
                <a:spcPts val="400"/>
              </a:spcBef>
              <a:spcAft>
                <a:spcPts val="0"/>
              </a:spcAft>
              <a:buClr>
                <a:schemeClr val="lt1"/>
              </a:buClr>
              <a:buSzPts val="2000"/>
              <a:buFont typeface="Arial"/>
              <a:buChar char="•"/>
              <a:defRPr sz="2000" b="0" i="0" u="none" strike="noStrike" cap="none">
                <a:solidFill>
                  <a:schemeClr val="lt1"/>
                </a:solidFill>
                <a:latin typeface="Quattrocento Sans"/>
                <a:ea typeface="Quattrocento Sans"/>
                <a:cs typeface="Quattrocento Sans"/>
                <a:sym typeface="Quattrocento Sans"/>
              </a:defRPr>
            </a:lvl6pPr>
            <a:lvl7pPr marL="3200400" marR="0" lvl="6" indent="-355600" algn="l" rtl="0">
              <a:spcBef>
                <a:spcPts val="400"/>
              </a:spcBef>
              <a:spcAft>
                <a:spcPts val="0"/>
              </a:spcAft>
              <a:buClr>
                <a:schemeClr val="lt1"/>
              </a:buClr>
              <a:buSzPts val="2000"/>
              <a:buFont typeface="Arial"/>
              <a:buChar char="•"/>
              <a:defRPr sz="2000" b="0" i="0" u="none" strike="noStrike" cap="none">
                <a:solidFill>
                  <a:schemeClr val="lt1"/>
                </a:solidFill>
                <a:latin typeface="Quattrocento Sans"/>
                <a:ea typeface="Quattrocento Sans"/>
                <a:cs typeface="Quattrocento Sans"/>
                <a:sym typeface="Quattrocento Sans"/>
              </a:defRPr>
            </a:lvl7pPr>
            <a:lvl8pPr marL="3657600" marR="0" lvl="7" indent="-355600" algn="l" rtl="0">
              <a:spcBef>
                <a:spcPts val="400"/>
              </a:spcBef>
              <a:spcAft>
                <a:spcPts val="0"/>
              </a:spcAft>
              <a:buClr>
                <a:schemeClr val="lt1"/>
              </a:buClr>
              <a:buSzPts val="2000"/>
              <a:buFont typeface="Arial"/>
              <a:buChar char="•"/>
              <a:defRPr sz="2000" b="0" i="0" u="none" strike="noStrike" cap="none">
                <a:solidFill>
                  <a:schemeClr val="lt1"/>
                </a:solidFill>
                <a:latin typeface="Quattrocento Sans"/>
                <a:ea typeface="Quattrocento Sans"/>
                <a:cs typeface="Quattrocento Sans"/>
                <a:sym typeface="Quattrocento Sans"/>
              </a:defRPr>
            </a:lvl8pPr>
            <a:lvl9pPr marL="4114800" marR="0" lvl="8" indent="-355600" algn="l" rtl="0">
              <a:spcBef>
                <a:spcPts val="400"/>
              </a:spcBef>
              <a:spcAft>
                <a:spcPts val="0"/>
              </a:spcAft>
              <a:buClr>
                <a:schemeClr val="lt1"/>
              </a:buClr>
              <a:buSzPts val="2000"/>
              <a:buFont typeface="Arial"/>
              <a:buChar char="•"/>
              <a:defRPr sz="2000" b="0" i="0" u="none" strike="noStrike" cap="none">
                <a:solidFill>
                  <a:schemeClr val="lt1"/>
                </a:solidFill>
                <a:latin typeface="Quattrocento Sans"/>
                <a:ea typeface="Quattrocento Sans"/>
                <a:cs typeface="Quattrocento Sans"/>
                <a:sym typeface="Quattrocento Sans"/>
              </a:defRPr>
            </a:lvl9pPr>
          </a:lstStyle>
          <a:p>
            <a:endParaRPr/>
          </a:p>
        </p:txBody>
      </p:sp>
      <p:pic>
        <p:nvPicPr>
          <p:cNvPr id="886" name="Google Shape;886;p122" descr="These are Microsoft Brand colors. The color bar is placed to the side of the Theme master so that it will be visible on all slides. Users can use the 'eye dropper' color tools under Color Fill Shape, Color Fill line etc. to easily select Brand colors. "/>
          <p:cNvPicPr preferRelativeResize="0"/>
          <p:nvPr/>
        </p:nvPicPr>
        <p:blipFill rotWithShape="1">
          <a:blip r:embed="rId3">
            <a:alphaModFix/>
          </a:blip>
          <a:srcRect l="761"/>
          <a:stretch/>
        </p:blipFill>
        <p:spPr>
          <a:xfrm rot="5400000">
            <a:off x="9509760" y="2843773"/>
            <a:ext cx="6858000" cy="1170455"/>
          </a:xfrm>
          <a:prstGeom prst="rect">
            <a:avLst/>
          </a:prstGeom>
          <a:noFill/>
          <a:ln>
            <a:noFill/>
          </a:ln>
        </p:spPr>
      </p:pic>
      <p:sp>
        <p:nvSpPr>
          <p:cNvPr id="887" name="Google Shape;887;p122"/>
          <p:cNvSpPr txBox="1"/>
          <p:nvPr/>
        </p:nvSpPr>
        <p:spPr>
          <a:xfrm>
            <a:off x="0" y="6705600"/>
            <a:ext cx="1828800" cy="1524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00">
                <a:solidFill>
                  <a:srgbClr val="000000"/>
                </a:solidFill>
                <a:latin typeface="Calibri"/>
                <a:ea typeface="Calibri"/>
                <a:cs typeface="Calibri"/>
                <a:sym typeface="Calibri"/>
              </a:rPr>
              <a:t>Classified as Microsoft Confidential</a:t>
            </a:r>
            <a:endParaRPr/>
          </a:p>
        </p:txBody>
      </p:sp>
    </p:spTree>
  </p:cSld>
  <p:clrMap bg1="lt1" tx1="dk1" bg2="dk2" tx2="lt2" accent1="accent1" accent2="accent2" accent3="accent3" accent4="accent4" accent5="accent5" accent6="accent6" hlink="hlink" folHlink="folHlink"/>
  <p:sldLayoutIdLst>
    <p:sldLayoutId id="2147483768" r:id="rId1"/>
  </p:sldLayoutIdLst>
  <p:transition>
    <p:fade/>
  </p:transition>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pos="368">
          <p15:clr>
            <a:srgbClr val="C35EA4"/>
          </p15:clr>
        </p15:guide>
        <p15:guide id="2" pos="7313">
          <p15:clr>
            <a:srgbClr val="C35EA4"/>
          </p15:clr>
        </p15:guide>
        <p15:guide id="3" orient="horz" pos="369">
          <p15:clr>
            <a:srgbClr val="C35EA4"/>
          </p15:clr>
        </p15:guide>
        <p15:guide id="4" orient="horz" pos="3949">
          <p15:clr>
            <a:srgbClr val="C35EA4"/>
          </p15:clr>
        </p15:guide>
        <p15:guide id="5" orient="horz" pos="184">
          <p15:clr>
            <a:srgbClr val="A4A3A4"/>
          </p15:clr>
        </p15:guide>
        <p15:guide id="6" pos="185">
          <p15:clr>
            <a:srgbClr val="A4A3A4"/>
          </p15:clr>
        </p15:guide>
        <p15:guide id="7" orient="horz" pos="4135">
          <p15:clr>
            <a:srgbClr val="A4A3A4"/>
          </p15:clr>
        </p15:guide>
        <p15:guide id="8" pos="7495">
          <p15:clr>
            <a:srgbClr val="A4A3A4"/>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xml"/><Relationship Id="rId1" Type="http://schemas.openxmlformats.org/officeDocument/2006/relationships/slideLayout" Target="../slideLayouts/slideLayout121.xml"/></Relationships>
</file>

<file path=ppt/slides/_rels/slide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xml"/><Relationship Id="rId1" Type="http://schemas.openxmlformats.org/officeDocument/2006/relationships/slideLayout" Target="../slideLayouts/slideLayout12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8" Type="http://schemas.openxmlformats.org/officeDocument/2006/relationships/image" Target="../media/image30.png"/><Relationship Id="rId3" Type="http://schemas.openxmlformats.org/officeDocument/2006/relationships/image" Target="../media/image25.png"/><Relationship Id="rId7" Type="http://schemas.openxmlformats.org/officeDocument/2006/relationships/image" Target="../media/image29.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28.png"/><Relationship Id="rId5" Type="http://schemas.openxmlformats.org/officeDocument/2006/relationships/image" Target="../media/image27.png"/><Relationship Id="rId10" Type="http://schemas.openxmlformats.org/officeDocument/2006/relationships/hyperlink" Target="https://drive.google.com/drive/folders/1HxSiUYswdmWqewp0JJK2wg-yQhvfug7p?usp=sharing" TargetMode="External"/><Relationship Id="rId4" Type="http://schemas.openxmlformats.org/officeDocument/2006/relationships/image" Target="../media/image26.png"/><Relationship Id="rId9" Type="http://schemas.openxmlformats.org/officeDocument/2006/relationships/hyperlink" Target="https://ielts-project-gilt.vercel.app/" TargetMode="Externa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00"/>
        <p:cNvGrpSpPr/>
        <p:nvPr/>
      </p:nvGrpSpPr>
      <p:grpSpPr>
        <a:xfrm>
          <a:off x="0" y="0"/>
          <a:ext cx="0" cy="0"/>
          <a:chOff x="0" y="0"/>
          <a:chExt cx="0" cy="0"/>
        </a:xfrm>
      </p:grpSpPr>
      <p:sp>
        <p:nvSpPr>
          <p:cNvPr id="901" name="Google Shape;901;p124"/>
          <p:cNvSpPr/>
          <p:nvPr/>
        </p:nvSpPr>
        <p:spPr>
          <a:xfrm>
            <a:off x="5764696" y="0"/>
            <a:ext cx="6427304" cy="6858000"/>
          </a:xfrm>
          <a:prstGeom prst="rect">
            <a:avLst/>
          </a:prstGeom>
          <a:solidFill>
            <a:srgbClr val="F2F2F2"/>
          </a:solidFill>
          <a:ln>
            <a:noFill/>
          </a:ln>
        </p:spPr>
        <p:txBody>
          <a:bodyPr spcFirstLastPara="1" wrap="square" lIns="182875" tIns="146300" rIns="182875" bIns="146300" anchor="t" anchorCtr="0">
            <a:noAutofit/>
          </a:bodyPr>
          <a:lstStyle/>
          <a:p>
            <a:pPr marL="0" marR="0" lvl="0" indent="0" algn="l" rtl="0">
              <a:lnSpc>
                <a:spcPct val="100000"/>
              </a:lnSpc>
              <a:spcBef>
                <a:spcPts val="0"/>
              </a:spcBef>
              <a:spcAft>
                <a:spcPts val="0"/>
              </a:spcAft>
              <a:buClr>
                <a:schemeClr val="lt1"/>
              </a:buClr>
              <a:buSzPts val="2000"/>
              <a:buFont typeface="Quattrocento Sans"/>
              <a:buNone/>
            </a:pPr>
            <a:endParaRPr sz="2000" b="0" i="0" u="none" strike="noStrike" cap="none">
              <a:solidFill>
                <a:srgbClr val="FFFFFF"/>
              </a:solidFill>
              <a:latin typeface="Quattrocento Sans"/>
              <a:ea typeface="Quattrocento Sans"/>
              <a:cs typeface="Quattrocento Sans"/>
              <a:sym typeface="Quattrocento Sans"/>
            </a:endParaRPr>
          </a:p>
        </p:txBody>
      </p:sp>
      <p:sp>
        <p:nvSpPr>
          <p:cNvPr id="902" name="Google Shape;902;p124"/>
          <p:cNvSpPr txBox="1">
            <a:spLocks noGrp="1"/>
          </p:cNvSpPr>
          <p:nvPr>
            <p:ph type="title"/>
          </p:nvPr>
        </p:nvSpPr>
        <p:spPr>
          <a:xfrm>
            <a:off x="588263" y="2425541"/>
            <a:ext cx="4167887" cy="1107996"/>
          </a:xfrm>
          <a:prstGeom prst="rect">
            <a:avLst/>
          </a:prstGeom>
          <a:noFill/>
          <a:ln>
            <a:noFill/>
          </a:ln>
        </p:spPr>
        <p:txBody>
          <a:bodyPr spcFirstLastPara="1" wrap="square" lIns="0" tIns="0" rIns="0" bIns="0" anchor="b" anchorCtr="0">
            <a:normAutofit fontScale="90000"/>
          </a:bodyPr>
          <a:lstStyle/>
          <a:p>
            <a:pPr marL="0" lvl="0" indent="0" algn="l" rtl="0">
              <a:lnSpc>
                <a:spcPct val="100000"/>
              </a:lnSpc>
              <a:spcBef>
                <a:spcPts val="0"/>
              </a:spcBef>
              <a:spcAft>
                <a:spcPts val="0"/>
              </a:spcAft>
              <a:buClr>
                <a:srgbClr val="D59DFF"/>
              </a:buClr>
              <a:buSzPct val="180000"/>
              <a:buFont typeface="Quattrocento Sans"/>
              <a:buNone/>
            </a:pPr>
            <a:r>
              <a:rPr lang="en-US" dirty="0"/>
              <a:t>Arc Shift</a:t>
            </a:r>
            <a:br>
              <a:rPr lang="en-US" dirty="0"/>
            </a:br>
            <a:r>
              <a:rPr lang="en-US" sz="2000" dirty="0"/>
              <a:t>Solution Type: Prototype</a:t>
            </a:r>
            <a:endParaRPr sz="2000" dirty="0"/>
          </a:p>
          <a:p>
            <a:pPr marL="0" lvl="0" indent="0" algn="l" rtl="0">
              <a:lnSpc>
                <a:spcPct val="100000"/>
              </a:lnSpc>
              <a:spcBef>
                <a:spcPts val="0"/>
              </a:spcBef>
              <a:spcAft>
                <a:spcPts val="0"/>
              </a:spcAft>
              <a:buClr>
                <a:srgbClr val="D59DFF"/>
              </a:buClr>
              <a:buSzPct val="180000"/>
              <a:buFont typeface="Quattrocento Sans"/>
              <a:buNone/>
            </a:pPr>
            <a:r>
              <a:rPr lang="en-US" sz="2000" dirty="0"/>
              <a:t>Workshop Content  </a:t>
            </a:r>
            <a:endParaRPr dirty="0"/>
          </a:p>
        </p:txBody>
      </p:sp>
      <p:sp>
        <p:nvSpPr>
          <p:cNvPr id="903" name="Google Shape;903;p124"/>
          <p:cNvSpPr txBox="1">
            <a:spLocks noGrp="1"/>
          </p:cNvSpPr>
          <p:nvPr>
            <p:ph type="body" idx="1"/>
          </p:nvPr>
        </p:nvSpPr>
        <p:spPr>
          <a:xfrm>
            <a:off x="532262" y="4541950"/>
            <a:ext cx="5118729" cy="1383362"/>
          </a:xfrm>
          <a:prstGeom prst="rect">
            <a:avLst/>
          </a:prstGeom>
          <a:noFill/>
          <a:ln>
            <a:noFill/>
          </a:ln>
        </p:spPr>
        <p:txBody>
          <a:bodyPr spcFirstLastPara="1" wrap="square" lIns="0" tIns="0" rIns="0" bIns="0" anchor="t" anchorCtr="0">
            <a:normAutofit fontScale="92500" lnSpcReduction="10000"/>
          </a:bodyPr>
          <a:lstStyle/>
          <a:p>
            <a:pPr marL="0" lvl="0" indent="0" algn="l" rtl="0">
              <a:lnSpc>
                <a:spcPct val="100000"/>
              </a:lnSpc>
              <a:spcBef>
                <a:spcPts val="0"/>
              </a:spcBef>
              <a:spcAft>
                <a:spcPts val="0"/>
              </a:spcAft>
              <a:buClr>
                <a:schemeClr val="lt1"/>
              </a:buClr>
              <a:buSzPct val="90000"/>
              <a:buNone/>
            </a:pPr>
            <a:r>
              <a:rPr lang="en-US" b="1" dirty="0"/>
              <a:t>Ramprakash R</a:t>
            </a:r>
          </a:p>
          <a:p>
            <a:pPr marL="0" lvl="0" indent="0" algn="l" rtl="0">
              <a:lnSpc>
                <a:spcPct val="100000"/>
              </a:lnSpc>
              <a:spcBef>
                <a:spcPts val="0"/>
              </a:spcBef>
              <a:spcAft>
                <a:spcPts val="0"/>
              </a:spcAft>
              <a:buClr>
                <a:schemeClr val="lt1"/>
              </a:buClr>
              <a:buSzPct val="90000"/>
              <a:buNone/>
            </a:pPr>
            <a:r>
              <a:rPr lang="en-US" b="1" dirty="0"/>
              <a:t>Lenny Dany Derek D</a:t>
            </a:r>
          </a:p>
          <a:p>
            <a:pPr marL="0" lvl="0" indent="0" algn="l" rtl="0">
              <a:lnSpc>
                <a:spcPct val="100000"/>
              </a:lnSpc>
              <a:spcBef>
                <a:spcPts val="0"/>
              </a:spcBef>
              <a:spcAft>
                <a:spcPts val="0"/>
              </a:spcAft>
              <a:buClr>
                <a:schemeClr val="lt1"/>
              </a:buClr>
              <a:buSzPct val="90000"/>
              <a:buNone/>
            </a:pPr>
            <a:r>
              <a:rPr lang="en-US" b="1" dirty="0"/>
              <a:t>Adorn S George</a:t>
            </a:r>
          </a:p>
          <a:p>
            <a:pPr marL="0" lvl="0" indent="0" algn="l" rtl="0">
              <a:lnSpc>
                <a:spcPct val="100000"/>
              </a:lnSpc>
              <a:spcBef>
                <a:spcPts val="0"/>
              </a:spcBef>
              <a:spcAft>
                <a:spcPts val="0"/>
              </a:spcAft>
              <a:buClr>
                <a:schemeClr val="lt1"/>
              </a:buClr>
              <a:buSzPct val="90000"/>
              <a:buNone/>
            </a:pPr>
            <a:r>
              <a:rPr lang="en-US" b="1" dirty="0"/>
              <a:t>Sidhanth Bibi</a:t>
            </a:r>
          </a:p>
          <a:p>
            <a:pPr marL="0" lvl="0" indent="0" algn="l" rtl="0">
              <a:lnSpc>
                <a:spcPct val="100000"/>
              </a:lnSpc>
              <a:spcBef>
                <a:spcPts val="0"/>
              </a:spcBef>
              <a:spcAft>
                <a:spcPts val="0"/>
              </a:spcAft>
              <a:buClr>
                <a:schemeClr val="lt1"/>
              </a:buClr>
              <a:buSzPct val="90000"/>
              <a:buNone/>
            </a:pPr>
            <a:r>
              <a:rPr lang="en-US" b="1" dirty="0"/>
              <a:t>Arindam Jaiman</a:t>
            </a:r>
          </a:p>
        </p:txBody>
      </p:sp>
      <p:pic>
        <p:nvPicPr>
          <p:cNvPr id="904" name="Google Shape;904;p124"/>
          <p:cNvPicPr preferRelativeResize="0"/>
          <p:nvPr/>
        </p:nvPicPr>
        <p:blipFill rotWithShape="1">
          <a:blip r:embed="rId3">
            <a:alphaModFix/>
          </a:blip>
          <a:srcRect/>
          <a:stretch/>
        </p:blipFill>
        <p:spPr>
          <a:xfrm>
            <a:off x="6307494" y="1092108"/>
            <a:ext cx="5360250" cy="4655549"/>
          </a:xfrm>
          <a:prstGeom prst="rect">
            <a:avLst/>
          </a:prstGeom>
          <a:noFill/>
          <a:ln>
            <a:noFill/>
          </a:ln>
        </p:spPr>
      </p:pic>
    </p:spTree>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12"/>
        <p:cNvGrpSpPr/>
        <p:nvPr/>
      </p:nvGrpSpPr>
      <p:grpSpPr>
        <a:xfrm>
          <a:off x="0" y="0"/>
          <a:ext cx="0" cy="0"/>
          <a:chOff x="0" y="0"/>
          <a:chExt cx="0" cy="0"/>
        </a:xfrm>
      </p:grpSpPr>
      <p:sp>
        <p:nvSpPr>
          <p:cNvPr id="913" name="Google Shape;913;p125"/>
          <p:cNvSpPr/>
          <p:nvPr/>
        </p:nvSpPr>
        <p:spPr>
          <a:xfrm>
            <a:off x="5764696" y="0"/>
            <a:ext cx="6427304" cy="6858000"/>
          </a:xfrm>
          <a:prstGeom prst="rect">
            <a:avLst/>
          </a:prstGeom>
          <a:solidFill>
            <a:srgbClr val="F2F2F2"/>
          </a:solidFill>
          <a:ln>
            <a:noFill/>
          </a:ln>
        </p:spPr>
        <p:txBody>
          <a:bodyPr spcFirstLastPara="1" wrap="square" lIns="182875" tIns="146300" rIns="182875" bIns="146300" anchor="t" anchorCtr="0">
            <a:noAutofit/>
          </a:bodyPr>
          <a:lstStyle/>
          <a:p>
            <a:pPr marL="0" marR="0" lvl="0" indent="0" algn="l" rtl="0">
              <a:lnSpc>
                <a:spcPct val="100000"/>
              </a:lnSpc>
              <a:spcBef>
                <a:spcPts val="0"/>
              </a:spcBef>
              <a:spcAft>
                <a:spcPts val="0"/>
              </a:spcAft>
              <a:buClr>
                <a:schemeClr val="lt1"/>
              </a:buClr>
              <a:buSzPts val="2000"/>
              <a:buFont typeface="Quattrocento Sans"/>
              <a:buNone/>
            </a:pPr>
            <a:endParaRPr sz="2000" b="0" i="0" u="none" strike="noStrike" cap="none">
              <a:solidFill>
                <a:srgbClr val="FFFFFF"/>
              </a:solidFill>
              <a:latin typeface="Quattrocento Sans"/>
              <a:ea typeface="Quattrocento Sans"/>
              <a:cs typeface="Quattrocento Sans"/>
              <a:sym typeface="Quattrocento Sans"/>
            </a:endParaRPr>
          </a:p>
        </p:txBody>
      </p:sp>
      <p:sp>
        <p:nvSpPr>
          <p:cNvPr id="914" name="Google Shape;914;p125"/>
          <p:cNvSpPr txBox="1">
            <a:spLocks noGrp="1"/>
          </p:cNvSpPr>
          <p:nvPr>
            <p:ph type="title"/>
          </p:nvPr>
        </p:nvSpPr>
        <p:spPr>
          <a:xfrm>
            <a:off x="584188" y="1337391"/>
            <a:ext cx="4167900" cy="1107900"/>
          </a:xfrm>
          <a:prstGeom prst="rect">
            <a:avLst/>
          </a:prstGeom>
          <a:noFill/>
          <a:ln>
            <a:noFill/>
          </a:ln>
        </p:spPr>
        <p:txBody>
          <a:bodyPr spcFirstLastPara="1" wrap="square" lIns="0" tIns="0" rIns="0" bIns="0" anchor="b" anchorCtr="0">
            <a:normAutofit/>
          </a:bodyPr>
          <a:lstStyle/>
          <a:p>
            <a:pPr marL="0" lvl="0" indent="0" algn="l" rtl="0">
              <a:lnSpc>
                <a:spcPct val="100000"/>
              </a:lnSpc>
              <a:spcBef>
                <a:spcPts val="0"/>
              </a:spcBef>
              <a:spcAft>
                <a:spcPts val="0"/>
              </a:spcAft>
              <a:buClr>
                <a:srgbClr val="D59DFF"/>
              </a:buClr>
              <a:buSzPct val="100000"/>
              <a:buFont typeface="Quattrocento Sans"/>
              <a:buNone/>
            </a:pPr>
            <a:r>
              <a:rPr lang="en-US"/>
              <a:t>Student Ambassador Projects</a:t>
            </a:r>
            <a:endParaRPr/>
          </a:p>
        </p:txBody>
      </p:sp>
      <p:sp>
        <p:nvSpPr>
          <p:cNvPr id="915" name="Google Shape;915;p125"/>
          <p:cNvSpPr txBox="1">
            <a:spLocks noGrp="1"/>
          </p:cNvSpPr>
          <p:nvPr>
            <p:ph type="body" idx="1"/>
          </p:nvPr>
        </p:nvSpPr>
        <p:spPr>
          <a:xfrm>
            <a:off x="518025" y="2801125"/>
            <a:ext cx="4529400" cy="3426000"/>
          </a:xfrm>
          <a:prstGeom prst="rect">
            <a:avLst/>
          </a:prstGeom>
          <a:noFill/>
          <a:ln>
            <a:noFill/>
          </a:ln>
        </p:spPr>
        <p:txBody>
          <a:bodyPr spcFirstLastPara="1" wrap="square" lIns="0" tIns="0" rIns="0" bIns="0" anchor="t" anchorCtr="0">
            <a:noAutofit/>
          </a:bodyPr>
          <a:lstStyle/>
          <a:p>
            <a:pPr marL="0" lvl="0" indent="0" algn="l" rtl="0">
              <a:lnSpc>
                <a:spcPct val="90000"/>
              </a:lnSpc>
              <a:spcBef>
                <a:spcPts val="600"/>
              </a:spcBef>
              <a:spcAft>
                <a:spcPts val="0"/>
              </a:spcAft>
              <a:buClr>
                <a:schemeClr val="dk1"/>
              </a:buClr>
              <a:buSzPts val="1100"/>
              <a:buFont typeface="Arial"/>
              <a:buNone/>
            </a:pPr>
            <a:r>
              <a:rPr lang="en-US" sz="1400" b="1" dirty="0">
                <a:latin typeface="Arial"/>
                <a:ea typeface="Arial"/>
                <a:cs typeface="Arial"/>
                <a:sym typeface="Arial"/>
              </a:rPr>
              <a:t>IELTS Prep Gap</a:t>
            </a:r>
            <a:r>
              <a:rPr lang="en-US" sz="1400" dirty="0">
                <a:latin typeface="Arial"/>
                <a:ea typeface="Arial"/>
                <a:cs typeface="Arial"/>
                <a:sym typeface="Arial"/>
              </a:rPr>
              <a:t>: Students lack personalized, real-time feedback in current IELTS tools.</a:t>
            </a:r>
            <a:br>
              <a:rPr lang="en-US" sz="1400" dirty="0">
                <a:latin typeface="Arial"/>
                <a:ea typeface="Arial"/>
                <a:cs typeface="Arial"/>
                <a:sym typeface="Arial"/>
              </a:rPr>
            </a:br>
            <a:endParaRPr sz="1400" dirty="0">
              <a:latin typeface="Arial"/>
              <a:ea typeface="Arial"/>
              <a:cs typeface="Arial"/>
              <a:sym typeface="Arial"/>
            </a:endParaRPr>
          </a:p>
          <a:p>
            <a:pPr marL="0" lvl="0" indent="0" algn="l" rtl="0">
              <a:lnSpc>
                <a:spcPct val="90000"/>
              </a:lnSpc>
              <a:spcBef>
                <a:spcPts val="600"/>
              </a:spcBef>
              <a:spcAft>
                <a:spcPts val="0"/>
              </a:spcAft>
              <a:buClr>
                <a:schemeClr val="dk1"/>
              </a:buClr>
              <a:buSzPts val="1100"/>
              <a:buFont typeface="Arial"/>
              <a:buNone/>
            </a:pPr>
            <a:r>
              <a:rPr lang="en-US" sz="1400" b="1" dirty="0">
                <a:latin typeface="Arial"/>
                <a:ea typeface="Arial"/>
                <a:cs typeface="Arial"/>
                <a:sym typeface="Arial"/>
              </a:rPr>
              <a:t>Challenge</a:t>
            </a:r>
            <a:r>
              <a:rPr lang="en-US" sz="1400" dirty="0">
                <a:latin typeface="Arial"/>
                <a:ea typeface="Arial"/>
                <a:cs typeface="Arial"/>
                <a:sym typeface="Arial"/>
              </a:rPr>
              <a:t>: Static practice materials fail to adapt to learners’ strengths and weaknesses.</a:t>
            </a:r>
            <a:endParaRPr sz="1400" dirty="0">
              <a:latin typeface="Arial"/>
              <a:ea typeface="Arial"/>
              <a:cs typeface="Arial"/>
              <a:sym typeface="Arial"/>
            </a:endParaRPr>
          </a:p>
          <a:p>
            <a:pPr marL="0" lvl="0" indent="0" algn="l" rtl="0">
              <a:lnSpc>
                <a:spcPct val="115000"/>
              </a:lnSpc>
              <a:spcBef>
                <a:spcPts val="1200"/>
              </a:spcBef>
              <a:spcAft>
                <a:spcPts val="0"/>
              </a:spcAft>
              <a:buClr>
                <a:schemeClr val="dk1"/>
              </a:buClr>
              <a:buSzPts val="1100"/>
              <a:buFont typeface="Arial"/>
              <a:buNone/>
            </a:pPr>
            <a:r>
              <a:rPr lang="en-US" sz="1200" b="1" dirty="0">
                <a:latin typeface="Arial"/>
                <a:ea typeface="Arial"/>
                <a:cs typeface="Arial"/>
                <a:sym typeface="Arial"/>
              </a:rPr>
              <a:t>Our Angle</a:t>
            </a:r>
            <a:r>
              <a:rPr lang="en-US" sz="1200" dirty="0">
                <a:latin typeface="Arial"/>
                <a:ea typeface="Arial"/>
                <a:cs typeface="Arial"/>
                <a:sym typeface="Arial"/>
              </a:rPr>
              <a:t>: Build an </a:t>
            </a:r>
            <a:r>
              <a:rPr lang="en-US" sz="1200" b="1" dirty="0">
                <a:latin typeface="Arial"/>
                <a:ea typeface="Arial"/>
                <a:cs typeface="Arial"/>
                <a:sym typeface="Arial"/>
              </a:rPr>
              <a:t>AI-first learning assistant</a:t>
            </a:r>
            <a:r>
              <a:rPr lang="en-US" sz="1200" dirty="0">
                <a:latin typeface="Arial"/>
                <a:ea typeface="Arial"/>
                <a:cs typeface="Arial"/>
                <a:sym typeface="Arial"/>
              </a:rPr>
              <a:t> that ensures:</a:t>
            </a:r>
            <a:endParaRPr sz="1200" dirty="0">
              <a:latin typeface="Arial"/>
              <a:ea typeface="Arial"/>
              <a:cs typeface="Arial"/>
              <a:sym typeface="Arial"/>
            </a:endParaRPr>
          </a:p>
          <a:p>
            <a:pPr marL="457200" lvl="0" indent="-298450" algn="l" rtl="0">
              <a:lnSpc>
                <a:spcPct val="115000"/>
              </a:lnSpc>
              <a:spcBef>
                <a:spcPts val="1200"/>
              </a:spcBef>
              <a:spcAft>
                <a:spcPts val="0"/>
              </a:spcAft>
              <a:buClr>
                <a:schemeClr val="lt1"/>
              </a:buClr>
              <a:buSzPts val="1100"/>
              <a:buFont typeface="Arial"/>
              <a:buChar char="●"/>
            </a:pPr>
            <a:r>
              <a:rPr lang="en-US" sz="1100" dirty="0">
                <a:latin typeface="Arial"/>
                <a:ea typeface="Arial"/>
                <a:cs typeface="Arial"/>
                <a:sym typeface="Arial"/>
              </a:rPr>
              <a:t>Accurate band score prediction.</a:t>
            </a:r>
            <a:endParaRPr sz="1100" dirty="0">
              <a:latin typeface="Arial"/>
              <a:ea typeface="Arial"/>
              <a:cs typeface="Arial"/>
              <a:sym typeface="Arial"/>
            </a:endParaRPr>
          </a:p>
          <a:p>
            <a:pPr marL="457200" lvl="0" indent="-298450" algn="l" rtl="0">
              <a:lnSpc>
                <a:spcPct val="115000"/>
              </a:lnSpc>
              <a:spcBef>
                <a:spcPts val="0"/>
              </a:spcBef>
              <a:spcAft>
                <a:spcPts val="0"/>
              </a:spcAft>
              <a:buClr>
                <a:schemeClr val="lt1"/>
              </a:buClr>
              <a:buSzPts val="1100"/>
              <a:buFont typeface="Arial"/>
              <a:buChar char="●"/>
            </a:pPr>
            <a:r>
              <a:rPr lang="en-US" sz="1100" dirty="0">
                <a:latin typeface="Arial"/>
                <a:ea typeface="Arial"/>
                <a:cs typeface="Arial"/>
                <a:sym typeface="Arial"/>
              </a:rPr>
              <a:t>Actionable feedback (strengths, weaknesses, suggestions).</a:t>
            </a:r>
            <a:endParaRPr sz="1100" dirty="0">
              <a:latin typeface="Arial"/>
              <a:ea typeface="Arial"/>
              <a:cs typeface="Arial"/>
              <a:sym typeface="Arial"/>
            </a:endParaRPr>
          </a:p>
          <a:p>
            <a:pPr marL="457200" lvl="0" indent="-298450" algn="l" rtl="0">
              <a:lnSpc>
                <a:spcPct val="115000"/>
              </a:lnSpc>
              <a:spcBef>
                <a:spcPts val="0"/>
              </a:spcBef>
              <a:spcAft>
                <a:spcPts val="0"/>
              </a:spcAft>
              <a:buClr>
                <a:schemeClr val="lt1"/>
              </a:buClr>
              <a:buSzPts val="1100"/>
              <a:buFont typeface="Arial"/>
              <a:buChar char="●"/>
            </a:pPr>
            <a:r>
              <a:rPr lang="en-US" sz="1100" dirty="0">
                <a:latin typeface="Arial"/>
                <a:ea typeface="Arial"/>
                <a:cs typeface="Arial"/>
                <a:sym typeface="Arial"/>
              </a:rPr>
              <a:t>Continuous progress tracking across Speaking, Writing, Reading, and Listening.</a:t>
            </a:r>
            <a:endParaRPr sz="1100" dirty="0">
              <a:latin typeface="Arial"/>
              <a:ea typeface="Arial"/>
              <a:cs typeface="Arial"/>
              <a:sym typeface="Arial"/>
            </a:endParaRPr>
          </a:p>
          <a:p>
            <a:pPr marL="0" lvl="0" indent="0" algn="l" rtl="0">
              <a:lnSpc>
                <a:spcPct val="115000"/>
              </a:lnSpc>
              <a:spcBef>
                <a:spcPts val="1200"/>
              </a:spcBef>
              <a:spcAft>
                <a:spcPts val="0"/>
              </a:spcAft>
              <a:buNone/>
            </a:pPr>
            <a:r>
              <a:rPr lang="en-US" sz="1400" b="1" dirty="0">
                <a:latin typeface="Arial"/>
                <a:ea typeface="Arial"/>
                <a:cs typeface="Arial"/>
                <a:sym typeface="Arial"/>
              </a:rPr>
              <a:t>Vision</a:t>
            </a:r>
            <a:r>
              <a:rPr lang="en-US" sz="1400" dirty="0">
                <a:latin typeface="Arial"/>
                <a:ea typeface="Arial"/>
                <a:cs typeface="Arial"/>
                <a:sym typeface="Arial"/>
              </a:rPr>
              <a:t>: Democratize IELTS preparation with accessible, cloud-based, AI-driven learning.</a:t>
            </a:r>
            <a:br>
              <a:rPr lang="en-US" sz="1400" dirty="0">
                <a:latin typeface="Arial"/>
                <a:ea typeface="Arial"/>
                <a:cs typeface="Arial"/>
                <a:sym typeface="Arial"/>
              </a:rPr>
            </a:br>
            <a:endParaRPr sz="1400" dirty="0">
              <a:latin typeface="Arial"/>
              <a:ea typeface="Arial"/>
              <a:cs typeface="Arial"/>
              <a:sym typeface="Arial"/>
            </a:endParaRPr>
          </a:p>
          <a:p>
            <a:pPr marL="0" lvl="0" indent="0" algn="l" rtl="0">
              <a:lnSpc>
                <a:spcPct val="115000"/>
              </a:lnSpc>
              <a:spcBef>
                <a:spcPts val="1200"/>
              </a:spcBef>
              <a:spcAft>
                <a:spcPts val="0"/>
              </a:spcAft>
              <a:buNone/>
            </a:pPr>
            <a:endParaRPr sz="1100" dirty="0">
              <a:latin typeface="Arial"/>
              <a:ea typeface="Arial"/>
              <a:cs typeface="Arial"/>
              <a:sym typeface="Arial"/>
            </a:endParaRPr>
          </a:p>
          <a:p>
            <a:pPr marL="0" lvl="0" indent="0" algn="l" rtl="0">
              <a:lnSpc>
                <a:spcPct val="90000"/>
              </a:lnSpc>
              <a:spcBef>
                <a:spcPts val="1200"/>
              </a:spcBef>
              <a:spcAft>
                <a:spcPts val="0"/>
              </a:spcAft>
              <a:buClr>
                <a:schemeClr val="lt1"/>
              </a:buClr>
              <a:buSzPts val="1980"/>
              <a:buNone/>
            </a:pPr>
            <a:endParaRPr b="1" dirty="0"/>
          </a:p>
        </p:txBody>
      </p:sp>
      <p:pic>
        <p:nvPicPr>
          <p:cNvPr id="916" name="Google Shape;916;p125"/>
          <p:cNvPicPr preferRelativeResize="0"/>
          <p:nvPr/>
        </p:nvPicPr>
        <p:blipFill rotWithShape="1">
          <a:blip r:embed="rId3">
            <a:alphaModFix/>
          </a:blip>
          <a:srcRect/>
          <a:stretch/>
        </p:blipFill>
        <p:spPr>
          <a:xfrm>
            <a:off x="6307494" y="1092108"/>
            <a:ext cx="5360250" cy="4655549"/>
          </a:xfrm>
          <a:prstGeom prst="rect">
            <a:avLst/>
          </a:prstGeom>
          <a:noFill/>
          <a:ln>
            <a:noFill/>
          </a:ln>
        </p:spPr>
      </p:pic>
    </p:spTree>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24"/>
        <p:cNvGrpSpPr/>
        <p:nvPr/>
      </p:nvGrpSpPr>
      <p:grpSpPr>
        <a:xfrm>
          <a:off x="0" y="0"/>
          <a:ext cx="0" cy="0"/>
          <a:chOff x="0" y="0"/>
          <a:chExt cx="0" cy="0"/>
        </a:xfrm>
      </p:grpSpPr>
      <p:sp>
        <p:nvSpPr>
          <p:cNvPr id="925" name="Google Shape;925;p126"/>
          <p:cNvSpPr/>
          <p:nvPr/>
        </p:nvSpPr>
        <p:spPr>
          <a:xfrm>
            <a:off x="588263" y="457200"/>
            <a:ext cx="11018520" cy="553998"/>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chemeClr val="accent3"/>
              </a:buClr>
              <a:buSzPts val="3600"/>
              <a:buFont typeface="Arial"/>
              <a:buNone/>
            </a:pPr>
            <a:r>
              <a:rPr lang="en-US" sz="3600">
                <a:solidFill>
                  <a:schemeClr val="accent3"/>
                </a:solidFill>
                <a:latin typeface="Quattrocento Sans"/>
                <a:ea typeface="Quattrocento Sans"/>
                <a:cs typeface="Quattrocento Sans"/>
                <a:sym typeface="Quattrocento Sans"/>
              </a:rPr>
              <a:t>The Opportunity </a:t>
            </a:r>
            <a:endParaRPr sz="3600" b="0" cap="none">
              <a:solidFill>
                <a:schemeClr val="accent3"/>
              </a:solidFill>
              <a:latin typeface="Quattrocento Sans"/>
              <a:ea typeface="Quattrocento Sans"/>
              <a:cs typeface="Quattrocento Sans"/>
              <a:sym typeface="Quattrocento Sans"/>
            </a:endParaRPr>
          </a:p>
        </p:txBody>
      </p:sp>
      <p:sp>
        <p:nvSpPr>
          <p:cNvPr id="926" name="Google Shape;926;p126"/>
          <p:cNvSpPr/>
          <p:nvPr/>
        </p:nvSpPr>
        <p:spPr>
          <a:xfrm>
            <a:off x="4480655" y="1780229"/>
            <a:ext cx="3511200" cy="2249400"/>
          </a:xfrm>
          <a:prstGeom prst="roundRect">
            <a:avLst>
              <a:gd name="adj" fmla="val 16667"/>
            </a:avLst>
          </a:prstGeom>
          <a:solidFill>
            <a:schemeClr val="accent3"/>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Quattrocento Sans"/>
              <a:ea typeface="Quattrocento Sans"/>
              <a:cs typeface="Quattrocento Sans"/>
              <a:sym typeface="Quattrocento Sans"/>
            </a:endParaRPr>
          </a:p>
        </p:txBody>
      </p:sp>
      <p:sp>
        <p:nvSpPr>
          <p:cNvPr id="927" name="Google Shape;927;p126"/>
          <p:cNvSpPr txBox="1"/>
          <p:nvPr/>
        </p:nvSpPr>
        <p:spPr>
          <a:xfrm>
            <a:off x="4508365" y="1830092"/>
            <a:ext cx="3000000" cy="3849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400"/>
              </a:spcBef>
              <a:spcAft>
                <a:spcPts val="400"/>
              </a:spcAft>
              <a:buNone/>
            </a:pPr>
            <a:r>
              <a:rPr lang="en-US" sz="1300" b="1">
                <a:solidFill>
                  <a:schemeClr val="dk1"/>
                </a:solidFill>
              </a:rPr>
              <a:t>2. Why big companies should care</a:t>
            </a:r>
            <a:endParaRPr sz="1300" b="1">
              <a:solidFill>
                <a:schemeClr val="dk1"/>
              </a:solidFill>
            </a:endParaRPr>
          </a:p>
        </p:txBody>
      </p:sp>
      <p:sp>
        <p:nvSpPr>
          <p:cNvPr id="928" name="Google Shape;928;p126"/>
          <p:cNvSpPr txBox="1"/>
          <p:nvPr/>
        </p:nvSpPr>
        <p:spPr>
          <a:xfrm>
            <a:off x="4627238" y="2271267"/>
            <a:ext cx="3336900" cy="1708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900" b="1">
                <a:solidFill>
                  <a:schemeClr val="dk1"/>
                </a:solidFill>
              </a:rPr>
              <a:t>Missed opportunity:</a:t>
            </a:r>
            <a:r>
              <a:rPr lang="en-US" sz="900">
                <a:solidFill>
                  <a:schemeClr val="dk1"/>
                </a:solidFill>
              </a:rPr>
              <a:t> Global EdTech giants are focused on mass distribution but not personalization.</a:t>
            </a:r>
            <a:br>
              <a:rPr lang="en-US" sz="900">
                <a:solidFill>
                  <a:schemeClr val="dk1"/>
                </a:solidFill>
              </a:rPr>
            </a:br>
            <a:endParaRPr sz="900">
              <a:solidFill>
                <a:schemeClr val="dk1"/>
              </a:solidFill>
            </a:endParaRPr>
          </a:p>
          <a:p>
            <a:pPr marL="0" lvl="0" indent="0" algn="l" rtl="0">
              <a:spcBef>
                <a:spcPts val="0"/>
              </a:spcBef>
              <a:spcAft>
                <a:spcPts val="0"/>
              </a:spcAft>
              <a:buNone/>
            </a:pPr>
            <a:r>
              <a:rPr lang="en-US" sz="900" b="1">
                <a:solidFill>
                  <a:schemeClr val="dk1"/>
                </a:solidFill>
              </a:rPr>
              <a:t>Our edge as a startup:</a:t>
            </a:r>
            <a:r>
              <a:rPr lang="en-US" sz="900">
                <a:solidFill>
                  <a:schemeClr val="dk1"/>
                </a:solidFill>
              </a:rPr>
              <a:t> We are lean, innovative, and closer to the ground reality. We can rapidly build and test disruptive AI-first tools that address </a:t>
            </a:r>
            <a:r>
              <a:rPr lang="en-US" sz="900" b="1">
                <a:solidFill>
                  <a:schemeClr val="dk1"/>
                </a:solidFill>
              </a:rPr>
              <a:t>real user struggles</a:t>
            </a:r>
            <a:r>
              <a:rPr lang="en-US" sz="900">
                <a:solidFill>
                  <a:schemeClr val="dk1"/>
                </a:solidFill>
              </a:rPr>
              <a:t> that big firms may overlook.</a:t>
            </a:r>
            <a:br>
              <a:rPr lang="en-US" sz="900">
                <a:solidFill>
                  <a:schemeClr val="dk1"/>
                </a:solidFill>
              </a:rPr>
            </a:br>
            <a:endParaRPr sz="900">
              <a:solidFill>
                <a:schemeClr val="dk1"/>
              </a:solidFill>
            </a:endParaRPr>
          </a:p>
          <a:p>
            <a:pPr marL="0" lvl="0" indent="0" algn="l" rtl="0">
              <a:spcBef>
                <a:spcPts val="0"/>
              </a:spcBef>
              <a:spcAft>
                <a:spcPts val="0"/>
              </a:spcAft>
              <a:buNone/>
            </a:pPr>
            <a:r>
              <a:rPr lang="en-US" sz="900" b="1">
                <a:solidFill>
                  <a:schemeClr val="dk1"/>
                </a:solidFill>
              </a:rPr>
              <a:t>Value to them:</a:t>
            </a:r>
            <a:r>
              <a:rPr lang="en-US" sz="900">
                <a:solidFill>
                  <a:schemeClr val="dk1"/>
                </a:solidFill>
              </a:rPr>
              <a:t> Partnering with us gives them an </a:t>
            </a:r>
            <a:r>
              <a:rPr lang="en-US" sz="900" b="1">
                <a:solidFill>
                  <a:schemeClr val="dk1"/>
                </a:solidFill>
              </a:rPr>
              <a:t>innovation pipeline</a:t>
            </a:r>
            <a:r>
              <a:rPr lang="en-US" sz="900">
                <a:solidFill>
                  <a:schemeClr val="dk1"/>
                </a:solidFill>
              </a:rPr>
              <a:t>—they can integrate our AI-driven insights into their ecosystem, improving retention and satisfaction.</a:t>
            </a:r>
            <a:endParaRPr sz="900">
              <a:solidFill>
                <a:schemeClr val="dk1"/>
              </a:solidFill>
            </a:endParaRPr>
          </a:p>
        </p:txBody>
      </p:sp>
      <p:sp>
        <p:nvSpPr>
          <p:cNvPr id="929" name="Google Shape;929;p126"/>
          <p:cNvSpPr/>
          <p:nvPr/>
        </p:nvSpPr>
        <p:spPr>
          <a:xfrm>
            <a:off x="8423986" y="1771085"/>
            <a:ext cx="3511200" cy="2249400"/>
          </a:xfrm>
          <a:prstGeom prst="roundRect">
            <a:avLst>
              <a:gd name="adj" fmla="val 16667"/>
            </a:avLst>
          </a:prstGeom>
          <a:solidFill>
            <a:schemeClr val="accent3"/>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Quattrocento Sans"/>
              <a:ea typeface="Quattrocento Sans"/>
              <a:cs typeface="Quattrocento Sans"/>
              <a:sym typeface="Quattrocento Sans"/>
            </a:endParaRPr>
          </a:p>
        </p:txBody>
      </p:sp>
      <p:sp>
        <p:nvSpPr>
          <p:cNvPr id="930" name="Google Shape;930;p126"/>
          <p:cNvSpPr txBox="1"/>
          <p:nvPr/>
        </p:nvSpPr>
        <p:spPr>
          <a:xfrm>
            <a:off x="8595037" y="1820960"/>
            <a:ext cx="2959500" cy="3849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400"/>
              </a:spcBef>
              <a:spcAft>
                <a:spcPts val="400"/>
              </a:spcAft>
              <a:buNone/>
            </a:pPr>
            <a:r>
              <a:rPr lang="en-US" sz="1300" b="1">
                <a:solidFill>
                  <a:schemeClr val="dk1"/>
                </a:solidFill>
              </a:rPr>
              <a:t>3. How we disrupt &amp; inspire</a:t>
            </a:r>
            <a:endParaRPr sz="1300" b="1">
              <a:solidFill>
                <a:schemeClr val="dk1"/>
              </a:solidFill>
            </a:endParaRPr>
          </a:p>
        </p:txBody>
      </p:sp>
      <p:sp>
        <p:nvSpPr>
          <p:cNvPr id="931" name="Google Shape;931;p126"/>
          <p:cNvSpPr txBox="1"/>
          <p:nvPr/>
        </p:nvSpPr>
        <p:spPr>
          <a:xfrm>
            <a:off x="8716899" y="2262123"/>
            <a:ext cx="2835000" cy="1708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900" b="1">
                <a:solidFill>
                  <a:schemeClr val="dk1"/>
                </a:solidFill>
              </a:rPr>
              <a:t>Empathy:</a:t>
            </a:r>
            <a:r>
              <a:rPr lang="en-US" sz="900">
                <a:solidFill>
                  <a:schemeClr val="dk1"/>
                </a:solidFill>
              </a:rPr>
              <a:t> We put ourselves in the learner’s shoes—nervous before the exam, unsure where to improve, frustrated by vague “band 6.5” results.</a:t>
            </a:r>
            <a:br>
              <a:rPr lang="en-US" sz="900">
                <a:solidFill>
                  <a:schemeClr val="dk1"/>
                </a:solidFill>
              </a:rPr>
            </a:br>
            <a:endParaRPr sz="900">
              <a:solidFill>
                <a:schemeClr val="dk1"/>
              </a:solidFill>
            </a:endParaRPr>
          </a:p>
          <a:p>
            <a:pPr marL="0" lvl="0" indent="0" algn="l" rtl="0">
              <a:spcBef>
                <a:spcPts val="0"/>
              </a:spcBef>
              <a:spcAft>
                <a:spcPts val="0"/>
              </a:spcAft>
              <a:buNone/>
            </a:pPr>
            <a:r>
              <a:rPr lang="en-US" sz="900" b="1">
                <a:solidFill>
                  <a:schemeClr val="dk1"/>
                </a:solidFill>
              </a:rPr>
              <a:t>Education:</a:t>
            </a:r>
            <a:r>
              <a:rPr lang="en-US" sz="900">
                <a:solidFill>
                  <a:schemeClr val="dk1"/>
                </a:solidFill>
              </a:rPr>
              <a:t> Instead of generic scores, our platform explains </a:t>
            </a:r>
            <a:r>
              <a:rPr lang="en-US" sz="900" i="1">
                <a:solidFill>
                  <a:schemeClr val="dk1"/>
                </a:solidFill>
              </a:rPr>
              <a:t>why</a:t>
            </a:r>
            <a:r>
              <a:rPr lang="en-US" sz="900">
                <a:solidFill>
                  <a:schemeClr val="dk1"/>
                </a:solidFill>
              </a:rPr>
              <a:t> a student lost points, and how to fix it—like a personal AI coach available 24/7.</a:t>
            </a:r>
            <a:br>
              <a:rPr lang="en-US" sz="900">
                <a:solidFill>
                  <a:schemeClr val="dk1"/>
                </a:solidFill>
              </a:rPr>
            </a:br>
            <a:endParaRPr sz="900">
              <a:solidFill>
                <a:schemeClr val="dk1"/>
              </a:solidFill>
            </a:endParaRPr>
          </a:p>
          <a:p>
            <a:pPr marL="0" lvl="0" indent="0" algn="l" rtl="0">
              <a:spcBef>
                <a:spcPts val="0"/>
              </a:spcBef>
              <a:spcAft>
                <a:spcPts val="0"/>
              </a:spcAft>
              <a:buNone/>
            </a:pPr>
            <a:r>
              <a:rPr lang="en-US" sz="900" b="1">
                <a:solidFill>
                  <a:schemeClr val="dk1"/>
                </a:solidFill>
              </a:rPr>
              <a:t>Inspiration:</a:t>
            </a:r>
            <a:r>
              <a:rPr lang="en-US" sz="900">
                <a:solidFill>
                  <a:schemeClr val="dk1"/>
                </a:solidFill>
              </a:rPr>
              <a:t> Students don’t just practice—they </a:t>
            </a:r>
            <a:r>
              <a:rPr lang="en-US" sz="900" b="1">
                <a:solidFill>
                  <a:schemeClr val="dk1"/>
                </a:solidFill>
              </a:rPr>
              <a:t>see their growth</a:t>
            </a:r>
            <a:r>
              <a:rPr lang="en-US" sz="900">
                <a:solidFill>
                  <a:schemeClr val="dk1"/>
                </a:solidFill>
              </a:rPr>
              <a:t> on dashboards, track trends, and feel motivated to push further.</a:t>
            </a:r>
            <a:endParaRPr sz="900">
              <a:solidFill>
                <a:schemeClr val="dk1"/>
              </a:solidFill>
            </a:endParaRPr>
          </a:p>
        </p:txBody>
      </p:sp>
      <p:sp>
        <p:nvSpPr>
          <p:cNvPr id="932" name="Google Shape;932;p126"/>
          <p:cNvSpPr/>
          <p:nvPr/>
        </p:nvSpPr>
        <p:spPr>
          <a:xfrm>
            <a:off x="6518975" y="4461275"/>
            <a:ext cx="3511200" cy="2249400"/>
          </a:xfrm>
          <a:prstGeom prst="roundRect">
            <a:avLst>
              <a:gd name="adj" fmla="val 16667"/>
            </a:avLst>
          </a:prstGeom>
          <a:solidFill>
            <a:schemeClr val="accent3"/>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Quattrocento Sans"/>
              <a:ea typeface="Quattrocento Sans"/>
              <a:cs typeface="Quattrocento Sans"/>
              <a:sym typeface="Quattrocento Sans"/>
            </a:endParaRPr>
          </a:p>
        </p:txBody>
      </p:sp>
      <p:sp>
        <p:nvSpPr>
          <p:cNvPr id="933" name="Google Shape;933;p126"/>
          <p:cNvSpPr txBox="1"/>
          <p:nvPr/>
        </p:nvSpPr>
        <p:spPr>
          <a:xfrm>
            <a:off x="7020880" y="4645150"/>
            <a:ext cx="2423100" cy="3849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400"/>
              </a:spcBef>
              <a:spcAft>
                <a:spcPts val="400"/>
              </a:spcAft>
              <a:buNone/>
            </a:pPr>
            <a:r>
              <a:rPr lang="en-US" sz="1300" b="1">
                <a:solidFill>
                  <a:schemeClr val="dk1"/>
                </a:solidFill>
              </a:rPr>
              <a:t>5. Key Message for Slide</a:t>
            </a:r>
            <a:endParaRPr sz="1300" b="1">
              <a:solidFill>
                <a:schemeClr val="dk1"/>
              </a:solidFill>
            </a:endParaRPr>
          </a:p>
        </p:txBody>
      </p:sp>
      <p:sp>
        <p:nvSpPr>
          <p:cNvPr id="934" name="Google Shape;934;p126"/>
          <p:cNvSpPr txBox="1"/>
          <p:nvPr/>
        </p:nvSpPr>
        <p:spPr>
          <a:xfrm>
            <a:off x="6684700" y="5077900"/>
            <a:ext cx="3108900" cy="1477500"/>
          </a:xfrm>
          <a:prstGeom prst="rect">
            <a:avLst/>
          </a:prstGeom>
          <a:noFill/>
          <a:ln>
            <a:noFill/>
          </a:ln>
        </p:spPr>
        <p:txBody>
          <a:bodyPr spcFirstLastPara="1" wrap="square" lIns="91425" tIns="91425" rIns="91425" bIns="91425" anchor="t" anchorCtr="0">
            <a:spAutoFit/>
          </a:bodyPr>
          <a:lstStyle/>
          <a:p>
            <a:pPr marL="457200" lvl="0" indent="-304800" algn="l" rtl="0">
              <a:spcBef>
                <a:spcPts val="0"/>
              </a:spcBef>
              <a:spcAft>
                <a:spcPts val="0"/>
              </a:spcAft>
              <a:buSzPts val="1200"/>
              <a:buChar char="●"/>
            </a:pPr>
            <a:r>
              <a:rPr lang="en-US" sz="1200"/>
              <a:t>IELTS prep = broken &amp; static.</a:t>
            </a:r>
            <a:endParaRPr sz="1200"/>
          </a:p>
          <a:p>
            <a:pPr marL="457200" lvl="0" indent="-304800" algn="l" rtl="0">
              <a:spcBef>
                <a:spcPts val="0"/>
              </a:spcBef>
              <a:spcAft>
                <a:spcPts val="0"/>
              </a:spcAft>
              <a:buSzPts val="1200"/>
              <a:buChar char="●"/>
            </a:pPr>
            <a:r>
              <a:rPr lang="en-US" sz="1200"/>
              <a:t>Learners lack real-time, adaptive feedback.</a:t>
            </a:r>
            <a:endParaRPr sz="1200"/>
          </a:p>
          <a:p>
            <a:pPr marL="457200" lvl="0" indent="-304800" algn="l" rtl="0">
              <a:spcBef>
                <a:spcPts val="0"/>
              </a:spcBef>
              <a:spcAft>
                <a:spcPts val="0"/>
              </a:spcAft>
              <a:buSzPts val="1200"/>
              <a:buChar char="●"/>
            </a:pPr>
            <a:r>
              <a:rPr lang="en-US" sz="1200"/>
              <a:t>Our AI-first platform personalizes the journey.</a:t>
            </a:r>
            <a:endParaRPr sz="1200"/>
          </a:p>
          <a:p>
            <a:pPr marL="457200" lvl="0" indent="-304800" algn="l" rtl="0">
              <a:spcBef>
                <a:spcPts val="0"/>
              </a:spcBef>
              <a:spcAft>
                <a:spcPts val="0"/>
              </a:spcAft>
              <a:buSzPts val="1200"/>
              <a:buChar char="●"/>
            </a:pPr>
            <a:r>
              <a:rPr lang="en-US" sz="1200"/>
              <a:t>Huge opportunity to democratize global education.</a:t>
            </a:r>
            <a:endParaRPr sz="1200"/>
          </a:p>
        </p:txBody>
      </p:sp>
      <p:sp>
        <p:nvSpPr>
          <p:cNvPr id="935" name="Google Shape;935;p126"/>
          <p:cNvSpPr/>
          <p:nvPr/>
        </p:nvSpPr>
        <p:spPr>
          <a:xfrm>
            <a:off x="2074054" y="4461275"/>
            <a:ext cx="3814800" cy="2175600"/>
          </a:xfrm>
          <a:prstGeom prst="roundRect">
            <a:avLst>
              <a:gd name="adj" fmla="val 16667"/>
            </a:avLst>
          </a:prstGeom>
          <a:solidFill>
            <a:schemeClr val="accent3"/>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Quattrocento Sans"/>
              <a:ea typeface="Quattrocento Sans"/>
              <a:cs typeface="Quattrocento Sans"/>
              <a:sym typeface="Quattrocento Sans"/>
            </a:endParaRPr>
          </a:p>
        </p:txBody>
      </p:sp>
      <p:sp>
        <p:nvSpPr>
          <p:cNvPr id="936" name="Google Shape;936;p126"/>
          <p:cNvSpPr txBox="1"/>
          <p:nvPr/>
        </p:nvSpPr>
        <p:spPr>
          <a:xfrm>
            <a:off x="2074054" y="4461275"/>
            <a:ext cx="4224600" cy="3849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400"/>
              </a:spcBef>
              <a:spcAft>
                <a:spcPts val="400"/>
              </a:spcAft>
              <a:buNone/>
            </a:pPr>
            <a:r>
              <a:rPr lang="en-US" sz="1300" b="1">
                <a:solidFill>
                  <a:schemeClr val="dk1"/>
                </a:solidFill>
              </a:rPr>
              <a:t>4. Opportunity Story (Paint the picture)</a:t>
            </a:r>
            <a:endParaRPr sz="1300" b="1">
              <a:solidFill>
                <a:schemeClr val="dk1"/>
              </a:solidFill>
            </a:endParaRPr>
          </a:p>
        </p:txBody>
      </p:sp>
      <p:sp>
        <p:nvSpPr>
          <p:cNvPr id="937" name="Google Shape;937;p126"/>
          <p:cNvSpPr txBox="1"/>
          <p:nvPr/>
        </p:nvSpPr>
        <p:spPr>
          <a:xfrm>
            <a:off x="2194579" y="4717075"/>
            <a:ext cx="3694200" cy="19110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0"/>
              </a:spcAft>
              <a:buNone/>
            </a:pPr>
            <a:r>
              <a:rPr lang="en-US" sz="900">
                <a:solidFill>
                  <a:schemeClr val="dk1"/>
                </a:solidFill>
              </a:rPr>
              <a:t>Imagine a student in a Tier-2 Indian city. She can’t afford expensive tutors but dreams of studying abroad.</a:t>
            </a:r>
            <a:endParaRPr sz="900">
              <a:solidFill>
                <a:schemeClr val="dk1"/>
              </a:solidFill>
            </a:endParaRPr>
          </a:p>
          <a:p>
            <a:pPr marL="457200" lvl="0" indent="-285750" algn="l" rtl="0">
              <a:lnSpc>
                <a:spcPct val="115000"/>
              </a:lnSpc>
              <a:spcBef>
                <a:spcPts val="1200"/>
              </a:spcBef>
              <a:spcAft>
                <a:spcPts val="0"/>
              </a:spcAft>
              <a:buClr>
                <a:schemeClr val="dk1"/>
              </a:buClr>
              <a:buSzPts val="900"/>
              <a:buChar char="●"/>
            </a:pPr>
            <a:r>
              <a:rPr lang="en-US" sz="900">
                <a:solidFill>
                  <a:schemeClr val="dk1"/>
                </a:solidFill>
              </a:rPr>
              <a:t>Today: She buys test books, watches random YouTube videos, and still feels lost.</a:t>
            </a:r>
            <a:endParaRPr sz="900">
              <a:solidFill>
                <a:schemeClr val="dk1"/>
              </a:solidFill>
            </a:endParaRPr>
          </a:p>
          <a:p>
            <a:pPr marL="457200" lvl="0" indent="-285750" algn="l" rtl="0">
              <a:lnSpc>
                <a:spcPct val="115000"/>
              </a:lnSpc>
              <a:spcBef>
                <a:spcPts val="0"/>
              </a:spcBef>
              <a:spcAft>
                <a:spcPts val="0"/>
              </a:spcAft>
              <a:buClr>
                <a:schemeClr val="dk1"/>
              </a:buClr>
              <a:buSzPts val="900"/>
              <a:buChar char="●"/>
            </a:pPr>
            <a:r>
              <a:rPr lang="en-US" sz="900">
                <a:solidFill>
                  <a:schemeClr val="dk1"/>
                </a:solidFill>
              </a:rPr>
              <a:t>With us: She logs in, practices speaking → AI transcribes, scores, and explains. She writes an essay → AI pinpoints grammar issues. Her dashboard shows she’s moving from Band 6.0 to 7.5 over a month.</a:t>
            </a:r>
            <a:endParaRPr sz="900">
              <a:solidFill>
                <a:schemeClr val="dk1"/>
              </a:solidFill>
            </a:endParaRPr>
          </a:p>
          <a:p>
            <a:pPr marL="457200" lvl="0" indent="-285750" algn="l" rtl="0">
              <a:lnSpc>
                <a:spcPct val="115000"/>
              </a:lnSpc>
              <a:spcBef>
                <a:spcPts val="0"/>
              </a:spcBef>
              <a:spcAft>
                <a:spcPts val="0"/>
              </a:spcAft>
              <a:buClr>
                <a:schemeClr val="dk1"/>
              </a:buClr>
              <a:buSzPts val="900"/>
              <a:buChar char="●"/>
            </a:pPr>
            <a:r>
              <a:rPr lang="en-US" sz="900">
                <a:solidFill>
                  <a:schemeClr val="dk1"/>
                </a:solidFill>
              </a:rPr>
              <a:t>That journey—accessible, affordable, and guided—is the </a:t>
            </a:r>
            <a:r>
              <a:rPr lang="en-US" sz="900" b="1">
                <a:solidFill>
                  <a:schemeClr val="dk1"/>
                </a:solidFill>
              </a:rPr>
              <a:t>game-changing opportunity</a:t>
            </a:r>
            <a:r>
              <a:rPr lang="en-US" sz="900">
                <a:solidFill>
                  <a:schemeClr val="dk1"/>
                </a:solidFill>
              </a:rPr>
              <a:t>.</a:t>
            </a:r>
            <a:endParaRPr sz="900">
              <a:solidFill>
                <a:schemeClr val="dk1"/>
              </a:solidFill>
            </a:endParaRPr>
          </a:p>
        </p:txBody>
      </p:sp>
      <p:sp>
        <p:nvSpPr>
          <p:cNvPr id="938" name="Google Shape;938;p126"/>
          <p:cNvSpPr/>
          <p:nvPr/>
        </p:nvSpPr>
        <p:spPr>
          <a:xfrm>
            <a:off x="164100" y="1583825"/>
            <a:ext cx="3895800" cy="2806800"/>
          </a:xfrm>
          <a:prstGeom prst="roundRect">
            <a:avLst>
              <a:gd name="adj" fmla="val 16667"/>
            </a:avLst>
          </a:prstGeom>
          <a:solidFill>
            <a:schemeClr val="accent3"/>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Quattrocento Sans"/>
              <a:ea typeface="Quattrocento Sans"/>
              <a:cs typeface="Quattrocento Sans"/>
              <a:sym typeface="Quattrocento Sans"/>
            </a:endParaRPr>
          </a:p>
        </p:txBody>
      </p:sp>
      <p:sp>
        <p:nvSpPr>
          <p:cNvPr id="939" name="Google Shape;939;p126"/>
          <p:cNvSpPr txBox="1"/>
          <p:nvPr/>
        </p:nvSpPr>
        <p:spPr>
          <a:xfrm>
            <a:off x="338325" y="1646275"/>
            <a:ext cx="3108900" cy="362700"/>
          </a:xfrm>
          <a:prstGeom prst="rect">
            <a:avLst/>
          </a:prstGeom>
          <a:noFill/>
          <a:ln>
            <a:noFill/>
          </a:ln>
        </p:spPr>
        <p:txBody>
          <a:bodyPr spcFirstLastPara="1" wrap="square" lIns="78850" tIns="78850" rIns="78850" bIns="78850" anchor="t" anchorCtr="0">
            <a:spAutoFit/>
          </a:bodyPr>
          <a:lstStyle/>
          <a:p>
            <a:pPr marL="0" lvl="0" indent="0" algn="l" rtl="0">
              <a:lnSpc>
                <a:spcPct val="115000"/>
              </a:lnSpc>
              <a:spcBef>
                <a:spcPts val="1208"/>
              </a:spcBef>
              <a:spcAft>
                <a:spcPts val="345"/>
              </a:spcAft>
              <a:buNone/>
            </a:pPr>
            <a:r>
              <a:rPr lang="en-US" sz="1321" b="1">
                <a:solidFill>
                  <a:schemeClr val="dk1"/>
                </a:solidFill>
              </a:rPr>
              <a:t>1. Industry Trends &amp; Pain Points</a:t>
            </a:r>
            <a:endParaRPr sz="1321" b="1">
              <a:solidFill>
                <a:schemeClr val="dk1"/>
              </a:solidFill>
            </a:endParaRPr>
          </a:p>
        </p:txBody>
      </p:sp>
      <p:sp>
        <p:nvSpPr>
          <p:cNvPr id="940" name="Google Shape;940;p126"/>
          <p:cNvSpPr txBox="1"/>
          <p:nvPr/>
        </p:nvSpPr>
        <p:spPr>
          <a:xfrm>
            <a:off x="338325" y="1978270"/>
            <a:ext cx="3667500" cy="2349900"/>
          </a:xfrm>
          <a:prstGeom prst="rect">
            <a:avLst/>
          </a:prstGeom>
          <a:noFill/>
          <a:ln>
            <a:noFill/>
          </a:ln>
        </p:spPr>
        <p:txBody>
          <a:bodyPr spcFirstLastPara="1" wrap="square" lIns="78850" tIns="78850" rIns="78850" bIns="78850" anchor="t" anchorCtr="0">
            <a:spAutoFit/>
          </a:bodyPr>
          <a:lstStyle/>
          <a:p>
            <a:pPr marL="0" lvl="0" indent="0" algn="l" rtl="0">
              <a:spcBef>
                <a:spcPts val="0"/>
              </a:spcBef>
              <a:spcAft>
                <a:spcPts val="0"/>
              </a:spcAft>
              <a:buNone/>
            </a:pPr>
            <a:r>
              <a:rPr lang="en-US" sz="948" b="1">
                <a:solidFill>
                  <a:schemeClr val="dk1"/>
                </a:solidFill>
              </a:rPr>
              <a:t>Explosion of IELTS demand:</a:t>
            </a:r>
            <a:r>
              <a:rPr lang="en-US" sz="948">
                <a:solidFill>
                  <a:schemeClr val="dk1"/>
                </a:solidFill>
              </a:rPr>
              <a:t> Millions of students across Asia, Africa, and beyond attempt IELTS every year to pursue higher studies or immigration.</a:t>
            </a:r>
            <a:br>
              <a:rPr lang="en-US" sz="948">
                <a:solidFill>
                  <a:schemeClr val="dk1"/>
                </a:solidFill>
              </a:rPr>
            </a:br>
            <a:endParaRPr sz="948">
              <a:solidFill>
                <a:schemeClr val="dk1"/>
              </a:solidFill>
            </a:endParaRPr>
          </a:p>
          <a:p>
            <a:pPr marL="0" lvl="0" indent="0" algn="l" rtl="0">
              <a:spcBef>
                <a:spcPts val="0"/>
              </a:spcBef>
              <a:spcAft>
                <a:spcPts val="0"/>
              </a:spcAft>
              <a:buNone/>
            </a:pPr>
            <a:r>
              <a:rPr lang="en-US" sz="948" b="1">
                <a:solidFill>
                  <a:schemeClr val="dk1"/>
                </a:solidFill>
              </a:rPr>
              <a:t>Status quo problem:</a:t>
            </a:r>
            <a:r>
              <a:rPr lang="en-US" sz="948">
                <a:solidFill>
                  <a:schemeClr val="dk1"/>
                </a:solidFill>
              </a:rPr>
              <a:t> Current prep solutions are static – mock books, PDFs, or rigid apps that give the same material to everyone.</a:t>
            </a:r>
            <a:br>
              <a:rPr lang="en-US" sz="948">
                <a:solidFill>
                  <a:schemeClr val="dk1"/>
                </a:solidFill>
              </a:rPr>
            </a:br>
            <a:endParaRPr sz="948">
              <a:solidFill>
                <a:schemeClr val="dk1"/>
              </a:solidFill>
            </a:endParaRPr>
          </a:p>
          <a:p>
            <a:pPr marL="0" lvl="0" indent="0" algn="l" rtl="0">
              <a:spcBef>
                <a:spcPts val="0"/>
              </a:spcBef>
              <a:spcAft>
                <a:spcPts val="0"/>
              </a:spcAft>
              <a:buNone/>
            </a:pPr>
            <a:r>
              <a:rPr lang="en-US" sz="948" b="1">
                <a:solidFill>
                  <a:schemeClr val="dk1"/>
                </a:solidFill>
              </a:rPr>
              <a:t>Pain point:</a:t>
            </a:r>
            <a:r>
              <a:rPr lang="en-US" sz="948">
                <a:solidFill>
                  <a:schemeClr val="dk1"/>
                </a:solidFill>
              </a:rPr>
              <a:t> Students waste time and money preparing without truly knowing their weaknesses. Traditional coaching centers offer generic feedback, not personalized guidance.</a:t>
            </a:r>
            <a:br>
              <a:rPr lang="en-US" sz="948">
                <a:solidFill>
                  <a:schemeClr val="dk1"/>
                </a:solidFill>
              </a:rPr>
            </a:br>
            <a:endParaRPr sz="948">
              <a:solidFill>
                <a:schemeClr val="dk1"/>
              </a:solidFill>
            </a:endParaRPr>
          </a:p>
          <a:p>
            <a:pPr marL="0" lvl="0" indent="0" algn="l" rtl="0">
              <a:spcBef>
                <a:spcPts val="0"/>
              </a:spcBef>
              <a:spcAft>
                <a:spcPts val="0"/>
              </a:spcAft>
              <a:buNone/>
            </a:pPr>
            <a:r>
              <a:rPr lang="en-US" sz="948" b="1">
                <a:solidFill>
                  <a:schemeClr val="dk1"/>
                </a:solidFill>
              </a:rPr>
              <a:t>Hidden issue:</a:t>
            </a:r>
            <a:r>
              <a:rPr lang="en-US" sz="948">
                <a:solidFill>
                  <a:schemeClr val="dk1"/>
                </a:solidFill>
              </a:rPr>
              <a:t> Many learners don’t realize that not tracking progress systematically leads to repeated mistakes, plateaued improvement, and ultimately, lower band scores.</a:t>
            </a:r>
            <a:endParaRPr sz="948">
              <a:solidFill>
                <a:schemeClr val="dk1"/>
              </a:solidFil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948"/>
        <p:cNvGrpSpPr/>
        <p:nvPr/>
      </p:nvGrpSpPr>
      <p:grpSpPr>
        <a:xfrm>
          <a:off x="0" y="0"/>
          <a:ext cx="0" cy="0"/>
          <a:chOff x="0" y="0"/>
          <a:chExt cx="0" cy="0"/>
        </a:xfrm>
      </p:grpSpPr>
      <p:sp>
        <p:nvSpPr>
          <p:cNvPr id="949" name="Google Shape;949;p127"/>
          <p:cNvSpPr/>
          <p:nvPr/>
        </p:nvSpPr>
        <p:spPr>
          <a:xfrm>
            <a:off x="588263" y="457200"/>
            <a:ext cx="11018520" cy="553998"/>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chemeClr val="accent3"/>
              </a:buClr>
              <a:buSzPts val="3600"/>
              <a:buFont typeface="Arial"/>
              <a:buNone/>
            </a:pPr>
            <a:r>
              <a:rPr lang="en-US" sz="3600">
                <a:solidFill>
                  <a:schemeClr val="accent3"/>
                </a:solidFill>
                <a:latin typeface="Quattrocento Sans"/>
                <a:ea typeface="Quattrocento Sans"/>
                <a:cs typeface="Quattrocento Sans"/>
                <a:sym typeface="Quattrocento Sans"/>
              </a:rPr>
              <a:t>Solution </a:t>
            </a:r>
            <a:endParaRPr sz="3600" b="0" cap="none">
              <a:solidFill>
                <a:schemeClr val="accent3"/>
              </a:solidFill>
              <a:latin typeface="Quattrocento Sans"/>
              <a:ea typeface="Quattrocento Sans"/>
              <a:cs typeface="Quattrocento Sans"/>
              <a:sym typeface="Quattrocento Sans"/>
            </a:endParaRPr>
          </a:p>
        </p:txBody>
      </p:sp>
      <p:graphicFrame>
        <p:nvGraphicFramePr>
          <p:cNvPr id="950" name="Google Shape;950;p127"/>
          <p:cNvGraphicFramePr/>
          <p:nvPr/>
        </p:nvGraphicFramePr>
        <p:xfrm>
          <a:off x="411455" y="1822705"/>
          <a:ext cx="11420925" cy="3898400"/>
        </p:xfrm>
        <a:graphic>
          <a:graphicData uri="http://schemas.openxmlformats.org/drawingml/2006/table">
            <a:tbl>
              <a:tblPr>
                <a:noFill/>
                <a:tableStyleId>{D19F2665-FE6F-4639-B8A8-46A7F5268E09}</a:tableStyleId>
              </a:tblPr>
              <a:tblGrid>
                <a:gridCol w="3806975">
                  <a:extLst>
                    <a:ext uri="{9D8B030D-6E8A-4147-A177-3AD203B41FA5}">
                      <a16:colId xmlns:a16="http://schemas.microsoft.com/office/drawing/2014/main" val="20000"/>
                    </a:ext>
                  </a:extLst>
                </a:gridCol>
                <a:gridCol w="3806975">
                  <a:extLst>
                    <a:ext uri="{9D8B030D-6E8A-4147-A177-3AD203B41FA5}">
                      <a16:colId xmlns:a16="http://schemas.microsoft.com/office/drawing/2014/main" val="20001"/>
                    </a:ext>
                  </a:extLst>
                </a:gridCol>
                <a:gridCol w="3806975">
                  <a:extLst>
                    <a:ext uri="{9D8B030D-6E8A-4147-A177-3AD203B41FA5}">
                      <a16:colId xmlns:a16="http://schemas.microsoft.com/office/drawing/2014/main" val="20002"/>
                    </a:ext>
                  </a:extLst>
                </a:gridCol>
              </a:tblGrid>
              <a:tr h="1949200">
                <a:tc>
                  <a:txBody>
                    <a:bodyPr/>
                    <a:lstStyle/>
                    <a:p>
                      <a:pPr marL="0" lvl="0" indent="0" algn="l" rtl="0">
                        <a:spcBef>
                          <a:spcPts val="0"/>
                        </a:spcBef>
                        <a:spcAft>
                          <a:spcPts val="0"/>
                        </a:spcAft>
                        <a:buNone/>
                      </a:pPr>
                      <a:endParaRPr/>
                    </a:p>
                  </a:txBody>
                  <a:tcPr marL="91425" marR="91425" marT="91425" marB="91425"/>
                </a:tc>
                <a:tc>
                  <a:txBody>
                    <a:bodyPr/>
                    <a:lstStyle/>
                    <a:p>
                      <a:pPr marL="0" lvl="0" indent="0" algn="l" rtl="0">
                        <a:spcBef>
                          <a:spcPts val="0"/>
                        </a:spcBef>
                        <a:spcAft>
                          <a:spcPts val="0"/>
                        </a:spcAft>
                        <a:buNone/>
                      </a:pPr>
                      <a:endParaRPr/>
                    </a:p>
                  </a:txBody>
                  <a:tcPr marL="91425" marR="91425" marT="91425" marB="91425"/>
                </a:tc>
                <a:tc>
                  <a:txBody>
                    <a:bodyPr/>
                    <a:lstStyle/>
                    <a:p>
                      <a:pPr marL="0" lvl="0" indent="0" algn="l" rtl="0">
                        <a:spcBef>
                          <a:spcPts val="0"/>
                        </a:spcBef>
                        <a:spcAft>
                          <a:spcPts val="0"/>
                        </a:spcAft>
                        <a:buNone/>
                      </a:pPr>
                      <a:endParaRPr/>
                    </a:p>
                  </a:txBody>
                  <a:tcPr marL="91425" marR="91425" marT="91425" marB="91425"/>
                </a:tc>
                <a:extLst>
                  <a:ext uri="{0D108BD9-81ED-4DB2-BD59-A6C34878D82A}">
                    <a16:rowId xmlns:a16="http://schemas.microsoft.com/office/drawing/2014/main" val="10000"/>
                  </a:ext>
                </a:extLst>
              </a:tr>
              <a:tr h="1949200">
                <a:tc>
                  <a:txBody>
                    <a:bodyPr/>
                    <a:lstStyle/>
                    <a:p>
                      <a:pPr marL="0" lvl="0" indent="0" algn="l" rtl="0">
                        <a:spcBef>
                          <a:spcPts val="0"/>
                        </a:spcBef>
                        <a:spcAft>
                          <a:spcPts val="0"/>
                        </a:spcAft>
                        <a:buNone/>
                      </a:pPr>
                      <a:endParaRPr/>
                    </a:p>
                  </a:txBody>
                  <a:tcPr marL="91425" marR="91425" marT="91425" marB="91425"/>
                </a:tc>
                <a:tc>
                  <a:txBody>
                    <a:bodyPr/>
                    <a:lstStyle/>
                    <a:p>
                      <a:pPr marL="0" lvl="0" indent="0" algn="l" rtl="0">
                        <a:spcBef>
                          <a:spcPts val="0"/>
                        </a:spcBef>
                        <a:spcAft>
                          <a:spcPts val="0"/>
                        </a:spcAft>
                        <a:buNone/>
                      </a:pPr>
                      <a:endParaRPr/>
                    </a:p>
                  </a:txBody>
                  <a:tcPr marL="91425" marR="91425" marT="91425" marB="91425"/>
                </a:tc>
                <a:tc>
                  <a:txBody>
                    <a:bodyPr/>
                    <a:lstStyle/>
                    <a:p>
                      <a:pPr marL="0" lvl="0" indent="0" algn="l" rtl="0">
                        <a:spcBef>
                          <a:spcPts val="0"/>
                        </a:spcBef>
                        <a:spcAft>
                          <a:spcPts val="0"/>
                        </a:spcAft>
                        <a:buNone/>
                      </a:pPr>
                      <a:endParaRPr/>
                    </a:p>
                  </a:txBody>
                  <a:tcPr marL="91425" marR="91425" marT="91425" marB="91425"/>
                </a:tc>
                <a:extLst>
                  <a:ext uri="{0D108BD9-81ED-4DB2-BD59-A6C34878D82A}">
                    <a16:rowId xmlns:a16="http://schemas.microsoft.com/office/drawing/2014/main" val="10001"/>
                  </a:ext>
                </a:extLst>
              </a:tr>
            </a:tbl>
          </a:graphicData>
        </a:graphic>
      </p:graphicFrame>
      <p:sp>
        <p:nvSpPr>
          <p:cNvPr id="951" name="Google Shape;951;p127"/>
          <p:cNvSpPr txBox="1"/>
          <p:nvPr/>
        </p:nvSpPr>
        <p:spPr>
          <a:xfrm>
            <a:off x="8025393" y="3771906"/>
            <a:ext cx="3702000" cy="410100"/>
          </a:xfrm>
          <a:prstGeom prst="rect">
            <a:avLst/>
          </a:prstGeom>
          <a:noFill/>
          <a:ln>
            <a:noFill/>
          </a:ln>
        </p:spPr>
        <p:txBody>
          <a:bodyPr spcFirstLastPara="1" wrap="square" lIns="105925" tIns="105925" rIns="105925" bIns="105925" anchor="t" anchorCtr="0">
            <a:spAutoFit/>
          </a:bodyPr>
          <a:lstStyle/>
          <a:p>
            <a:pPr marL="0" lvl="0" indent="0" algn="l" rtl="0">
              <a:lnSpc>
                <a:spcPct val="115000"/>
              </a:lnSpc>
              <a:spcBef>
                <a:spcPts val="1390"/>
              </a:spcBef>
              <a:spcAft>
                <a:spcPts val="1390"/>
              </a:spcAft>
              <a:buNone/>
            </a:pPr>
            <a:r>
              <a:rPr lang="en-US" sz="1274" b="1">
                <a:solidFill>
                  <a:schemeClr val="dk1"/>
                </a:solidFill>
              </a:rPr>
              <a:t>Call-to-action / next</a:t>
            </a:r>
            <a:endParaRPr sz="1274" b="1">
              <a:solidFill>
                <a:schemeClr val="dk1"/>
              </a:solidFill>
            </a:endParaRPr>
          </a:p>
        </p:txBody>
      </p:sp>
      <p:sp>
        <p:nvSpPr>
          <p:cNvPr id="952" name="Google Shape;952;p127"/>
          <p:cNvSpPr txBox="1"/>
          <p:nvPr/>
        </p:nvSpPr>
        <p:spPr>
          <a:xfrm>
            <a:off x="8105493" y="4343405"/>
            <a:ext cx="3702000" cy="941100"/>
          </a:xfrm>
          <a:prstGeom prst="rect">
            <a:avLst/>
          </a:prstGeom>
          <a:noFill/>
          <a:ln>
            <a:noFill/>
          </a:ln>
        </p:spPr>
        <p:txBody>
          <a:bodyPr spcFirstLastPara="1" wrap="square" lIns="105925" tIns="105925" rIns="105925" bIns="105925" anchor="t" anchorCtr="0">
            <a:spAutoFit/>
          </a:bodyPr>
          <a:lstStyle/>
          <a:p>
            <a:pPr marL="0" lvl="0" indent="0" algn="l" rtl="0">
              <a:spcBef>
                <a:spcPts val="0"/>
              </a:spcBef>
              <a:spcAft>
                <a:spcPts val="0"/>
              </a:spcAft>
              <a:buNone/>
            </a:pPr>
            <a:r>
              <a:rPr lang="en-US" sz="1574">
                <a:solidFill>
                  <a:schemeClr val="dk1"/>
                </a:solidFill>
              </a:rPr>
              <a:t>Rolling out </a:t>
            </a:r>
            <a:r>
              <a:rPr lang="en-US" sz="1574" b="1">
                <a:solidFill>
                  <a:schemeClr val="dk1"/>
                </a:solidFill>
              </a:rPr>
              <a:t>timed simulations, Study Planner AI, richer analytics, mobile UX</a:t>
            </a:r>
            <a:r>
              <a:rPr lang="en-US" sz="1574">
                <a:solidFill>
                  <a:schemeClr val="dk1"/>
                </a:solidFill>
              </a:rPr>
              <a:t> next month. </a:t>
            </a:r>
            <a:endParaRPr sz="1574">
              <a:solidFill>
                <a:schemeClr val="dk1"/>
              </a:solidFill>
            </a:endParaRPr>
          </a:p>
        </p:txBody>
      </p:sp>
      <p:sp>
        <p:nvSpPr>
          <p:cNvPr id="953" name="Google Shape;953;p127"/>
          <p:cNvSpPr txBox="1"/>
          <p:nvPr/>
        </p:nvSpPr>
        <p:spPr>
          <a:xfrm>
            <a:off x="4218418" y="3771905"/>
            <a:ext cx="3807000" cy="3693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1200"/>
              </a:spcAft>
              <a:buNone/>
            </a:pPr>
            <a:r>
              <a:rPr lang="en-US" sz="1200" b="1">
                <a:solidFill>
                  <a:schemeClr val="dk1"/>
                </a:solidFill>
              </a:rPr>
              <a:t>Compelling customer examples (personas)</a:t>
            </a:r>
            <a:endParaRPr sz="1200" b="1">
              <a:solidFill>
                <a:schemeClr val="dk1"/>
              </a:solidFill>
            </a:endParaRPr>
          </a:p>
        </p:txBody>
      </p:sp>
      <p:sp>
        <p:nvSpPr>
          <p:cNvPr id="954" name="Google Shape;954;p127"/>
          <p:cNvSpPr txBox="1"/>
          <p:nvPr/>
        </p:nvSpPr>
        <p:spPr>
          <a:xfrm>
            <a:off x="4325568" y="4182005"/>
            <a:ext cx="3556500" cy="1477500"/>
          </a:xfrm>
          <a:prstGeom prst="rect">
            <a:avLst/>
          </a:prstGeom>
          <a:noFill/>
          <a:ln>
            <a:noFill/>
          </a:ln>
        </p:spPr>
        <p:txBody>
          <a:bodyPr spcFirstLastPara="1" wrap="square" lIns="91425" tIns="91425" rIns="91425" bIns="91425" anchor="t" anchorCtr="0">
            <a:spAutoFit/>
          </a:bodyPr>
          <a:lstStyle/>
          <a:p>
            <a:pPr marL="457200" lvl="0" indent="-304800" algn="l" rtl="0">
              <a:spcBef>
                <a:spcPts val="0"/>
              </a:spcBef>
              <a:spcAft>
                <a:spcPts val="0"/>
              </a:spcAft>
              <a:buClr>
                <a:schemeClr val="dk1"/>
              </a:buClr>
              <a:buSzPts val="1200"/>
              <a:buChar char="●"/>
            </a:pPr>
            <a:r>
              <a:rPr lang="en-US" sz="1200" i="1">
                <a:solidFill>
                  <a:schemeClr val="dk1"/>
                </a:solidFill>
              </a:rPr>
              <a:t>Self-study candidate</a:t>
            </a:r>
            <a:r>
              <a:rPr lang="en-US" sz="1200">
                <a:solidFill>
                  <a:schemeClr val="dk1"/>
                </a:solidFill>
              </a:rPr>
              <a:t>: Uses Speaking + Essay nightly; sees band rise via </a:t>
            </a:r>
            <a:r>
              <a:rPr lang="en-US" sz="1200" b="1">
                <a:solidFill>
                  <a:schemeClr val="dk1"/>
                </a:solidFill>
              </a:rPr>
              <a:t>trend dashboard</a:t>
            </a:r>
            <a:r>
              <a:rPr lang="en-US" sz="1200">
                <a:solidFill>
                  <a:schemeClr val="dk1"/>
                </a:solidFill>
              </a:rPr>
              <a:t> and targeted tips.</a:t>
            </a:r>
            <a:endParaRPr sz="1200">
              <a:solidFill>
                <a:schemeClr val="dk1"/>
              </a:solidFill>
            </a:endParaRPr>
          </a:p>
          <a:p>
            <a:pPr marL="457200" lvl="0" indent="-304800" algn="l" rtl="0">
              <a:spcBef>
                <a:spcPts val="0"/>
              </a:spcBef>
              <a:spcAft>
                <a:spcPts val="0"/>
              </a:spcAft>
              <a:buClr>
                <a:schemeClr val="dk1"/>
              </a:buClr>
              <a:buSzPts val="1200"/>
              <a:buChar char="●"/>
            </a:pPr>
            <a:r>
              <a:rPr lang="en-US" sz="1200" i="1">
                <a:solidFill>
                  <a:schemeClr val="dk1"/>
                </a:solidFill>
              </a:rPr>
              <a:t>Working professional</a:t>
            </a:r>
            <a:r>
              <a:rPr lang="en-US" sz="1200">
                <a:solidFill>
                  <a:schemeClr val="dk1"/>
                </a:solidFill>
              </a:rPr>
              <a:t>: Short Listening/Reading drills at lunch; </a:t>
            </a:r>
            <a:r>
              <a:rPr lang="en-US" sz="1200" b="1">
                <a:solidFill>
                  <a:schemeClr val="dk1"/>
                </a:solidFill>
              </a:rPr>
              <a:t>auto-evaluation</a:t>
            </a:r>
            <a:r>
              <a:rPr lang="en-US" sz="1200">
                <a:solidFill>
                  <a:schemeClr val="dk1"/>
                </a:solidFill>
              </a:rPr>
              <a:t> and explanations keep momentum.</a:t>
            </a:r>
            <a:endParaRPr sz="1200">
              <a:solidFill>
                <a:schemeClr val="dk1"/>
              </a:solidFill>
            </a:endParaRPr>
          </a:p>
        </p:txBody>
      </p:sp>
      <p:sp>
        <p:nvSpPr>
          <p:cNvPr id="955" name="Google Shape;955;p127"/>
          <p:cNvSpPr txBox="1"/>
          <p:nvPr/>
        </p:nvSpPr>
        <p:spPr>
          <a:xfrm>
            <a:off x="636746" y="3792305"/>
            <a:ext cx="3497700" cy="3849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1200"/>
              </a:spcAft>
              <a:buNone/>
            </a:pPr>
            <a:r>
              <a:rPr lang="en-US" sz="1300" b="1">
                <a:solidFill>
                  <a:schemeClr val="dk1"/>
                </a:solidFill>
              </a:rPr>
              <a:t>What it is / Where we fit</a:t>
            </a:r>
            <a:endParaRPr sz="1300" b="1">
              <a:solidFill>
                <a:schemeClr val="dk1"/>
              </a:solidFill>
            </a:endParaRPr>
          </a:p>
        </p:txBody>
      </p:sp>
      <p:sp>
        <p:nvSpPr>
          <p:cNvPr id="956" name="Google Shape;956;p127"/>
          <p:cNvSpPr txBox="1"/>
          <p:nvPr/>
        </p:nvSpPr>
        <p:spPr>
          <a:xfrm>
            <a:off x="399818" y="4182013"/>
            <a:ext cx="3807000" cy="1293000"/>
          </a:xfrm>
          <a:prstGeom prst="rect">
            <a:avLst/>
          </a:prstGeom>
          <a:noFill/>
          <a:ln>
            <a:noFill/>
          </a:ln>
        </p:spPr>
        <p:txBody>
          <a:bodyPr spcFirstLastPara="1" wrap="square" lIns="91425" tIns="91425" rIns="91425" bIns="91425" anchor="t" anchorCtr="0">
            <a:spAutoFit/>
          </a:bodyPr>
          <a:lstStyle/>
          <a:p>
            <a:pPr marL="457200" lvl="0" indent="-304800" algn="l" rtl="0">
              <a:spcBef>
                <a:spcPts val="0"/>
              </a:spcBef>
              <a:spcAft>
                <a:spcPts val="0"/>
              </a:spcAft>
              <a:buClr>
                <a:schemeClr val="dk1"/>
              </a:buClr>
              <a:buSzPts val="1200"/>
              <a:buChar char="●"/>
            </a:pPr>
            <a:r>
              <a:rPr lang="en-US" sz="1200">
                <a:solidFill>
                  <a:schemeClr val="dk1"/>
                </a:solidFill>
              </a:rPr>
              <a:t>Category: </a:t>
            </a:r>
            <a:r>
              <a:rPr lang="en-US" sz="1200" b="1">
                <a:solidFill>
                  <a:schemeClr val="dk1"/>
                </a:solidFill>
              </a:rPr>
              <a:t>AI-first, personalized IELTS preparation</a:t>
            </a:r>
            <a:r>
              <a:rPr lang="en-US" sz="1200">
                <a:solidFill>
                  <a:schemeClr val="dk1"/>
                </a:solidFill>
              </a:rPr>
              <a:t>—automated scoring + actionable feedback + analytics, delivered via cloud.</a:t>
            </a:r>
            <a:br>
              <a:rPr lang="en-US" sz="1200">
                <a:solidFill>
                  <a:schemeClr val="dk1"/>
                </a:solidFill>
              </a:rPr>
            </a:br>
            <a:r>
              <a:rPr lang="en-US" sz="1200">
                <a:solidFill>
                  <a:schemeClr val="dk1"/>
                </a:solidFill>
              </a:rPr>
              <a:t> 1-Month Progress Report – IELTS…</a:t>
            </a:r>
            <a:endParaRPr sz="1200">
              <a:solidFill>
                <a:schemeClr val="dk1"/>
              </a:solidFill>
            </a:endParaRPr>
          </a:p>
          <a:p>
            <a:pPr marL="457200" lvl="0" indent="-304800" algn="l" rtl="0">
              <a:spcBef>
                <a:spcPts val="0"/>
              </a:spcBef>
              <a:spcAft>
                <a:spcPts val="0"/>
              </a:spcAft>
              <a:buClr>
                <a:schemeClr val="dk1"/>
              </a:buClr>
              <a:buSzPts val="1200"/>
              <a:buChar char="●"/>
            </a:pPr>
            <a:r>
              <a:rPr lang="en-US" sz="1200">
                <a:solidFill>
                  <a:schemeClr val="dk1"/>
                </a:solidFill>
              </a:rPr>
              <a:t>Stack: </a:t>
            </a:r>
            <a:r>
              <a:rPr lang="en-US" sz="1200" b="1">
                <a:solidFill>
                  <a:schemeClr val="dk1"/>
                </a:solidFill>
              </a:rPr>
              <a:t>Next.js + FastAPI + Supabase + Azure AI (GPT-4, GPT-4o Transcribe, TTS)</a:t>
            </a:r>
            <a:r>
              <a:rPr lang="en-US" sz="1200">
                <a:solidFill>
                  <a:schemeClr val="dk1"/>
                </a:solidFill>
              </a:rPr>
              <a:t>.</a:t>
            </a:r>
            <a:endParaRPr sz="1200">
              <a:solidFill>
                <a:schemeClr val="dk1"/>
              </a:solidFill>
            </a:endParaRPr>
          </a:p>
        </p:txBody>
      </p:sp>
      <p:sp>
        <p:nvSpPr>
          <p:cNvPr id="957" name="Google Shape;957;p127"/>
          <p:cNvSpPr txBox="1"/>
          <p:nvPr/>
        </p:nvSpPr>
        <p:spPr>
          <a:xfrm>
            <a:off x="428318" y="1921255"/>
            <a:ext cx="3750000" cy="412500"/>
          </a:xfrm>
          <a:prstGeom prst="rect">
            <a:avLst/>
          </a:prstGeom>
          <a:noFill/>
          <a:ln>
            <a:noFill/>
          </a:ln>
        </p:spPr>
        <p:txBody>
          <a:bodyPr spcFirstLastPara="1" wrap="square" lIns="98600" tIns="98600" rIns="98600" bIns="98600" anchor="t" anchorCtr="0">
            <a:spAutoFit/>
          </a:bodyPr>
          <a:lstStyle/>
          <a:p>
            <a:pPr marL="0" lvl="0" indent="0" algn="l" rtl="0">
              <a:lnSpc>
                <a:spcPct val="115000"/>
              </a:lnSpc>
              <a:spcBef>
                <a:spcPts val="1294"/>
              </a:spcBef>
              <a:spcAft>
                <a:spcPts val="1294"/>
              </a:spcAft>
              <a:buNone/>
            </a:pPr>
            <a:r>
              <a:rPr lang="en-US" sz="1386" b="1">
                <a:solidFill>
                  <a:schemeClr val="dk1"/>
                </a:solidFill>
              </a:rPr>
              <a:t>Why we built it</a:t>
            </a:r>
            <a:endParaRPr sz="1386" b="1">
              <a:solidFill>
                <a:schemeClr val="dk1"/>
              </a:solidFill>
            </a:endParaRPr>
          </a:p>
        </p:txBody>
      </p:sp>
      <p:sp>
        <p:nvSpPr>
          <p:cNvPr id="958" name="Google Shape;958;p127"/>
          <p:cNvSpPr txBox="1"/>
          <p:nvPr/>
        </p:nvSpPr>
        <p:spPr>
          <a:xfrm>
            <a:off x="428318" y="2471441"/>
            <a:ext cx="3750000" cy="1183200"/>
          </a:xfrm>
          <a:prstGeom prst="rect">
            <a:avLst/>
          </a:prstGeom>
          <a:noFill/>
          <a:ln>
            <a:noFill/>
          </a:ln>
        </p:spPr>
        <p:txBody>
          <a:bodyPr spcFirstLastPara="1" wrap="square" lIns="98600" tIns="98600" rIns="98600" bIns="98600" anchor="t" anchorCtr="0">
            <a:spAutoFit/>
          </a:bodyPr>
          <a:lstStyle/>
          <a:p>
            <a:pPr marL="0" lvl="0" indent="0" algn="l" rtl="0">
              <a:spcBef>
                <a:spcPts val="0"/>
              </a:spcBef>
              <a:spcAft>
                <a:spcPts val="0"/>
              </a:spcAft>
              <a:buNone/>
            </a:pPr>
            <a:r>
              <a:rPr lang="en-US" sz="1278">
                <a:solidFill>
                  <a:schemeClr val="dk1"/>
                </a:solidFill>
              </a:rPr>
              <a:t>IELTS prep is </a:t>
            </a:r>
            <a:r>
              <a:rPr lang="en-US" sz="1278" b="1">
                <a:solidFill>
                  <a:schemeClr val="dk1"/>
                </a:solidFill>
              </a:rPr>
              <a:t>static, not personal</a:t>
            </a:r>
            <a:r>
              <a:rPr lang="en-US" sz="1278">
                <a:solidFill>
                  <a:schemeClr val="dk1"/>
                </a:solidFill>
              </a:rPr>
              <a:t>; learners don’t know </a:t>
            </a:r>
            <a:r>
              <a:rPr lang="en-US" sz="1278" i="1">
                <a:solidFill>
                  <a:schemeClr val="dk1"/>
                </a:solidFill>
              </a:rPr>
              <a:t>why</a:t>
            </a:r>
            <a:r>
              <a:rPr lang="en-US" sz="1278">
                <a:solidFill>
                  <a:schemeClr val="dk1"/>
                </a:solidFill>
              </a:rPr>
              <a:t> they lose marks or how to improve fast. We built an </a:t>
            </a:r>
            <a:r>
              <a:rPr lang="en-US" sz="1278" b="1">
                <a:solidFill>
                  <a:schemeClr val="dk1"/>
                </a:solidFill>
              </a:rPr>
              <a:t>AI coach</a:t>
            </a:r>
            <a:r>
              <a:rPr lang="en-US" sz="1278">
                <a:solidFill>
                  <a:schemeClr val="dk1"/>
                </a:solidFill>
              </a:rPr>
              <a:t> that scores and explains across all four sections with progress tracking.</a:t>
            </a:r>
            <a:endParaRPr sz="1601"/>
          </a:p>
        </p:txBody>
      </p:sp>
      <p:sp>
        <p:nvSpPr>
          <p:cNvPr id="959" name="Google Shape;959;p127"/>
          <p:cNvSpPr txBox="1"/>
          <p:nvPr/>
        </p:nvSpPr>
        <p:spPr>
          <a:xfrm>
            <a:off x="4325570" y="1853155"/>
            <a:ext cx="3702000" cy="3693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1200"/>
              </a:spcAft>
              <a:buNone/>
            </a:pPr>
            <a:r>
              <a:rPr lang="en-US" sz="1200" b="1">
                <a:solidFill>
                  <a:schemeClr val="dk1"/>
                </a:solidFill>
              </a:rPr>
              <a:t>How we address pain points &amp; opportunities</a:t>
            </a:r>
            <a:endParaRPr sz="1200" b="1">
              <a:solidFill>
                <a:schemeClr val="dk1"/>
              </a:solidFill>
            </a:endParaRPr>
          </a:p>
        </p:txBody>
      </p:sp>
      <p:sp>
        <p:nvSpPr>
          <p:cNvPr id="960" name="Google Shape;960;p127"/>
          <p:cNvSpPr txBox="1"/>
          <p:nvPr/>
        </p:nvSpPr>
        <p:spPr>
          <a:xfrm>
            <a:off x="4198356" y="2222454"/>
            <a:ext cx="3807000" cy="1577700"/>
          </a:xfrm>
          <a:prstGeom prst="rect">
            <a:avLst/>
          </a:prstGeom>
          <a:noFill/>
          <a:ln>
            <a:noFill/>
          </a:ln>
        </p:spPr>
        <p:txBody>
          <a:bodyPr spcFirstLastPara="1" wrap="square" lIns="91425" tIns="91425" rIns="91425" bIns="91425" anchor="t" anchorCtr="0">
            <a:spAutoFit/>
          </a:bodyPr>
          <a:lstStyle/>
          <a:p>
            <a:pPr marL="457200" lvl="0" indent="-292100" algn="l" rtl="0">
              <a:lnSpc>
                <a:spcPct val="115000"/>
              </a:lnSpc>
              <a:spcBef>
                <a:spcPts val="1200"/>
              </a:spcBef>
              <a:spcAft>
                <a:spcPts val="0"/>
              </a:spcAft>
              <a:buClr>
                <a:schemeClr val="dk1"/>
              </a:buClr>
              <a:buSzPts val="1000"/>
              <a:buChar char="●"/>
            </a:pPr>
            <a:r>
              <a:rPr lang="en-US" sz="1000" b="1">
                <a:solidFill>
                  <a:schemeClr val="dk1"/>
                </a:solidFill>
              </a:rPr>
              <a:t>Speaking</a:t>
            </a:r>
            <a:r>
              <a:rPr lang="en-US" sz="1000">
                <a:solidFill>
                  <a:schemeClr val="dk1"/>
                </a:solidFill>
              </a:rPr>
              <a:t>: ASR → AI scoring with strengths/weaknesses &amp; suggestions.</a:t>
            </a:r>
            <a:endParaRPr sz="1000">
              <a:solidFill>
                <a:schemeClr val="dk1"/>
              </a:solidFill>
            </a:endParaRPr>
          </a:p>
          <a:p>
            <a:pPr marL="457200" lvl="0" indent="-292100" algn="l" rtl="0">
              <a:lnSpc>
                <a:spcPct val="115000"/>
              </a:lnSpc>
              <a:spcBef>
                <a:spcPts val="0"/>
              </a:spcBef>
              <a:spcAft>
                <a:spcPts val="0"/>
              </a:spcAft>
              <a:buClr>
                <a:schemeClr val="dk1"/>
              </a:buClr>
              <a:buSzPts val="1000"/>
              <a:buChar char="●"/>
            </a:pPr>
            <a:r>
              <a:rPr lang="en-US" sz="1000" b="1">
                <a:solidFill>
                  <a:schemeClr val="dk1"/>
                </a:solidFill>
              </a:rPr>
              <a:t>Writing (Essay)</a:t>
            </a:r>
            <a:r>
              <a:rPr lang="en-US" sz="1000">
                <a:solidFill>
                  <a:schemeClr val="dk1"/>
                </a:solidFill>
              </a:rPr>
              <a:t>: Band by criteria (TR/CC/LR/GRA) + detailed fixes.</a:t>
            </a:r>
            <a:endParaRPr sz="1000">
              <a:solidFill>
                <a:schemeClr val="dk1"/>
              </a:solidFill>
            </a:endParaRPr>
          </a:p>
          <a:p>
            <a:pPr marL="457200" lvl="0" indent="-292100" algn="l" rtl="0">
              <a:lnSpc>
                <a:spcPct val="115000"/>
              </a:lnSpc>
              <a:spcBef>
                <a:spcPts val="0"/>
              </a:spcBef>
              <a:spcAft>
                <a:spcPts val="0"/>
              </a:spcAft>
              <a:buClr>
                <a:schemeClr val="dk1"/>
              </a:buClr>
              <a:buSzPts val="1000"/>
              <a:buChar char="●"/>
            </a:pPr>
            <a:r>
              <a:rPr lang="en-US" sz="1000" b="1">
                <a:solidFill>
                  <a:schemeClr val="dk1"/>
                </a:solidFill>
              </a:rPr>
              <a:t>Listening/Reading</a:t>
            </a:r>
            <a:r>
              <a:rPr lang="en-US" sz="1000">
                <a:solidFill>
                  <a:schemeClr val="dk1"/>
                </a:solidFill>
              </a:rPr>
              <a:t>: Randomized sets, auto-eval, explanations, saved scores.</a:t>
            </a:r>
            <a:endParaRPr sz="1500"/>
          </a:p>
          <a:p>
            <a:pPr marL="457200" lvl="0" indent="-292100" algn="l" rtl="0">
              <a:lnSpc>
                <a:spcPct val="115000"/>
              </a:lnSpc>
              <a:spcBef>
                <a:spcPts val="0"/>
              </a:spcBef>
              <a:spcAft>
                <a:spcPts val="0"/>
              </a:spcAft>
              <a:buClr>
                <a:schemeClr val="dk1"/>
              </a:buClr>
              <a:buSzPts val="1000"/>
              <a:buChar char="●"/>
            </a:pPr>
            <a:r>
              <a:rPr lang="en-US" sz="1000" b="1">
                <a:solidFill>
                  <a:schemeClr val="dk1"/>
                </a:solidFill>
              </a:rPr>
              <a:t>Progress</a:t>
            </a:r>
            <a:r>
              <a:rPr lang="en-US" sz="1000">
                <a:solidFill>
                  <a:schemeClr val="dk1"/>
                </a:solidFill>
              </a:rPr>
              <a:t>: Saved to Supabase; dashboard shows overall band &amp; trends.</a:t>
            </a:r>
            <a:endParaRPr sz="1000">
              <a:solidFill>
                <a:schemeClr val="dk1"/>
              </a:solidFill>
            </a:endParaRPr>
          </a:p>
        </p:txBody>
      </p:sp>
      <p:sp>
        <p:nvSpPr>
          <p:cNvPr id="961" name="Google Shape;961;p127"/>
          <p:cNvSpPr txBox="1"/>
          <p:nvPr/>
        </p:nvSpPr>
        <p:spPr>
          <a:xfrm>
            <a:off x="8135420" y="1875330"/>
            <a:ext cx="3639900" cy="3849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1200"/>
              </a:spcAft>
              <a:buNone/>
            </a:pPr>
            <a:r>
              <a:rPr lang="en-US" sz="1300" b="1">
                <a:solidFill>
                  <a:schemeClr val="dk1"/>
                </a:solidFill>
              </a:rPr>
              <a:t>What sets us apart (vs. big, served market)</a:t>
            </a:r>
            <a:endParaRPr sz="1300" b="1">
              <a:solidFill>
                <a:schemeClr val="dk1"/>
              </a:solidFill>
            </a:endParaRPr>
          </a:p>
        </p:txBody>
      </p:sp>
      <p:sp>
        <p:nvSpPr>
          <p:cNvPr id="962" name="Google Shape;962;p127"/>
          <p:cNvSpPr txBox="1"/>
          <p:nvPr/>
        </p:nvSpPr>
        <p:spPr>
          <a:xfrm>
            <a:off x="8025418" y="2241655"/>
            <a:ext cx="3807000" cy="1539300"/>
          </a:xfrm>
          <a:prstGeom prst="rect">
            <a:avLst/>
          </a:prstGeom>
          <a:noFill/>
          <a:ln>
            <a:noFill/>
          </a:ln>
        </p:spPr>
        <p:txBody>
          <a:bodyPr spcFirstLastPara="1" wrap="square" lIns="91425" tIns="91425" rIns="91425" bIns="91425" anchor="t" anchorCtr="0">
            <a:spAutoFit/>
          </a:bodyPr>
          <a:lstStyle/>
          <a:p>
            <a:pPr marL="457200" lvl="0" indent="-298450" algn="l" rtl="0">
              <a:spcBef>
                <a:spcPts val="0"/>
              </a:spcBef>
              <a:spcAft>
                <a:spcPts val="0"/>
              </a:spcAft>
              <a:buClr>
                <a:schemeClr val="dk1"/>
              </a:buClr>
              <a:buSzPts val="1100"/>
              <a:buChar char="●"/>
            </a:pPr>
            <a:r>
              <a:rPr lang="en-US" sz="1100">
                <a:solidFill>
                  <a:schemeClr val="dk1"/>
                </a:solidFill>
              </a:rPr>
              <a:t>Unlike generic prep apps and video courses, we deliver </a:t>
            </a:r>
            <a:r>
              <a:rPr lang="en-US" sz="1100" b="1">
                <a:solidFill>
                  <a:schemeClr val="dk1"/>
                </a:solidFill>
              </a:rPr>
              <a:t>instant band scores with pinpointed, criteria-level guidance</a:t>
            </a:r>
            <a:r>
              <a:rPr lang="en-US" sz="1100">
                <a:solidFill>
                  <a:schemeClr val="dk1"/>
                </a:solidFill>
              </a:rPr>
              <a:t> and </a:t>
            </a:r>
            <a:r>
              <a:rPr lang="en-US" sz="1100" b="1">
                <a:solidFill>
                  <a:schemeClr val="dk1"/>
                </a:solidFill>
              </a:rPr>
              <a:t>persistent analytics</a:t>
            </a:r>
            <a:r>
              <a:rPr lang="en-US" sz="1100">
                <a:solidFill>
                  <a:schemeClr val="dk1"/>
                </a:solidFill>
              </a:rPr>
              <a:t>, not just practice banks.</a:t>
            </a:r>
            <a:br>
              <a:rPr lang="en-US" sz="1100">
                <a:solidFill>
                  <a:schemeClr val="dk1"/>
                </a:solidFill>
              </a:rPr>
            </a:br>
            <a:endParaRPr sz="1100">
              <a:solidFill>
                <a:schemeClr val="dk1"/>
              </a:solidFill>
            </a:endParaRPr>
          </a:p>
          <a:p>
            <a:pPr marL="457200" lvl="0" indent="-298450" algn="l" rtl="0">
              <a:spcBef>
                <a:spcPts val="0"/>
              </a:spcBef>
              <a:spcAft>
                <a:spcPts val="0"/>
              </a:spcAft>
              <a:buClr>
                <a:schemeClr val="dk1"/>
              </a:buClr>
              <a:buSzPts val="1100"/>
              <a:buChar char="●"/>
            </a:pPr>
            <a:r>
              <a:rPr lang="en-US" sz="1100" b="1">
                <a:solidFill>
                  <a:schemeClr val="dk1"/>
                </a:solidFill>
              </a:rPr>
              <a:t>Time-to-value</a:t>
            </a:r>
            <a:r>
              <a:rPr lang="en-US" sz="1100">
                <a:solidFill>
                  <a:schemeClr val="dk1"/>
                </a:solidFill>
              </a:rPr>
              <a:t>: no tutor scheduling; insights in seconds, stored to the cloud for continuous improvement. </a:t>
            </a:r>
            <a:endParaRPr sz="1100">
              <a:solidFill>
                <a:schemeClr val="dk1"/>
              </a:solidFil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970"/>
        <p:cNvGrpSpPr/>
        <p:nvPr/>
      </p:nvGrpSpPr>
      <p:grpSpPr>
        <a:xfrm>
          <a:off x="0" y="0"/>
          <a:ext cx="0" cy="0"/>
          <a:chOff x="0" y="0"/>
          <a:chExt cx="0" cy="0"/>
        </a:xfrm>
      </p:grpSpPr>
      <p:sp>
        <p:nvSpPr>
          <p:cNvPr id="971" name="Google Shape;971;p128"/>
          <p:cNvSpPr/>
          <p:nvPr/>
        </p:nvSpPr>
        <p:spPr>
          <a:xfrm>
            <a:off x="588263" y="457200"/>
            <a:ext cx="11018520" cy="553998"/>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chemeClr val="accent3"/>
              </a:buClr>
              <a:buSzPts val="3600"/>
              <a:buFont typeface="Arial"/>
              <a:buNone/>
            </a:pPr>
            <a:r>
              <a:rPr lang="en-US" sz="3600" b="0" cap="none" dirty="0">
                <a:solidFill>
                  <a:schemeClr val="accent3"/>
                </a:solidFill>
                <a:latin typeface="Quattrocento Sans"/>
                <a:ea typeface="Quattrocento Sans"/>
                <a:cs typeface="Quattrocento Sans"/>
                <a:sym typeface="Quattrocento Sans"/>
              </a:rPr>
              <a:t>Demo</a:t>
            </a:r>
            <a:endParaRPr dirty="0"/>
          </a:p>
        </p:txBody>
      </p:sp>
      <p:pic>
        <p:nvPicPr>
          <p:cNvPr id="972" name="Google Shape;972;p128"/>
          <p:cNvPicPr preferRelativeResize="0"/>
          <p:nvPr/>
        </p:nvPicPr>
        <p:blipFill>
          <a:blip r:embed="rId3">
            <a:alphaModFix/>
          </a:blip>
          <a:stretch>
            <a:fillRect/>
          </a:stretch>
        </p:blipFill>
        <p:spPr>
          <a:xfrm>
            <a:off x="344425" y="1926978"/>
            <a:ext cx="2585749" cy="1776351"/>
          </a:xfrm>
          <a:prstGeom prst="rect">
            <a:avLst/>
          </a:prstGeom>
          <a:noFill/>
          <a:ln>
            <a:noFill/>
          </a:ln>
        </p:spPr>
      </p:pic>
      <p:sp>
        <p:nvSpPr>
          <p:cNvPr id="973" name="Google Shape;973;p128"/>
          <p:cNvSpPr txBox="1"/>
          <p:nvPr/>
        </p:nvSpPr>
        <p:spPr>
          <a:xfrm>
            <a:off x="344425" y="1433178"/>
            <a:ext cx="2164200" cy="493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2200" b="1" dirty="0">
                <a:solidFill>
                  <a:schemeClr val="dk1"/>
                </a:solidFill>
                <a:latin typeface="Quattrocento Sans"/>
                <a:ea typeface="Quattrocento Sans"/>
                <a:cs typeface="Quattrocento Sans"/>
                <a:sym typeface="Quattrocento Sans"/>
              </a:rPr>
              <a:t>Home Page</a:t>
            </a:r>
            <a:endParaRPr sz="2200" b="1" dirty="0">
              <a:solidFill>
                <a:schemeClr val="dk1"/>
              </a:solidFill>
              <a:latin typeface="Quattrocento Sans"/>
              <a:ea typeface="Quattrocento Sans"/>
              <a:cs typeface="Quattrocento Sans"/>
              <a:sym typeface="Quattrocento Sans"/>
            </a:endParaRPr>
          </a:p>
        </p:txBody>
      </p:sp>
      <p:pic>
        <p:nvPicPr>
          <p:cNvPr id="974" name="Google Shape;974;p128"/>
          <p:cNvPicPr preferRelativeResize="0"/>
          <p:nvPr/>
        </p:nvPicPr>
        <p:blipFill>
          <a:blip r:embed="rId4">
            <a:alphaModFix/>
          </a:blip>
          <a:stretch>
            <a:fillRect/>
          </a:stretch>
        </p:blipFill>
        <p:spPr>
          <a:xfrm>
            <a:off x="8246112" y="1859949"/>
            <a:ext cx="2626088" cy="1944317"/>
          </a:xfrm>
          <a:prstGeom prst="rect">
            <a:avLst/>
          </a:prstGeom>
          <a:noFill/>
          <a:ln>
            <a:noFill/>
          </a:ln>
        </p:spPr>
      </p:pic>
      <p:sp>
        <p:nvSpPr>
          <p:cNvPr id="975" name="Google Shape;975;p128"/>
          <p:cNvSpPr txBox="1"/>
          <p:nvPr/>
        </p:nvSpPr>
        <p:spPr>
          <a:xfrm>
            <a:off x="8246100" y="1441992"/>
            <a:ext cx="2018700" cy="460500"/>
          </a:xfrm>
          <a:prstGeom prst="rect">
            <a:avLst/>
          </a:prstGeom>
          <a:noFill/>
          <a:ln>
            <a:noFill/>
          </a:ln>
        </p:spPr>
        <p:txBody>
          <a:bodyPr spcFirstLastPara="1" wrap="square" lIns="85275" tIns="85275" rIns="85275" bIns="85275" anchor="t" anchorCtr="0">
            <a:noAutofit/>
          </a:bodyPr>
          <a:lstStyle/>
          <a:p>
            <a:pPr marL="0" lvl="0" indent="0" algn="l" rtl="0">
              <a:spcBef>
                <a:spcPts val="0"/>
              </a:spcBef>
              <a:spcAft>
                <a:spcPts val="0"/>
              </a:spcAft>
              <a:buNone/>
            </a:pPr>
            <a:r>
              <a:rPr lang="en-US" sz="2052" b="1">
                <a:solidFill>
                  <a:schemeClr val="dk1"/>
                </a:solidFill>
                <a:latin typeface="Quattrocento Sans"/>
                <a:ea typeface="Quattrocento Sans"/>
                <a:cs typeface="Quattrocento Sans"/>
                <a:sym typeface="Quattrocento Sans"/>
              </a:rPr>
              <a:t>Dashboard</a:t>
            </a:r>
            <a:endParaRPr sz="2052" b="1">
              <a:solidFill>
                <a:schemeClr val="dk1"/>
              </a:solidFill>
              <a:latin typeface="Quattrocento Sans"/>
              <a:ea typeface="Quattrocento Sans"/>
              <a:cs typeface="Quattrocento Sans"/>
              <a:sym typeface="Quattrocento Sans"/>
            </a:endParaRPr>
          </a:p>
        </p:txBody>
      </p:sp>
      <p:pic>
        <p:nvPicPr>
          <p:cNvPr id="976" name="Google Shape;976;p128"/>
          <p:cNvPicPr preferRelativeResize="0"/>
          <p:nvPr/>
        </p:nvPicPr>
        <p:blipFill>
          <a:blip r:embed="rId5">
            <a:alphaModFix/>
          </a:blip>
          <a:stretch>
            <a:fillRect/>
          </a:stretch>
        </p:blipFill>
        <p:spPr>
          <a:xfrm>
            <a:off x="3953812" y="1863105"/>
            <a:ext cx="2691646" cy="1992866"/>
          </a:xfrm>
          <a:prstGeom prst="rect">
            <a:avLst/>
          </a:prstGeom>
          <a:noFill/>
          <a:ln>
            <a:noFill/>
          </a:ln>
        </p:spPr>
      </p:pic>
      <p:sp>
        <p:nvSpPr>
          <p:cNvPr id="977" name="Google Shape;977;p128"/>
          <p:cNvSpPr txBox="1"/>
          <p:nvPr/>
        </p:nvSpPr>
        <p:spPr>
          <a:xfrm>
            <a:off x="3953813" y="1451471"/>
            <a:ext cx="1983900" cy="452700"/>
          </a:xfrm>
          <a:prstGeom prst="rect">
            <a:avLst/>
          </a:prstGeom>
          <a:noFill/>
          <a:ln>
            <a:noFill/>
          </a:ln>
        </p:spPr>
        <p:txBody>
          <a:bodyPr spcFirstLastPara="1" wrap="square" lIns="83800" tIns="83800" rIns="83800" bIns="83800" anchor="t" anchorCtr="0">
            <a:noAutofit/>
          </a:bodyPr>
          <a:lstStyle/>
          <a:p>
            <a:pPr marL="0" lvl="0" indent="0" algn="l" rtl="0">
              <a:spcBef>
                <a:spcPts val="0"/>
              </a:spcBef>
              <a:spcAft>
                <a:spcPts val="0"/>
              </a:spcAft>
              <a:buNone/>
            </a:pPr>
            <a:r>
              <a:rPr lang="en-US" sz="2016" b="1">
                <a:solidFill>
                  <a:schemeClr val="dk1"/>
                </a:solidFill>
                <a:latin typeface="Quattrocento Sans"/>
                <a:ea typeface="Quattrocento Sans"/>
                <a:cs typeface="Quattrocento Sans"/>
                <a:sym typeface="Quattrocento Sans"/>
              </a:rPr>
              <a:t>Login Page</a:t>
            </a:r>
            <a:endParaRPr sz="2016" b="1">
              <a:solidFill>
                <a:schemeClr val="dk1"/>
              </a:solidFill>
              <a:latin typeface="Quattrocento Sans"/>
              <a:ea typeface="Quattrocento Sans"/>
              <a:cs typeface="Quattrocento Sans"/>
              <a:sym typeface="Quattrocento Sans"/>
            </a:endParaRPr>
          </a:p>
        </p:txBody>
      </p:sp>
      <p:pic>
        <p:nvPicPr>
          <p:cNvPr id="978" name="Google Shape;978;p128"/>
          <p:cNvPicPr preferRelativeResize="0"/>
          <p:nvPr/>
        </p:nvPicPr>
        <p:blipFill>
          <a:blip r:embed="rId6">
            <a:alphaModFix/>
          </a:blip>
          <a:stretch>
            <a:fillRect/>
          </a:stretch>
        </p:blipFill>
        <p:spPr>
          <a:xfrm>
            <a:off x="682775" y="4448325"/>
            <a:ext cx="2794026" cy="2068649"/>
          </a:xfrm>
          <a:prstGeom prst="rect">
            <a:avLst/>
          </a:prstGeom>
          <a:noFill/>
          <a:ln>
            <a:noFill/>
          </a:ln>
        </p:spPr>
      </p:pic>
      <p:pic>
        <p:nvPicPr>
          <p:cNvPr id="979" name="Google Shape;979;p128"/>
          <p:cNvPicPr preferRelativeResize="0"/>
          <p:nvPr/>
        </p:nvPicPr>
        <p:blipFill>
          <a:blip r:embed="rId7">
            <a:alphaModFix/>
          </a:blip>
          <a:stretch>
            <a:fillRect/>
          </a:stretch>
        </p:blipFill>
        <p:spPr>
          <a:xfrm>
            <a:off x="4455275" y="4453138"/>
            <a:ext cx="2794024" cy="2059024"/>
          </a:xfrm>
          <a:prstGeom prst="rect">
            <a:avLst/>
          </a:prstGeom>
          <a:noFill/>
          <a:ln>
            <a:noFill/>
          </a:ln>
        </p:spPr>
      </p:pic>
      <p:pic>
        <p:nvPicPr>
          <p:cNvPr id="980" name="Google Shape;980;p128"/>
          <p:cNvPicPr preferRelativeResize="0"/>
          <p:nvPr/>
        </p:nvPicPr>
        <p:blipFill>
          <a:blip r:embed="rId8">
            <a:alphaModFix/>
          </a:blip>
          <a:stretch>
            <a:fillRect/>
          </a:stretch>
        </p:blipFill>
        <p:spPr>
          <a:xfrm>
            <a:off x="8328400" y="4400975"/>
            <a:ext cx="3108850" cy="2163351"/>
          </a:xfrm>
          <a:prstGeom prst="rect">
            <a:avLst/>
          </a:prstGeom>
          <a:noFill/>
          <a:ln>
            <a:noFill/>
          </a:ln>
        </p:spPr>
      </p:pic>
      <p:sp>
        <p:nvSpPr>
          <p:cNvPr id="981" name="Google Shape;981;p128"/>
          <p:cNvSpPr txBox="1"/>
          <p:nvPr/>
        </p:nvSpPr>
        <p:spPr>
          <a:xfrm>
            <a:off x="720275" y="3907175"/>
            <a:ext cx="2691600" cy="493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2200" b="1">
                <a:solidFill>
                  <a:schemeClr val="dk1"/>
                </a:solidFill>
                <a:latin typeface="Quattrocento Sans"/>
                <a:ea typeface="Quattrocento Sans"/>
                <a:cs typeface="Quattrocento Sans"/>
                <a:sym typeface="Quattrocento Sans"/>
              </a:rPr>
              <a:t>Listening Practices</a:t>
            </a:r>
            <a:endParaRPr sz="2200" b="1">
              <a:solidFill>
                <a:schemeClr val="dk1"/>
              </a:solidFill>
              <a:latin typeface="Quattrocento Sans"/>
              <a:ea typeface="Quattrocento Sans"/>
              <a:cs typeface="Quattrocento Sans"/>
              <a:sym typeface="Quattrocento Sans"/>
            </a:endParaRPr>
          </a:p>
        </p:txBody>
      </p:sp>
      <p:sp>
        <p:nvSpPr>
          <p:cNvPr id="982" name="Google Shape;982;p128"/>
          <p:cNvSpPr txBox="1"/>
          <p:nvPr/>
        </p:nvSpPr>
        <p:spPr>
          <a:xfrm>
            <a:off x="4455275" y="3996553"/>
            <a:ext cx="2164200" cy="493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2200" b="1">
                <a:solidFill>
                  <a:schemeClr val="dk1"/>
                </a:solidFill>
                <a:latin typeface="Quattrocento Sans"/>
                <a:ea typeface="Quattrocento Sans"/>
                <a:cs typeface="Quattrocento Sans"/>
                <a:sym typeface="Quattrocento Sans"/>
              </a:rPr>
              <a:t>Essay Writting</a:t>
            </a:r>
            <a:endParaRPr sz="2200" b="1">
              <a:solidFill>
                <a:schemeClr val="dk1"/>
              </a:solidFill>
              <a:latin typeface="Quattrocento Sans"/>
              <a:ea typeface="Quattrocento Sans"/>
              <a:cs typeface="Quattrocento Sans"/>
              <a:sym typeface="Quattrocento Sans"/>
            </a:endParaRPr>
          </a:p>
        </p:txBody>
      </p:sp>
      <p:sp>
        <p:nvSpPr>
          <p:cNvPr id="983" name="Google Shape;983;p128"/>
          <p:cNvSpPr txBox="1"/>
          <p:nvPr/>
        </p:nvSpPr>
        <p:spPr>
          <a:xfrm>
            <a:off x="8328400" y="3907175"/>
            <a:ext cx="2745000" cy="493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2200" b="1">
                <a:solidFill>
                  <a:schemeClr val="dk1"/>
                </a:solidFill>
                <a:latin typeface="Quattrocento Sans"/>
                <a:ea typeface="Quattrocento Sans"/>
                <a:cs typeface="Quattrocento Sans"/>
                <a:sym typeface="Quattrocento Sans"/>
              </a:rPr>
              <a:t>Student Progress</a:t>
            </a:r>
            <a:endParaRPr sz="2200" b="1">
              <a:solidFill>
                <a:schemeClr val="dk1"/>
              </a:solidFill>
              <a:latin typeface="Quattrocento Sans"/>
              <a:ea typeface="Quattrocento Sans"/>
              <a:cs typeface="Quattrocento Sans"/>
              <a:sym typeface="Quattrocento Sans"/>
            </a:endParaRPr>
          </a:p>
        </p:txBody>
      </p:sp>
      <p:sp>
        <p:nvSpPr>
          <p:cNvPr id="2" name="TextBox 1">
            <a:extLst>
              <a:ext uri="{FF2B5EF4-FFF2-40B4-BE49-F238E27FC236}">
                <a16:creationId xmlns:a16="http://schemas.microsoft.com/office/drawing/2014/main" id="{C4B82B19-D43B-342A-5053-1675E2B95BB8}"/>
              </a:ext>
            </a:extLst>
          </p:cNvPr>
          <p:cNvSpPr txBox="1"/>
          <p:nvPr/>
        </p:nvSpPr>
        <p:spPr>
          <a:xfrm>
            <a:off x="8084095" y="698968"/>
            <a:ext cx="3597460" cy="523220"/>
          </a:xfrm>
          <a:prstGeom prst="rect">
            <a:avLst/>
          </a:prstGeom>
          <a:noFill/>
        </p:spPr>
        <p:txBody>
          <a:bodyPr wrap="none" rtlCol="0">
            <a:spAutoFit/>
          </a:bodyPr>
          <a:lstStyle/>
          <a:p>
            <a:r>
              <a:rPr lang="en-IN" dirty="0">
                <a:solidFill>
                  <a:schemeClr val="bg1"/>
                </a:solidFill>
              </a:rPr>
              <a:t>Website :</a:t>
            </a:r>
            <a:r>
              <a:rPr lang="en-IN" dirty="0"/>
              <a:t> </a:t>
            </a:r>
            <a:r>
              <a:rPr lang="en-IN" dirty="0">
                <a:hlinkClick r:id="rId9"/>
              </a:rPr>
              <a:t>https://ielts-project-gilt.vercel.app</a:t>
            </a:r>
            <a:endParaRPr lang="en-IN" dirty="0"/>
          </a:p>
          <a:p>
            <a:r>
              <a:rPr lang="en-IN" dirty="0">
                <a:solidFill>
                  <a:schemeClr val="bg1"/>
                </a:solidFill>
              </a:rPr>
              <a:t>Demo Video: </a:t>
            </a:r>
            <a:r>
              <a:rPr lang="en-IN" dirty="0">
                <a:hlinkClick r:id="rId10"/>
              </a:rPr>
              <a:t>Video Link</a:t>
            </a:r>
            <a:endParaRPr lang="en-IN"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991"/>
        <p:cNvGrpSpPr/>
        <p:nvPr/>
      </p:nvGrpSpPr>
      <p:grpSpPr>
        <a:xfrm>
          <a:off x="0" y="0"/>
          <a:ext cx="0" cy="0"/>
          <a:chOff x="0" y="0"/>
          <a:chExt cx="0" cy="0"/>
        </a:xfrm>
      </p:grpSpPr>
      <p:sp>
        <p:nvSpPr>
          <p:cNvPr id="992" name="Google Shape;992;p129"/>
          <p:cNvSpPr/>
          <p:nvPr/>
        </p:nvSpPr>
        <p:spPr>
          <a:xfrm>
            <a:off x="588263" y="457200"/>
            <a:ext cx="11018520" cy="553998"/>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chemeClr val="accent3"/>
              </a:buClr>
              <a:buSzPts val="3600"/>
              <a:buFont typeface="Arial"/>
              <a:buNone/>
            </a:pPr>
            <a:r>
              <a:rPr lang="en-US" sz="3600" b="0" cap="none">
                <a:solidFill>
                  <a:schemeClr val="accent3"/>
                </a:solidFill>
                <a:latin typeface="Quattrocento Sans"/>
                <a:ea typeface="Quattrocento Sans"/>
                <a:cs typeface="Quattrocento Sans"/>
                <a:sym typeface="Quattrocento Sans"/>
              </a:rPr>
              <a:t>Takeaways</a:t>
            </a:r>
            <a:endParaRPr/>
          </a:p>
        </p:txBody>
      </p:sp>
      <p:sp>
        <p:nvSpPr>
          <p:cNvPr id="993" name="Google Shape;993;p129"/>
          <p:cNvSpPr txBox="1"/>
          <p:nvPr/>
        </p:nvSpPr>
        <p:spPr>
          <a:xfrm>
            <a:off x="1087400" y="1719050"/>
            <a:ext cx="8860500" cy="42666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0"/>
              </a:spcAft>
              <a:buNone/>
            </a:pPr>
            <a:r>
              <a:rPr lang="en-US" sz="1600" b="1">
                <a:solidFill>
                  <a:schemeClr val="dk1"/>
                </a:solidFill>
              </a:rPr>
              <a:t>Wrap it up — What to do next</a:t>
            </a:r>
            <a:endParaRPr sz="1600" b="1">
              <a:solidFill>
                <a:schemeClr val="dk1"/>
              </a:solidFill>
            </a:endParaRPr>
          </a:p>
          <a:p>
            <a:pPr marL="457200" lvl="0" indent="-330200" algn="l" rtl="0">
              <a:lnSpc>
                <a:spcPct val="115000"/>
              </a:lnSpc>
              <a:spcBef>
                <a:spcPts val="1200"/>
              </a:spcBef>
              <a:spcAft>
                <a:spcPts val="0"/>
              </a:spcAft>
              <a:buClr>
                <a:schemeClr val="dk1"/>
              </a:buClr>
              <a:buSzPts val="1600"/>
              <a:buChar char="●"/>
            </a:pPr>
            <a:r>
              <a:rPr lang="en-US" sz="1600" b="1">
                <a:solidFill>
                  <a:schemeClr val="dk1"/>
                </a:solidFill>
              </a:rPr>
              <a:t>Stop:</a:t>
            </a:r>
            <a:r>
              <a:rPr lang="en-US" sz="1600">
                <a:solidFill>
                  <a:schemeClr val="dk1"/>
                </a:solidFill>
              </a:rPr>
              <a:t> using static books/courses that don’t give personalized feedback.</a:t>
            </a:r>
            <a:br>
              <a:rPr lang="en-US" sz="1600">
                <a:solidFill>
                  <a:schemeClr val="dk1"/>
                </a:solidFill>
              </a:rPr>
            </a:br>
            <a:endParaRPr sz="1600">
              <a:solidFill>
                <a:schemeClr val="dk1"/>
              </a:solidFill>
            </a:endParaRPr>
          </a:p>
          <a:p>
            <a:pPr marL="457200" lvl="0" indent="-330200" algn="l" rtl="0">
              <a:lnSpc>
                <a:spcPct val="115000"/>
              </a:lnSpc>
              <a:spcBef>
                <a:spcPts val="0"/>
              </a:spcBef>
              <a:spcAft>
                <a:spcPts val="0"/>
              </a:spcAft>
              <a:buClr>
                <a:schemeClr val="dk1"/>
              </a:buClr>
              <a:buSzPts val="1600"/>
              <a:buChar char="●"/>
            </a:pPr>
            <a:r>
              <a:rPr lang="en-US" sz="1600" b="1">
                <a:solidFill>
                  <a:schemeClr val="dk1"/>
                </a:solidFill>
              </a:rPr>
              <a:t>Start:</a:t>
            </a:r>
            <a:r>
              <a:rPr lang="en-US" sz="1600">
                <a:solidFill>
                  <a:schemeClr val="dk1"/>
                </a:solidFill>
              </a:rPr>
              <a:t> practicing with </a:t>
            </a:r>
            <a:r>
              <a:rPr lang="en-US" sz="1600" b="1">
                <a:solidFill>
                  <a:schemeClr val="dk1"/>
                </a:solidFill>
              </a:rPr>
              <a:t>AI-scored</a:t>
            </a:r>
            <a:r>
              <a:rPr lang="en-US" sz="1600">
                <a:solidFill>
                  <a:schemeClr val="dk1"/>
                </a:solidFill>
              </a:rPr>
              <a:t> Speaking/Writing and </a:t>
            </a:r>
            <a:r>
              <a:rPr lang="en-US" sz="1600" b="1">
                <a:solidFill>
                  <a:schemeClr val="dk1"/>
                </a:solidFill>
              </a:rPr>
              <a:t>auto-evaluated</a:t>
            </a:r>
            <a:r>
              <a:rPr lang="en-US" sz="1600">
                <a:solidFill>
                  <a:schemeClr val="dk1"/>
                </a:solidFill>
              </a:rPr>
              <a:t> Reading/Listening, with results saved to your dashboard.</a:t>
            </a:r>
            <a:br>
              <a:rPr lang="en-US" sz="1600">
                <a:solidFill>
                  <a:schemeClr val="dk1"/>
                </a:solidFill>
              </a:rPr>
            </a:br>
            <a:endParaRPr sz="1600">
              <a:solidFill>
                <a:schemeClr val="dk1"/>
              </a:solidFill>
            </a:endParaRPr>
          </a:p>
          <a:p>
            <a:pPr marL="457200" lvl="0" indent="-330200" algn="l" rtl="0">
              <a:lnSpc>
                <a:spcPct val="115000"/>
              </a:lnSpc>
              <a:spcBef>
                <a:spcPts val="0"/>
              </a:spcBef>
              <a:spcAft>
                <a:spcPts val="0"/>
              </a:spcAft>
              <a:buClr>
                <a:schemeClr val="dk1"/>
              </a:buClr>
              <a:buSzPts val="1600"/>
              <a:buChar char="●"/>
            </a:pPr>
            <a:r>
              <a:rPr lang="en-US" sz="1600" b="1">
                <a:solidFill>
                  <a:schemeClr val="dk1"/>
                </a:solidFill>
              </a:rPr>
              <a:t>Without us, you can:</a:t>
            </a:r>
            <a:r>
              <a:rPr lang="en-US" sz="1600">
                <a:solidFill>
                  <a:schemeClr val="dk1"/>
                </a:solidFill>
              </a:rPr>
              <a:t> take mock tests and watch tips videos — but you’ll still lack </a:t>
            </a:r>
            <a:r>
              <a:rPr lang="en-US" sz="1600" b="1">
                <a:solidFill>
                  <a:schemeClr val="dk1"/>
                </a:solidFill>
              </a:rPr>
              <a:t>criteria-level feedback</a:t>
            </a:r>
            <a:r>
              <a:rPr lang="en-US" sz="1600">
                <a:solidFill>
                  <a:schemeClr val="dk1"/>
                </a:solidFill>
              </a:rPr>
              <a:t> and </a:t>
            </a:r>
            <a:r>
              <a:rPr lang="en-US" sz="1600" b="1">
                <a:solidFill>
                  <a:schemeClr val="dk1"/>
                </a:solidFill>
              </a:rPr>
              <a:t>trend tracking</a:t>
            </a:r>
            <a:r>
              <a:rPr lang="en-US" sz="1600">
                <a:solidFill>
                  <a:schemeClr val="dk1"/>
                </a:solidFill>
              </a:rPr>
              <a:t>.</a:t>
            </a:r>
            <a:br>
              <a:rPr lang="en-US" sz="1600">
                <a:solidFill>
                  <a:schemeClr val="dk1"/>
                </a:solidFill>
              </a:rPr>
            </a:br>
            <a:endParaRPr sz="1600">
              <a:solidFill>
                <a:schemeClr val="dk1"/>
              </a:solidFill>
            </a:endParaRPr>
          </a:p>
          <a:p>
            <a:pPr marL="457200" lvl="0" indent="-330200" algn="l" rtl="0">
              <a:lnSpc>
                <a:spcPct val="115000"/>
              </a:lnSpc>
              <a:spcBef>
                <a:spcPts val="0"/>
              </a:spcBef>
              <a:spcAft>
                <a:spcPts val="0"/>
              </a:spcAft>
              <a:buClr>
                <a:schemeClr val="dk1"/>
              </a:buClr>
              <a:buSzPts val="1600"/>
              <a:buChar char="●"/>
            </a:pPr>
            <a:r>
              <a:rPr lang="en-US" sz="1600" b="1">
                <a:solidFill>
                  <a:schemeClr val="dk1"/>
                </a:solidFill>
              </a:rPr>
              <a:t>Faster:</a:t>
            </a:r>
            <a:r>
              <a:rPr lang="en-US" sz="1600">
                <a:solidFill>
                  <a:schemeClr val="dk1"/>
                </a:solidFill>
              </a:rPr>
              <a:t> instant band scores + actionable fixes after every attempt.</a:t>
            </a:r>
            <a:br>
              <a:rPr lang="en-US" sz="1600">
                <a:solidFill>
                  <a:schemeClr val="dk1"/>
                </a:solidFill>
              </a:rPr>
            </a:br>
            <a:endParaRPr sz="1600">
              <a:solidFill>
                <a:schemeClr val="dk1"/>
              </a:solidFill>
            </a:endParaRPr>
          </a:p>
          <a:p>
            <a:pPr marL="457200" lvl="0" indent="-330200" algn="l" rtl="0">
              <a:lnSpc>
                <a:spcPct val="115000"/>
              </a:lnSpc>
              <a:spcBef>
                <a:spcPts val="0"/>
              </a:spcBef>
              <a:spcAft>
                <a:spcPts val="0"/>
              </a:spcAft>
              <a:buClr>
                <a:schemeClr val="dk1"/>
              </a:buClr>
              <a:buSzPts val="1600"/>
              <a:buChar char="●"/>
            </a:pPr>
            <a:r>
              <a:rPr lang="en-US" sz="1600" b="1">
                <a:solidFill>
                  <a:schemeClr val="dk1"/>
                </a:solidFill>
              </a:rPr>
              <a:t>Simpler:</a:t>
            </a:r>
            <a:r>
              <a:rPr lang="en-US" sz="1600">
                <a:solidFill>
                  <a:schemeClr val="dk1"/>
                </a:solidFill>
              </a:rPr>
              <a:t> one login; all scores saved; clear progress and trend charts.</a:t>
            </a:r>
            <a:br>
              <a:rPr lang="en-US" sz="1600">
                <a:solidFill>
                  <a:schemeClr val="dk1"/>
                </a:solidFill>
              </a:rPr>
            </a:br>
            <a:endParaRPr sz="1600">
              <a:solidFill>
                <a:schemeClr val="dk1"/>
              </a:solidFill>
            </a:endParaRPr>
          </a:p>
          <a:p>
            <a:pPr marL="457200" lvl="0" indent="-330200" algn="l" rtl="0">
              <a:lnSpc>
                <a:spcPct val="115000"/>
              </a:lnSpc>
              <a:spcBef>
                <a:spcPts val="0"/>
              </a:spcBef>
              <a:spcAft>
                <a:spcPts val="0"/>
              </a:spcAft>
              <a:buClr>
                <a:schemeClr val="dk1"/>
              </a:buClr>
              <a:buSzPts val="1600"/>
              <a:buChar char="●"/>
            </a:pPr>
            <a:r>
              <a:rPr lang="en-US" sz="1600" b="1">
                <a:solidFill>
                  <a:schemeClr val="dk1"/>
                </a:solidFill>
              </a:rPr>
              <a:t>Cheaper:</a:t>
            </a:r>
            <a:r>
              <a:rPr lang="en-US" sz="1600">
                <a:solidFill>
                  <a:schemeClr val="dk1"/>
                </a:solidFill>
              </a:rPr>
              <a:t> scalable AI coaching reduces ongoing tutor time and costs.</a:t>
            </a:r>
            <a:endParaRPr sz="1600">
              <a:solidFill>
                <a:schemeClr val="dk1"/>
              </a:solidFil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theme/theme1.xml><?xml version="1.0" encoding="utf-8"?>
<a:theme xmlns:a="http://schemas.openxmlformats.org/drawingml/2006/main" name="1_White Template">
  <a:themeElements>
    <a:clrScheme name="TS_20_Blue on White">
      <a:dk1>
        <a:srgbClr val="000000"/>
      </a:dk1>
      <a:lt1>
        <a:srgbClr val="FFFFFF"/>
      </a:lt1>
      <a:dk2>
        <a:srgbClr val="243A5E"/>
      </a:dk2>
      <a:lt2>
        <a:srgbClr val="E6E6E6"/>
      </a:lt2>
      <a:accent1>
        <a:srgbClr val="0078D4"/>
      </a:accent1>
      <a:accent2>
        <a:srgbClr val="243A5E"/>
      </a:accent2>
      <a:accent3>
        <a:srgbClr val="50E6FF"/>
      </a:accent3>
      <a:accent4>
        <a:srgbClr val="008575"/>
      </a:accent4>
      <a:accent5>
        <a:srgbClr val="274B47"/>
      </a:accent5>
      <a:accent6>
        <a:srgbClr val="737373"/>
      </a:accent6>
      <a:hlink>
        <a:srgbClr val="0078D4"/>
      </a:hlink>
      <a:folHlink>
        <a:srgbClr val="0078D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White Template">
  <a:themeElements>
    <a:clrScheme name="TS_20_Blue on White">
      <a:dk1>
        <a:srgbClr val="000000"/>
      </a:dk1>
      <a:lt1>
        <a:srgbClr val="FFFFFF"/>
      </a:lt1>
      <a:dk2>
        <a:srgbClr val="243A5E"/>
      </a:dk2>
      <a:lt2>
        <a:srgbClr val="E6E6E6"/>
      </a:lt2>
      <a:accent1>
        <a:srgbClr val="0078D4"/>
      </a:accent1>
      <a:accent2>
        <a:srgbClr val="243A5E"/>
      </a:accent2>
      <a:accent3>
        <a:srgbClr val="50E6FF"/>
      </a:accent3>
      <a:accent4>
        <a:srgbClr val="008575"/>
      </a:accent4>
      <a:accent5>
        <a:srgbClr val="274B47"/>
      </a:accent5>
      <a:accent6>
        <a:srgbClr val="737373"/>
      </a:accent6>
      <a:hlink>
        <a:srgbClr val="0078D4"/>
      </a:hlink>
      <a:folHlink>
        <a:srgbClr val="0078D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1171</Words>
  <Application>Microsoft Office PowerPoint</Application>
  <PresentationFormat>Widescreen</PresentationFormat>
  <Paragraphs>103</Paragraphs>
  <Slides>6</Slides>
  <Notes>6</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6</vt:i4>
      </vt:variant>
    </vt:vector>
  </HeadingPairs>
  <TitlesOfParts>
    <vt:vector size="13" baseType="lpstr">
      <vt:lpstr>Arial</vt:lpstr>
      <vt:lpstr>Noto Sans Symbols</vt:lpstr>
      <vt:lpstr>Consolas</vt:lpstr>
      <vt:lpstr>Quattrocento Sans</vt:lpstr>
      <vt:lpstr>Calibri</vt:lpstr>
      <vt:lpstr>1_White Template</vt:lpstr>
      <vt:lpstr>1_White Template</vt:lpstr>
      <vt:lpstr>Arc Shift Solution Type: Prototype Workshop Content  </vt:lpstr>
      <vt:lpstr>Student Ambassador Projects</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Ramprakash R</dc:creator>
  <cp:lastModifiedBy>Ramprakash R</cp:lastModifiedBy>
  <cp:revision>1</cp:revision>
  <dcterms:modified xsi:type="dcterms:W3CDTF">2025-09-28T08:35:48Z</dcterms:modified>
</cp:coreProperties>
</file>